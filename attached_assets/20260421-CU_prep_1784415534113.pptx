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353" r:id="rId3"/>
    <p:sldId id="654" r:id="rId4"/>
    <p:sldId id="641" r:id="rId5"/>
    <p:sldId id="662" r:id="rId6"/>
    <p:sldId id="666" r:id="rId7"/>
    <p:sldId id="664" r:id="rId8"/>
    <p:sldId id="665" r:id="rId9"/>
    <p:sldId id="667" r:id="rId10"/>
    <p:sldId id="668" r:id="rId11"/>
    <p:sldId id="669" r:id="rId12"/>
    <p:sldId id="670" r:id="rId13"/>
    <p:sldId id="671" r:id="rId14"/>
    <p:sldId id="672" r:id="rId15"/>
    <p:sldId id="673" r:id="rId16"/>
  </p:sldIdLst>
  <p:sldSz cx="9144000" cy="6858000" type="screen4x3"/>
  <p:notesSz cx="6792913" cy="99250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thony Frost" initials="AF" lastIdx="2" clrIdx="0">
    <p:extLst>
      <p:ext uri="{19B8F6BF-5375-455C-9EA6-DF929625EA0E}">
        <p15:presenceInfo xmlns:p15="http://schemas.microsoft.com/office/powerpoint/2012/main" userId="ec08b7a8-6e9d-435a-90c9-0b707f07fc6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3B"/>
    <a:srgbClr val="E7DB02"/>
    <a:srgbClr val="2F00FF"/>
    <a:srgbClr val="FFD700"/>
    <a:srgbClr val="FFDD33"/>
    <a:srgbClr val="CC7722"/>
    <a:srgbClr val="7B1C3D"/>
    <a:srgbClr val="00205B"/>
    <a:srgbClr val="0099CC"/>
    <a:srgbClr val="87C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1B735F-11ED-49A0-B947-DCE932F6817B}" v="40" dt="2026-04-21T02:15:00.9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642" autoAdjust="0"/>
    <p:restoredTop sz="80169" autoAdjust="0"/>
  </p:normalViewPr>
  <p:slideViewPr>
    <p:cSldViewPr snapToGrid="0" snapToObjects="1">
      <p:cViewPr varScale="1">
        <p:scale>
          <a:sx n="47" d="100"/>
          <a:sy n="47" d="100"/>
        </p:scale>
        <p:origin x="864" y="27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napToObjects="1">
      <p:cViewPr varScale="1">
        <p:scale>
          <a:sx n="100" d="100"/>
          <a:sy n="100" d="100"/>
        </p:scale>
        <p:origin x="33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nlon" userId="715640cfe8348987" providerId="LiveId" clId="{69B64073-9504-4B6E-9D0F-1C0AE143CAAC}"/>
    <pc:docChg chg="undo custSel addSld delSld modSld sldOrd">
      <pc:chgData name="scott conlon" userId="715640cfe8348987" providerId="LiveId" clId="{69B64073-9504-4B6E-9D0F-1C0AE143CAAC}" dt="2026-04-21T02:26:25.112" v="5009" actId="6549"/>
      <pc:docMkLst>
        <pc:docMk/>
      </pc:docMkLst>
      <pc:sldChg chg="modSp mod">
        <pc:chgData name="scott conlon" userId="715640cfe8348987" providerId="LiveId" clId="{69B64073-9504-4B6E-9D0F-1C0AE143CAAC}" dt="2026-04-21T01:42:21.824" v="4957" actId="6549"/>
        <pc:sldMkLst>
          <pc:docMk/>
          <pc:sldMk cId="1470261100" sldId="353"/>
        </pc:sldMkLst>
        <pc:spChg chg="mod">
          <ac:chgData name="scott conlon" userId="715640cfe8348987" providerId="LiveId" clId="{69B64073-9504-4B6E-9D0F-1C0AE143CAAC}" dt="2026-04-21T01:42:21.824" v="4957" actId="6549"/>
          <ac:spMkLst>
            <pc:docMk/>
            <pc:sldMk cId="1470261100" sldId="353"/>
            <ac:spMk id="3" creationId="{B1711341-68F7-362C-75F1-F2C80DC26DCC}"/>
          </ac:spMkLst>
        </pc:spChg>
      </pc:sldChg>
      <pc:sldChg chg="modSp mod modNotesTx">
        <pc:chgData name="scott conlon" userId="715640cfe8348987" providerId="LiveId" clId="{69B64073-9504-4B6E-9D0F-1C0AE143CAAC}" dt="2026-04-21T02:25:32.741" v="5002" actId="6549"/>
        <pc:sldMkLst>
          <pc:docMk/>
          <pc:sldMk cId="659735155" sldId="641"/>
        </pc:sldMkLst>
        <pc:spChg chg="mod">
          <ac:chgData name="scott conlon" userId="715640cfe8348987" providerId="LiveId" clId="{69B64073-9504-4B6E-9D0F-1C0AE143CAAC}" dt="2026-04-21T01:14:46.432" v="3299" actId="20577"/>
          <ac:spMkLst>
            <pc:docMk/>
            <pc:sldMk cId="659735155" sldId="641"/>
            <ac:spMk id="2" creationId="{7381FFAE-A1FA-3B85-2158-2B6FD5A2C0FF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4" creationId="{356899C8-1670-CEA0-3542-CC064DC12C96}"/>
          </ac:spMkLst>
        </pc:spChg>
        <pc:spChg chg="mod">
          <ac:chgData name="scott conlon" userId="715640cfe8348987" providerId="LiveId" clId="{69B64073-9504-4B6E-9D0F-1C0AE143CAAC}" dt="2026-04-21T01:11:34.768" v="3072" actId="1076"/>
          <ac:spMkLst>
            <pc:docMk/>
            <pc:sldMk cId="659735155" sldId="641"/>
            <ac:spMk id="7" creationId="{7BA39B69-2509-9BF5-623E-10E698836284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8" creationId="{3C490298-40A1-BE9B-DA4C-DFF45FB9FFDB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9" creationId="{69FAF304-DB22-6B07-7C1F-3190E2C98537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10" creationId="{140EB716-6E35-7B3C-4E45-C611BE519E3A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11" creationId="{19ADAC03-4A36-1F7B-A995-A3DF73AAD314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12" creationId="{07676775-5397-EAD6-6FB3-76E9166CB9BF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13" creationId="{ACF3CF79-A37C-E22A-81D1-19667E282036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14" creationId="{08107B58-9D8C-C79D-AD5A-F148149BFEEE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15" creationId="{93AA081A-82EF-698D-AECB-6B06932173AB}"/>
          </ac:spMkLst>
        </pc:spChg>
        <pc:spChg chg="mod">
          <ac:chgData name="scott conlon" userId="715640cfe8348987" providerId="LiveId" clId="{69B64073-9504-4B6E-9D0F-1C0AE143CAAC}" dt="2026-04-21T01:46:57.870" v="4972" actId="20577"/>
          <ac:spMkLst>
            <pc:docMk/>
            <pc:sldMk cId="659735155" sldId="641"/>
            <ac:spMk id="16" creationId="{7E647A4E-0953-BE16-CCB2-B8CF01D5A084}"/>
          </ac:spMkLst>
        </pc:spChg>
        <pc:spChg chg="mod">
          <ac:chgData name="scott conlon" userId="715640cfe8348987" providerId="LiveId" clId="{69B64073-9504-4B6E-9D0F-1C0AE143CAAC}" dt="2026-04-21T01:26:59.458" v="3914" actId="1035"/>
          <ac:spMkLst>
            <pc:docMk/>
            <pc:sldMk cId="659735155" sldId="641"/>
            <ac:spMk id="36" creationId="{5299F54F-7A4F-5A35-0BAD-F864479A5A45}"/>
          </ac:spMkLst>
        </pc:spChg>
      </pc:sldChg>
      <pc:sldChg chg="del">
        <pc:chgData name="scott conlon" userId="715640cfe8348987" providerId="LiveId" clId="{69B64073-9504-4B6E-9D0F-1C0AE143CAAC}" dt="2026-04-21T01:35:49.309" v="4464" actId="47"/>
        <pc:sldMkLst>
          <pc:docMk/>
          <pc:sldMk cId="1177294854" sldId="646"/>
        </pc:sldMkLst>
      </pc:sldChg>
      <pc:sldChg chg="del">
        <pc:chgData name="scott conlon" userId="715640cfe8348987" providerId="LiveId" clId="{69B64073-9504-4B6E-9D0F-1C0AE143CAAC}" dt="2026-04-21T01:42:00.139" v="4923" actId="47"/>
        <pc:sldMkLst>
          <pc:docMk/>
          <pc:sldMk cId="1434406663" sldId="647"/>
        </pc:sldMkLst>
      </pc:sldChg>
      <pc:sldChg chg="del">
        <pc:chgData name="scott conlon" userId="715640cfe8348987" providerId="LiveId" clId="{69B64073-9504-4B6E-9D0F-1C0AE143CAAC}" dt="2026-04-21T01:42:00.139" v="4923" actId="47"/>
        <pc:sldMkLst>
          <pc:docMk/>
          <pc:sldMk cId="2223535602" sldId="648"/>
        </pc:sldMkLst>
      </pc:sldChg>
      <pc:sldChg chg="del">
        <pc:chgData name="scott conlon" userId="715640cfe8348987" providerId="LiveId" clId="{69B64073-9504-4B6E-9D0F-1C0AE143CAAC}" dt="2026-04-21T01:42:00.139" v="4923" actId="47"/>
        <pc:sldMkLst>
          <pc:docMk/>
          <pc:sldMk cId="2049662795" sldId="649"/>
        </pc:sldMkLst>
      </pc:sldChg>
      <pc:sldChg chg="del">
        <pc:chgData name="scott conlon" userId="715640cfe8348987" providerId="LiveId" clId="{69B64073-9504-4B6E-9D0F-1C0AE143CAAC}" dt="2026-04-21T01:42:00.139" v="4923" actId="47"/>
        <pc:sldMkLst>
          <pc:docMk/>
          <pc:sldMk cId="3879293885" sldId="650"/>
        </pc:sldMkLst>
      </pc:sldChg>
      <pc:sldChg chg="del">
        <pc:chgData name="scott conlon" userId="715640cfe8348987" providerId="LiveId" clId="{69B64073-9504-4B6E-9D0F-1C0AE143CAAC}" dt="2026-04-21T01:42:00.139" v="4923" actId="47"/>
        <pc:sldMkLst>
          <pc:docMk/>
          <pc:sldMk cId="1061622224" sldId="651"/>
        </pc:sldMkLst>
      </pc:sldChg>
      <pc:sldChg chg="del">
        <pc:chgData name="scott conlon" userId="715640cfe8348987" providerId="LiveId" clId="{69B64073-9504-4B6E-9D0F-1C0AE143CAAC}" dt="2026-04-21T01:42:00.139" v="4923" actId="47"/>
        <pc:sldMkLst>
          <pc:docMk/>
          <pc:sldMk cId="556361208" sldId="652"/>
        </pc:sldMkLst>
      </pc:sldChg>
      <pc:sldChg chg="del">
        <pc:chgData name="scott conlon" userId="715640cfe8348987" providerId="LiveId" clId="{69B64073-9504-4B6E-9D0F-1C0AE143CAAC}" dt="2026-04-21T01:42:03.685" v="4924" actId="47"/>
        <pc:sldMkLst>
          <pc:docMk/>
          <pc:sldMk cId="2163544397" sldId="653"/>
        </pc:sldMkLst>
      </pc:sldChg>
      <pc:sldChg chg="modSp add mod">
        <pc:chgData name="scott conlon" userId="715640cfe8348987" providerId="LiveId" clId="{69B64073-9504-4B6E-9D0F-1C0AE143CAAC}" dt="2026-04-21T01:10:28.762" v="2992" actId="20577"/>
        <pc:sldMkLst>
          <pc:docMk/>
          <pc:sldMk cId="2312377944" sldId="654"/>
        </pc:sldMkLst>
        <pc:spChg chg="mod">
          <ac:chgData name="scott conlon" userId="715640cfe8348987" providerId="LiveId" clId="{69B64073-9504-4B6E-9D0F-1C0AE143CAAC}" dt="2026-04-21T01:10:28.762" v="2992" actId="20577"/>
          <ac:spMkLst>
            <pc:docMk/>
            <pc:sldMk cId="2312377944" sldId="654"/>
            <ac:spMk id="3" creationId="{8CEFEC4D-4127-F318-F94C-53D7F1AE39FC}"/>
          </ac:spMkLst>
        </pc:spChg>
      </pc:sldChg>
      <pc:sldChg chg="del">
        <pc:chgData name="scott conlon" userId="715640cfe8348987" providerId="LiveId" clId="{69B64073-9504-4B6E-9D0F-1C0AE143CAAC}" dt="2026-04-21T01:42:03.685" v="4924" actId="47"/>
        <pc:sldMkLst>
          <pc:docMk/>
          <pc:sldMk cId="2044542713" sldId="655"/>
        </pc:sldMkLst>
      </pc:sldChg>
      <pc:sldChg chg="del">
        <pc:chgData name="scott conlon" userId="715640cfe8348987" providerId="LiveId" clId="{69B64073-9504-4B6E-9D0F-1C0AE143CAAC}" dt="2026-04-21T01:42:03.685" v="4924" actId="47"/>
        <pc:sldMkLst>
          <pc:docMk/>
          <pc:sldMk cId="3294812656" sldId="656"/>
        </pc:sldMkLst>
      </pc:sldChg>
      <pc:sldChg chg="del">
        <pc:chgData name="scott conlon" userId="715640cfe8348987" providerId="LiveId" clId="{69B64073-9504-4B6E-9D0F-1C0AE143CAAC}" dt="2026-04-21T01:42:03.685" v="4924" actId="47"/>
        <pc:sldMkLst>
          <pc:docMk/>
          <pc:sldMk cId="1378963634" sldId="657"/>
        </pc:sldMkLst>
      </pc:sldChg>
      <pc:sldChg chg="del">
        <pc:chgData name="scott conlon" userId="715640cfe8348987" providerId="LiveId" clId="{69B64073-9504-4B6E-9D0F-1C0AE143CAAC}" dt="2026-04-21T01:42:07.429" v="4925" actId="47"/>
        <pc:sldMkLst>
          <pc:docMk/>
          <pc:sldMk cId="2107728693" sldId="658"/>
        </pc:sldMkLst>
      </pc:sldChg>
      <pc:sldChg chg="del">
        <pc:chgData name="scott conlon" userId="715640cfe8348987" providerId="LiveId" clId="{69B64073-9504-4B6E-9D0F-1C0AE143CAAC}" dt="2026-04-21T01:42:07.429" v="4925" actId="47"/>
        <pc:sldMkLst>
          <pc:docMk/>
          <pc:sldMk cId="3245421384" sldId="659"/>
        </pc:sldMkLst>
      </pc:sldChg>
      <pc:sldChg chg="del">
        <pc:chgData name="scott conlon" userId="715640cfe8348987" providerId="LiveId" clId="{69B64073-9504-4B6E-9D0F-1C0AE143CAAC}" dt="2026-04-21T01:42:07.429" v="4925" actId="47"/>
        <pc:sldMkLst>
          <pc:docMk/>
          <pc:sldMk cId="3892987161" sldId="660"/>
        </pc:sldMkLst>
      </pc:sldChg>
      <pc:sldChg chg="del">
        <pc:chgData name="scott conlon" userId="715640cfe8348987" providerId="LiveId" clId="{69B64073-9504-4B6E-9D0F-1C0AE143CAAC}" dt="2026-04-21T01:42:09.699" v="4926" actId="47"/>
        <pc:sldMkLst>
          <pc:docMk/>
          <pc:sldMk cId="3098563880" sldId="661"/>
        </pc:sldMkLst>
      </pc:sldChg>
      <pc:sldChg chg="addSp delSp modSp add mod ord modNotesTx">
        <pc:chgData name="scott conlon" userId="715640cfe8348987" providerId="LiveId" clId="{69B64073-9504-4B6E-9D0F-1C0AE143CAAC}" dt="2026-04-21T02:25:37.702" v="5003" actId="6549"/>
        <pc:sldMkLst>
          <pc:docMk/>
          <pc:sldMk cId="2620971858" sldId="662"/>
        </pc:sldMkLst>
        <pc:spChg chg="mod">
          <ac:chgData name="scott conlon" userId="715640cfe8348987" providerId="LiveId" clId="{69B64073-9504-4B6E-9D0F-1C0AE143CAAC}" dt="2026-04-21T01:15:18.507" v="3330" actId="6549"/>
          <ac:spMkLst>
            <pc:docMk/>
            <pc:sldMk cId="2620971858" sldId="662"/>
            <ac:spMk id="2" creationId="{25357D90-3848-15E2-F2C6-1A95C2B9B215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4" creationId="{86949ED0-05A5-627B-F323-4A5D0CF86981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7" creationId="{6D5FEF39-1227-9AC8-9959-EC01E5125373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8" creationId="{41EE9596-CC37-55DE-7720-9A04170AC2AA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9" creationId="{6438CAD8-7FF7-8075-D9C1-375E6C35D84B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10" creationId="{0D3B7D47-9039-8A0D-2F0A-FC43A3AB7764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11" creationId="{04B6082A-B314-40E9-19A5-C4724B5B1790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12" creationId="{167BF5C1-5DB3-A30F-E65E-39C2144FB91A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14" creationId="{EE656EA5-C98C-652C-2718-7CB893D79847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15" creationId="{255E2B4B-EAA7-2088-84D4-15BCED6F80F2}"/>
          </ac:spMkLst>
        </pc:spChg>
        <pc:spChg chg="mod">
          <ac:chgData name="scott conlon" userId="715640cfe8348987" providerId="LiveId" clId="{69B64073-9504-4B6E-9D0F-1C0AE143CAAC}" dt="2026-04-21T01:46:48.820" v="4966" actId="20577"/>
          <ac:spMkLst>
            <pc:docMk/>
            <pc:sldMk cId="2620971858" sldId="662"/>
            <ac:spMk id="16" creationId="{9CC6FC92-EE73-A4EA-DE44-CD81E86A7A4D}"/>
          </ac:spMkLst>
        </pc:spChg>
        <pc:spChg chg="add mod">
          <ac:chgData name="scott conlon" userId="715640cfe8348987" providerId="LiveId" clId="{69B64073-9504-4B6E-9D0F-1C0AE143CAAC}" dt="2026-04-21T01:16:47.318" v="3342" actId="1076"/>
          <ac:spMkLst>
            <pc:docMk/>
            <pc:sldMk cId="2620971858" sldId="662"/>
            <ac:spMk id="17" creationId="{58A63ABC-CED4-A472-549E-4F475CDD9F33}"/>
          </ac:spMkLst>
        </pc:spChg>
        <pc:spChg chg="del">
          <ac:chgData name="scott conlon" userId="715640cfe8348987" providerId="LiveId" clId="{69B64073-9504-4B6E-9D0F-1C0AE143CAAC}" dt="2026-04-21T01:15:51.010" v="3335" actId="478"/>
          <ac:spMkLst>
            <pc:docMk/>
            <pc:sldMk cId="2620971858" sldId="662"/>
            <ac:spMk id="36" creationId="{3EA3CF01-ED19-4EB3-762D-F4A345FCDF8C}"/>
          </ac:spMkLst>
        </pc:spChg>
        <pc:spChg chg="mod">
          <ac:chgData name="scott conlon" userId="715640cfe8348987" providerId="LiveId" clId="{69B64073-9504-4B6E-9D0F-1C0AE143CAAC}" dt="2026-04-21T01:17:34.125" v="3383" actId="1076"/>
          <ac:spMkLst>
            <pc:docMk/>
            <pc:sldMk cId="2620971858" sldId="662"/>
            <ac:spMk id="38" creationId="{44E1B600-5EEE-0D42-5AE4-FC2B1985F4B8}"/>
          </ac:spMkLst>
        </pc:spChg>
        <pc:spChg chg="add mod">
          <ac:chgData name="scott conlon" userId="715640cfe8348987" providerId="LiveId" clId="{69B64073-9504-4B6E-9D0F-1C0AE143CAAC}" dt="2026-04-21T01:17:34.792" v="3384" actId="1036"/>
          <ac:spMkLst>
            <pc:docMk/>
            <pc:sldMk cId="2620971858" sldId="662"/>
            <ac:spMk id="39" creationId="{700D3036-21E8-06E9-C693-9247DB0B6E61}"/>
          </ac:spMkLst>
        </pc:spChg>
        <pc:spChg chg="add mod">
          <ac:chgData name="scott conlon" userId="715640cfe8348987" providerId="LiveId" clId="{69B64073-9504-4B6E-9D0F-1C0AE143CAAC}" dt="2026-04-21T01:17:35.910" v="3385" actId="1036"/>
          <ac:spMkLst>
            <pc:docMk/>
            <pc:sldMk cId="2620971858" sldId="662"/>
            <ac:spMk id="40" creationId="{8833BEBC-EA06-F594-314D-C308F01B6069}"/>
          </ac:spMkLst>
        </pc:spChg>
        <pc:spChg chg="add mod">
          <ac:chgData name="scott conlon" userId="715640cfe8348987" providerId="LiveId" clId="{69B64073-9504-4B6E-9D0F-1C0AE143CAAC}" dt="2026-04-21T01:17:30.888" v="3382" actId="1036"/>
          <ac:spMkLst>
            <pc:docMk/>
            <pc:sldMk cId="2620971858" sldId="662"/>
            <ac:spMk id="41" creationId="{2706B1A0-8EF3-90FB-2D60-0EBF81DABDFD}"/>
          </ac:spMkLst>
        </pc:spChg>
        <pc:spChg chg="add mod">
          <ac:chgData name="scott conlon" userId="715640cfe8348987" providerId="LiveId" clId="{69B64073-9504-4B6E-9D0F-1C0AE143CAAC}" dt="2026-04-21T01:17:30.888" v="3382" actId="1036"/>
          <ac:spMkLst>
            <pc:docMk/>
            <pc:sldMk cId="2620971858" sldId="662"/>
            <ac:spMk id="42" creationId="{9874283B-2249-DE23-FEE3-34F4138786ED}"/>
          </ac:spMkLst>
        </pc:spChg>
        <pc:spChg chg="add mod">
          <ac:chgData name="scott conlon" userId="715640cfe8348987" providerId="LiveId" clId="{69B64073-9504-4B6E-9D0F-1C0AE143CAAC}" dt="2026-04-21T01:17:38.346" v="3386" actId="1076"/>
          <ac:spMkLst>
            <pc:docMk/>
            <pc:sldMk cId="2620971858" sldId="662"/>
            <ac:spMk id="45" creationId="{40D84EA5-E104-2E9D-AC9F-D2FCEB349B09}"/>
          </ac:spMkLst>
        </pc:spChg>
        <pc:spChg chg="add mod">
          <ac:chgData name="scott conlon" userId="715640cfe8348987" providerId="LiveId" clId="{69B64073-9504-4B6E-9D0F-1C0AE143CAAC}" dt="2026-04-21T01:17:40.153" v="3387" actId="1076"/>
          <ac:spMkLst>
            <pc:docMk/>
            <pc:sldMk cId="2620971858" sldId="662"/>
            <ac:spMk id="46" creationId="{4BDBD6D8-F9EC-2AFE-5DE0-7F27ECC62D61}"/>
          </ac:spMkLst>
        </pc:spChg>
        <pc:spChg chg="add mod">
          <ac:chgData name="scott conlon" userId="715640cfe8348987" providerId="LiveId" clId="{69B64073-9504-4B6E-9D0F-1C0AE143CAAC}" dt="2026-04-21T01:17:30.888" v="3382" actId="1036"/>
          <ac:spMkLst>
            <pc:docMk/>
            <pc:sldMk cId="2620971858" sldId="662"/>
            <ac:spMk id="47" creationId="{D4EA7657-11D3-B00A-0D50-9589153A6365}"/>
          </ac:spMkLst>
        </pc:spChg>
        <pc:spChg chg="add mod">
          <ac:chgData name="scott conlon" userId="715640cfe8348987" providerId="LiveId" clId="{69B64073-9504-4B6E-9D0F-1C0AE143CAAC}" dt="2026-04-21T01:17:30.888" v="3382" actId="1036"/>
          <ac:spMkLst>
            <pc:docMk/>
            <pc:sldMk cId="2620971858" sldId="662"/>
            <ac:spMk id="48" creationId="{47F0C846-3FA3-EAA3-046D-EF5331BAB752}"/>
          </ac:spMkLst>
        </pc:spChg>
        <pc:spChg chg="add mod">
          <ac:chgData name="scott conlon" userId="715640cfe8348987" providerId="LiveId" clId="{69B64073-9504-4B6E-9D0F-1C0AE143CAAC}" dt="2026-04-21T01:17:30.888" v="3382" actId="1036"/>
          <ac:spMkLst>
            <pc:docMk/>
            <pc:sldMk cId="2620971858" sldId="662"/>
            <ac:spMk id="49" creationId="{00C91491-735B-DBB2-7456-A0F99E3D661A}"/>
          </ac:spMkLst>
        </pc:spChg>
        <pc:picChg chg="mod">
          <ac:chgData name="scott conlon" userId="715640cfe8348987" providerId="LiveId" clId="{69B64073-9504-4B6E-9D0F-1C0AE143CAAC}" dt="2026-04-21T01:18:11.392" v="3419" actId="1076"/>
          <ac:picMkLst>
            <pc:docMk/>
            <pc:sldMk cId="2620971858" sldId="662"/>
            <ac:picMk id="37" creationId="{7AEF593E-D753-CC47-1F56-61DC3CC8910A}"/>
          </ac:picMkLst>
        </pc:pic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43" creationId="{29C8866F-83D0-2635-B748-ADE1312BCBE2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44" creationId="{EADFD739-C9A7-49D0-CD8B-622098103EAB}"/>
          </ac:cxnSpMkLst>
        </pc:cxn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50" creationId="{8C2940FA-6A90-7287-93EE-9FD25C52E257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51" creationId="{9B3717A9-FBD0-0509-6258-B11C150635B1}"/>
          </ac:cxnSpMkLst>
        </pc:cxn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52" creationId="{206B088D-6FAD-46FF-D240-4B5D44CB6C96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53" creationId="{F3906306-9BB7-8448-559C-5F6DE848D76F}"/>
          </ac:cxnSpMkLst>
        </pc:cxn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54" creationId="{28229EA5-9872-FAC6-BFD0-4AE462988F0F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55" creationId="{5870AB32-D306-9F02-02B7-6468DE93E78F}"/>
          </ac:cxnSpMkLst>
        </pc:cxn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56" creationId="{4BBDDE95-F8D6-B3C6-5270-771F0A11B029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57" creationId="{48BEEAA4-32B9-D1E2-EBD7-0009FBEC4101}"/>
          </ac:cxnSpMkLst>
        </pc:cxn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58" creationId="{060A2DC3-2592-E475-5507-9676F8493E0D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59" creationId="{B5CE16E9-422E-3791-285C-8AD5632C99DB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60" creationId="{5AC3C8D4-980E-5195-AA6B-7FCB743817BF}"/>
          </ac:cxnSpMkLst>
        </pc:cxn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61" creationId="{0AC4A5B6-9E30-1F64-3840-2D1FB4AEF652}"/>
          </ac:cxnSpMkLst>
        </pc:cxn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64" creationId="{D87C972D-3CB0-A6FD-2073-6AF81AECE1E7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65" creationId="{5054796B-29F1-1CF0-3A77-B7B325149612}"/>
          </ac:cxnSpMkLst>
        </pc:cxn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66" creationId="{40133CF9-B7E2-9929-F48A-F30AF3C0D342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67" creationId="{4EA71FEC-51D9-F950-A297-043B06A6E403}"/>
          </ac:cxnSpMkLst>
        </pc:cxnChg>
        <pc:cxnChg chg="del">
          <ac:chgData name="scott conlon" userId="715640cfe8348987" providerId="LiveId" clId="{69B64073-9504-4B6E-9D0F-1C0AE143CAAC}" dt="2026-04-21T01:16:23.064" v="3338" actId="478"/>
          <ac:cxnSpMkLst>
            <pc:docMk/>
            <pc:sldMk cId="2620971858" sldId="662"/>
            <ac:cxnSpMk id="68" creationId="{C8974F0B-BA32-5504-633D-44AD129DAB58}"/>
          </ac:cxnSpMkLst>
        </pc:cxnChg>
        <pc:cxnChg chg="del">
          <ac:chgData name="scott conlon" userId="715640cfe8348987" providerId="LiveId" clId="{69B64073-9504-4B6E-9D0F-1C0AE143CAAC}" dt="2026-04-21T01:16:12.373" v="3337" actId="478"/>
          <ac:cxnSpMkLst>
            <pc:docMk/>
            <pc:sldMk cId="2620971858" sldId="662"/>
            <ac:cxnSpMk id="69" creationId="{30E559A2-75B5-E37E-1E17-93F525928BBA}"/>
          </ac:cxnSpMkLst>
        </pc:cxnChg>
      </pc:sldChg>
      <pc:sldChg chg="add del">
        <pc:chgData name="scott conlon" userId="715640cfe8348987" providerId="LiveId" clId="{69B64073-9504-4B6E-9D0F-1C0AE143CAAC}" dt="2026-04-21T01:35:30.478" v="4463" actId="47"/>
        <pc:sldMkLst>
          <pc:docMk/>
          <pc:sldMk cId="869244905" sldId="663"/>
        </pc:sldMkLst>
      </pc:sldChg>
      <pc:sldChg chg="addSp modSp add mod">
        <pc:chgData name="scott conlon" userId="715640cfe8348987" providerId="LiveId" clId="{69B64073-9504-4B6E-9D0F-1C0AE143CAAC}" dt="2026-04-21T01:47:07.637" v="4973" actId="20577"/>
        <pc:sldMkLst>
          <pc:docMk/>
          <pc:sldMk cId="3359148309" sldId="664"/>
        </pc:sldMkLst>
        <pc:spChg chg="mod">
          <ac:chgData name="scott conlon" userId="715640cfe8348987" providerId="LiveId" clId="{69B64073-9504-4B6E-9D0F-1C0AE143CAAC}" dt="2026-04-21T01:47:07.637" v="4973" actId="20577"/>
          <ac:spMkLst>
            <pc:docMk/>
            <pc:sldMk cId="3359148309" sldId="664"/>
            <ac:spMk id="16" creationId="{B899ED89-E354-55D8-F3EB-1AD86BBE7641}"/>
          </ac:spMkLst>
        </pc:spChg>
        <pc:cxnChg chg="add mod">
          <ac:chgData name="scott conlon" userId="715640cfe8348987" providerId="LiveId" clId="{69B64073-9504-4B6E-9D0F-1C0AE143CAAC}" dt="2026-04-21T01:21:16.514" v="3479" actId="14100"/>
          <ac:cxnSpMkLst>
            <pc:docMk/>
            <pc:sldMk cId="3359148309" sldId="664"/>
            <ac:cxnSpMk id="4" creationId="{5E5B4E1E-C268-D7C8-809C-83E216A31076}"/>
          </ac:cxnSpMkLst>
        </pc:cxnChg>
        <pc:cxnChg chg="add mod">
          <ac:chgData name="scott conlon" userId="715640cfe8348987" providerId="LiveId" clId="{69B64073-9504-4B6E-9D0F-1C0AE143CAAC}" dt="2026-04-21T01:21:33.069" v="3483" actId="14100"/>
          <ac:cxnSpMkLst>
            <pc:docMk/>
            <pc:sldMk cId="3359148309" sldId="664"/>
            <ac:cxnSpMk id="9" creationId="{68680089-B976-A936-DF2C-5D089F15CEF0}"/>
          </ac:cxnSpMkLst>
        </pc:cxnChg>
      </pc:sldChg>
      <pc:sldChg chg="modSp add mod modNotesTx">
        <pc:chgData name="scott conlon" userId="715640cfe8348987" providerId="LiveId" clId="{69B64073-9504-4B6E-9D0F-1C0AE143CAAC}" dt="2026-04-21T02:25:44.536" v="5005" actId="6549"/>
        <pc:sldMkLst>
          <pc:docMk/>
          <pc:sldMk cId="83413947" sldId="665"/>
        </pc:sldMkLst>
        <pc:spChg chg="mod">
          <ac:chgData name="scott conlon" userId="715640cfe8348987" providerId="LiveId" clId="{69B64073-9504-4B6E-9D0F-1C0AE143CAAC}" dt="2026-04-21T01:22:10.427" v="3553" actId="20577"/>
          <ac:spMkLst>
            <pc:docMk/>
            <pc:sldMk cId="83413947" sldId="665"/>
            <ac:spMk id="16" creationId="{7DA405CA-C57E-5F43-8779-A6DF9EA6384A}"/>
          </ac:spMkLst>
        </pc:spChg>
        <pc:cxnChg chg="mod">
          <ac:chgData name="scott conlon" userId="715640cfe8348987" providerId="LiveId" clId="{69B64073-9504-4B6E-9D0F-1C0AE143CAAC}" dt="2026-04-21T01:22:16.740" v="3555" actId="14100"/>
          <ac:cxnSpMkLst>
            <pc:docMk/>
            <pc:sldMk cId="83413947" sldId="665"/>
            <ac:cxnSpMk id="4" creationId="{5C781BFF-6FE3-CA77-C112-B2778E4A0F3F}"/>
          </ac:cxnSpMkLst>
        </pc:cxnChg>
        <pc:cxnChg chg="mod">
          <ac:chgData name="scott conlon" userId="715640cfe8348987" providerId="LiveId" clId="{69B64073-9504-4B6E-9D0F-1C0AE143CAAC}" dt="2026-04-21T01:22:22.417" v="3557" actId="14100"/>
          <ac:cxnSpMkLst>
            <pc:docMk/>
            <pc:sldMk cId="83413947" sldId="665"/>
            <ac:cxnSpMk id="9" creationId="{1EB0B90E-E21E-21B7-6349-1D9D48027F23}"/>
          </ac:cxnSpMkLst>
        </pc:cxnChg>
      </pc:sldChg>
      <pc:sldChg chg="addSp delSp modSp add mod ord modNotesTx">
        <pc:chgData name="scott conlon" userId="715640cfe8348987" providerId="LiveId" clId="{69B64073-9504-4B6E-9D0F-1C0AE143CAAC}" dt="2026-04-21T02:25:41.220" v="5004" actId="6549"/>
        <pc:sldMkLst>
          <pc:docMk/>
          <pc:sldMk cId="2669053206" sldId="666"/>
        </pc:sldMkLst>
        <pc:spChg chg="mod">
          <ac:chgData name="scott conlon" userId="715640cfe8348987" providerId="LiveId" clId="{69B64073-9504-4B6E-9D0F-1C0AE143CAAC}" dt="2026-04-21T01:23:55.362" v="3656" actId="20577"/>
          <ac:spMkLst>
            <pc:docMk/>
            <pc:sldMk cId="2669053206" sldId="666"/>
            <ac:spMk id="16" creationId="{0C1C8DD2-DEDA-8698-B5D7-C70747FCF789}"/>
          </ac:spMkLst>
        </pc:spChg>
        <pc:cxnChg chg="del mod">
          <ac:chgData name="scott conlon" userId="715640cfe8348987" providerId="LiveId" clId="{69B64073-9504-4B6E-9D0F-1C0AE143CAAC}" dt="2026-04-21T01:22:49.060" v="3563" actId="478"/>
          <ac:cxnSpMkLst>
            <pc:docMk/>
            <pc:sldMk cId="2669053206" sldId="666"/>
            <ac:cxnSpMk id="4" creationId="{64DDFE21-A804-CF09-635E-4A892C5D72DA}"/>
          </ac:cxnSpMkLst>
        </pc:cxnChg>
        <pc:cxnChg chg="mod">
          <ac:chgData name="scott conlon" userId="715640cfe8348987" providerId="LiveId" clId="{69B64073-9504-4B6E-9D0F-1C0AE143CAAC}" dt="2026-04-21T01:23:05.041" v="3565" actId="14100"/>
          <ac:cxnSpMkLst>
            <pc:docMk/>
            <pc:sldMk cId="2669053206" sldId="666"/>
            <ac:cxnSpMk id="9" creationId="{2D0AFD9B-61C5-6EBB-0E73-00FB7FB4E5B1}"/>
          </ac:cxnSpMkLst>
        </pc:cxnChg>
        <pc:cxnChg chg="add mod">
          <ac:chgData name="scott conlon" userId="715640cfe8348987" providerId="LiveId" clId="{69B64073-9504-4B6E-9D0F-1C0AE143CAAC}" dt="2026-04-21T01:23:15.254" v="3568" actId="14100"/>
          <ac:cxnSpMkLst>
            <pc:docMk/>
            <pc:sldMk cId="2669053206" sldId="666"/>
            <ac:cxnSpMk id="14" creationId="{EF5C2471-BB9E-AA2B-7E3C-17A1E5B7A1EA}"/>
          </ac:cxnSpMkLst>
        </pc:cxnChg>
      </pc:sldChg>
      <pc:sldChg chg="modSp add mod modNotesTx">
        <pc:chgData name="scott conlon" userId="715640cfe8348987" providerId="LiveId" clId="{69B64073-9504-4B6E-9D0F-1C0AE143CAAC}" dt="2026-04-21T02:25:47.618" v="5006" actId="6549"/>
        <pc:sldMkLst>
          <pc:docMk/>
          <pc:sldMk cId="1462390799" sldId="667"/>
        </pc:sldMkLst>
        <pc:spChg chg="mod">
          <ac:chgData name="scott conlon" userId="715640cfe8348987" providerId="LiveId" clId="{69B64073-9504-4B6E-9D0F-1C0AE143CAAC}" dt="2026-04-21T01:24:58.404" v="3735" actId="20577"/>
          <ac:spMkLst>
            <pc:docMk/>
            <pc:sldMk cId="1462390799" sldId="667"/>
            <ac:spMk id="16" creationId="{402E2C3D-2138-7AD8-53B5-8B84DC679BEF}"/>
          </ac:spMkLst>
        </pc:spChg>
        <pc:cxnChg chg="mod">
          <ac:chgData name="scott conlon" userId="715640cfe8348987" providerId="LiveId" clId="{69B64073-9504-4B6E-9D0F-1C0AE143CAAC}" dt="2026-04-21T01:24:35.465" v="3663" actId="14100"/>
          <ac:cxnSpMkLst>
            <pc:docMk/>
            <pc:sldMk cId="1462390799" sldId="667"/>
            <ac:cxnSpMk id="4" creationId="{ED430923-2673-4CA1-5038-FAB6B6CE5C09}"/>
          </ac:cxnSpMkLst>
        </pc:cxnChg>
        <pc:cxnChg chg="mod">
          <ac:chgData name="scott conlon" userId="715640cfe8348987" providerId="LiveId" clId="{69B64073-9504-4B6E-9D0F-1C0AE143CAAC}" dt="2026-04-21T01:24:30.061" v="3661" actId="14100"/>
          <ac:cxnSpMkLst>
            <pc:docMk/>
            <pc:sldMk cId="1462390799" sldId="667"/>
            <ac:cxnSpMk id="9" creationId="{8FD00411-DAFC-D9B3-A3A3-20C7F0F7B7C6}"/>
          </ac:cxnSpMkLst>
        </pc:cxnChg>
      </pc:sldChg>
      <pc:sldChg chg="addSp delSp modSp add mod modNotesTx">
        <pc:chgData name="scott conlon" userId="715640cfe8348987" providerId="LiveId" clId="{69B64073-9504-4B6E-9D0F-1C0AE143CAAC}" dt="2026-04-21T02:25:51.270" v="5007" actId="6549"/>
        <pc:sldMkLst>
          <pc:docMk/>
          <pc:sldMk cId="621829123" sldId="668"/>
        </pc:sldMkLst>
        <pc:spChg chg="mod">
          <ac:chgData name="scott conlon" userId="715640cfe8348987" providerId="LiveId" clId="{69B64073-9504-4B6E-9D0F-1C0AE143CAAC}" dt="2026-04-21T01:25:25.164" v="3748" actId="20577"/>
          <ac:spMkLst>
            <pc:docMk/>
            <pc:sldMk cId="621829123" sldId="668"/>
            <ac:spMk id="2" creationId="{B9997B40-79CC-8479-6B69-710FDAC3A669}"/>
          </ac:spMkLst>
        </pc:spChg>
        <pc:spChg chg="add mod">
          <ac:chgData name="scott conlon" userId="715640cfe8348987" providerId="LiveId" clId="{69B64073-9504-4B6E-9D0F-1C0AE143CAAC}" dt="2026-04-21T01:27:12.248" v="3915"/>
          <ac:spMkLst>
            <pc:docMk/>
            <pc:sldMk cId="621829123" sldId="668"/>
            <ac:spMk id="7" creationId="{D163DD37-D98D-1968-0B96-EA145AE9ACFE}"/>
          </ac:spMkLst>
        </pc:spChg>
        <pc:spChg chg="add mod">
          <ac:chgData name="scott conlon" userId="715640cfe8348987" providerId="LiveId" clId="{69B64073-9504-4B6E-9D0F-1C0AE143CAAC}" dt="2026-04-21T01:27:12.248" v="3915"/>
          <ac:spMkLst>
            <pc:docMk/>
            <pc:sldMk cId="621829123" sldId="668"/>
            <ac:spMk id="8" creationId="{FFC7FB5F-7844-7367-8C67-B750EB6C95F0}"/>
          </ac:spMkLst>
        </pc:spChg>
        <pc:spChg chg="add mod">
          <ac:chgData name="scott conlon" userId="715640cfe8348987" providerId="LiveId" clId="{69B64073-9504-4B6E-9D0F-1C0AE143CAAC}" dt="2026-04-21T01:27:12.248" v="3915"/>
          <ac:spMkLst>
            <pc:docMk/>
            <pc:sldMk cId="621829123" sldId="668"/>
            <ac:spMk id="10" creationId="{A78825E7-D074-2504-33B1-BC5A695EDBE1}"/>
          </ac:spMkLst>
        </pc:spChg>
        <pc:spChg chg="add mod">
          <ac:chgData name="scott conlon" userId="715640cfe8348987" providerId="LiveId" clId="{69B64073-9504-4B6E-9D0F-1C0AE143CAAC}" dt="2026-04-21T01:27:12.248" v="3915"/>
          <ac:spMkLst>
            <pc:docMk/>
            <pc:sldMk cId="621829123" sldId="668"/>
            <ac:spMk id="11" creationId="{05BE89CF-5960-8BD1-40B5-88F09A9B9147}"/>
          </ac:spMkLst>
        </pc:spChg>
        <pc:spChg chg="add mod">
          <ac:chgData name="scott conlon" userId="715640cfe8348987" providerId="LiveId" clId="{69B64073-9504-4B6E-9D0F-1C0AE143CAAC}" dt="2026-04-21T01:27:22.728" v="3917" actId="1076"/>
          <ac:spMkLst>
            <pc:docMk/>
            <pc:sldMk cId="621829123" sldId="668"/>
            <ac:spMk id="12" creationId="{223911AF-9688-3FA8-5E21-14AD2BB2DD2C}"/>
          </ac:spMkLst>
        </pc:spChg>
        <pc:spChg chg="add mod">
          <ac:chgData name="scott conlon" userId="715640cfe8348987" providerId="LiveId" clId="{69B64073-9504-4B6E-9D0F-1C0AE143CAAC}" dt="2026-04-21T01:27:24.262" v="3918" actId="1076"/>
          <ac:spMkLst>
            <pc:docMk/>
            <pc:sldMk cId="621829123" sldId="668"/>
            <ac:spMk id="13" creationId="{695DFD6D-CBBC-62AF-D5ED-D44768FAACB8}"/>
          </ac:spMkLst>
        </pc:spChg>
        <pc:spChg chg="add mod">
          <ac:chgData name="scott conlon" userId="715640cfe8348987" providerId="LiveId" clId="{69B64073-9504-4B6E-9D0F-1C0AE143CAAC}" dt="2026-04-21T01:27:12.248" v="3915"/>
          <ac:spMkLst>
            <pc:docMk/>
            <pc:sldMk cId="621829123" sldId="668"/>
            <ac:spMk id="14" creationId="{C54CDE72-7EEC-506F-8279-9EE43EE83DCC}"/>
          </ac:spMkLst>
        </pc:spChg>
        <pc:spChg chg="add mod">
          <ac:chgData name="scott conlon" userId="715640cfe8348987" providerId="LiveId" clId="{69B64073-9504-4B6E-9D0F-1C0AE143CAAC}" dt="2026-04-21T01:27:19.624" v="3916" actId="1076"/>
          <ac:spMkLst>
            <pc:docMk/>
            <pc:sldMk cId="621829123" sldId="668"/>
            <ac:spMk id="15" creationId="{4CC084F4-4094-88FB-C23C-E90A06B824A9}"/>
          </ac:spMkLst>
        </pc:spChg>
        <pc:spChg chg="mod">
          <ac:chgData name="scott conlon" userId="715640cfe8348987" providerId="LiveId" clId="{69B64073-9504-4B6E-9D0F-1C0AE143CAAC}" dt="2026-04-21T01:47:19.916" v="4975" actId="20577"/>
          <ac:spMkLst>
            <pc:docMk/>
            <pc:sldMk cId="621829123" sldId="668"/>
            <ac:spMk id="16" creationId="{02D06A26-FEBB-39A0-825D-B44907C233C2}"/>
          </ac:spMkLst>
        </pc:spChg>
        <pc:spChg chg="add mod">
          <ac:chgData name="scott conlon" userId="715640cfe8348987" providerId="LiveId" clId="{69B64073-9504-4B6E-9D0F-1C0AE143CAAC}" dt="2026-04-21T01:27:12.248" v="3915"/>
          <ac:spMkLst>
            <pc:docMk/>
            <pc:sldMk cId="621829123" sldId="668"/>
            <ac:spMk id="36" creationId="{B407DA58-238C-D699-88D2-BD575A3FEE5C}"/>
          </ac:spMkLst>
        </pc:spChg>
        <pc:spChg chg="add mod">
          <ac:chgData name="scott conlon" userId="715640cfe8348987" providerId="LiveId" clId="{69B64073-9504-4B6E-9D0F-1C0AE143CAAC}" dt="2026-04-21T01:27:12.248" v="3915"/>
          <ac:spMkLst>
            <pc:docMk/>
            <pc:sldMk cId="621829123" sldId="668"/>
            <ac:spMk id="43" creationId="{4B78AB71-3049-AD6E-C3F2-217482A1AE82}"/>
          </ac:spMkLst>
        </pc:spChg>
        <pc:picChg chg="add mod">
          <ac:chgData name="scott conlon" userId="715640cfe8348987" providerId="LiveId" clId="{69B64073-9504-4B6E-9D0F-1C0AE143CAAC}" dt="2026-04-21T01:28:02.560" v="3943" actId="1035"/>
          <ac:picMkLst>
            <pc:docMk/>
            <pc:sldMk cId="621829123" sldId="668"/>
            <ac:picMk id="44" creationId="{7FD0F3DE-BF58-0DEE-F0CA-D820FD1DD05C}"/>
          </ac:picMkLst>
        </pc:picChg>
        <pc:cxnChg chg="del mod">
          <ac:chgData name="scott conlon" userId="715640cfe8348987" providerId="LiveId" clId="{69B64073-9504-4B6E-9D0F-1C0AE143CAAC}" dt="2026-04-21T01:26:34.061" v="3889" actId="478"/>
          <ac:cxnSpMkLst>
            <pc:docMk/>
            <pc:sldMk cId="621829123" sldId="668"/>
            <ac:cxnSpMk id="4" creationId="{9F895274-C7B3-69A8-DD41-C49ED884A856}"/>
          </ac:cxnSpMkLst>
        </pc:cxnChg>
        <pc:cxnChg chg="del mod">
          <ac:chgData name="scott conlon" userId="715640cfe8348987" providerId="LiveId" clId="{69B64073-9504-4B6E-9D0F-1C0AE143CAAC}" dt="2026-04-21T01:26:32.990" v="3888" actId="478"/>
          <ac:cxnSpMkLst>
            <pc:docMk/>
            <pc:sldMk cId="621829123" sldId="668"/>
            <ac:cxnSpMk id="9" creationId="{EDB8572C-76BF-81B0-7B7A-1AB79E625D0B}"/>
          </ac:cxnSpMkLst>
        </pc:cxnChg>
        <pc:cxnChg chg="add mod">
          <ac:chgData name="scott conlon" userId="715640cfe8348987" providerId="LiveId" clId="{69B64073-9504-4B6E-9D0F-1C0AE143CAAC}" dt="2026-04-21T01:28:44.216" v="3962" actId="14100"/>
          <ac:cxnSpMkLst>
            <pc:docMk/>
            <pc:sldMk cId="621829123" sldId="668"/>
            <ac:cxnSpMk id="50" creationId="{477A2B15-AA3B-A967-DDF9-999B8EAF368C}"/>
          </ac:cxnSpMkLst>
        </pc:cxnChg>
        <pc:cxnChg chg="add mod">
          <ac:chgData name="scott conlon" userId="715640cfe8348987" providerId="LiveId" clId="{69B64073-9504-4B6E-9D0F-1C0AE143CAAC}" dt="2026-04-21T01:28:52.319" v="3966" actId="14100"/>
          <ac:cxnSpMkLst>
            <pc:docMk/>
            <pc:sldMk cId="621829123" sldId="668"/>
            <ac:cxnSpMk id="53" creationId="{380DD95C-1A2E-673E-DD07-EC601A60DDFA}"/>
          </ac:cxnSpMkLst>
        </pc:cxnChg>
        <pc:cxnChg chg="add mod">
          <ac:chgData name="scott conlon" userId="715640cfe8348987" providerId="LiveId" clId="{69B64073-9504-4B6E-9D0F-1C0AE143CAAC}" dt="2026-04-21T01:29:02.761" v="3969" actId="14100"/>
          <ac:cxnSpMkLst>
            <pc:docMk/>
            <pc:sldMk cId="621829123" sldId="668"/>
            <ac:cxnSpMk id="57" creationId="{50A5E016-71E4-0723-94BB-AC5A61070293}"/>
          </ac:cxnSpMkLst>
        </pc:cxnChg>
        <pc:cxnChg chg="add mod">
          <ac:chgData name="scott conlon" userId="715640cfe8348987" providerId="LiveId" clId="{69B64073-9504-4B6E-9D0F-1C0AE143CAAC}" dt="2026-04-21T01:29:11.302" v="3972" actId="14100"/>
          <ac:cxnSpMkLst>
            <pc:docMk/>
            <pc:sldMk cId="621829123" sldId="668"/>
            <ac:cxnSpMk id="60" creationId="{24AD58E8-81B4-1D4F-63A3-CB3C3AEB6ECB}"/>
          </ac:cxnSpMkLst>
        </pc:cxnChg>
      </pc:sldChg>
      <pc:sldChg chg="addSp delSp modSp add mod modNotesTx">
        <pc:chgData name="scott conlon" userId="715640cfe8348987" providerId="LiveId" clId="{69B64073-9504-4B6E-9D0F-1C0AE143CAAC}" dt="2026-04-21T02:25:53.527" v="5008" actId="6549"/>
        <pc:sldMkLst>
          <pc:docMk/>
          <pc:sldMk cId="1201456676" sldId="669"/>
        </pc:sldMkLst>
        <pc:spChg chg="add mod">
          <ac:chgData name="scott conlon" userId="715640cfe8348987" providerId="LiveId" clId="{69B64073-9504-4B6E-9D0F-1C0AE143CAAC}" dt="2026-04-21T01:30:44.047" v="4128" actId="1038"/>
          <ac:spMkLst>
            <pc:docMk/>
            <pc:sldMk cId="1201456676" sldId="669"/>
            <ac:spMk id="4" creationId="{8E41F353-6B06-C198-7EFF-5EF95A3012F9}"/>
          </ac:spMkLst>
        </pc:spChg>
        <pc:spChg chg="mod">
          <ac:chgData name="scott conlon" userId="715640cfe8348987" providerId="LiveId" clId="{69B64073-9504-4B6E-9D0F-1C0AE143CAAC}" dt="2026-04-21T01:31:26.334" v="4254" actId="1037"/>
          <ac:spMkLst>
            <pc:docMk/>
            <pc:sldMk cId="1201456676" sldId="669"/>
            <ac:spMk id="7" creationId="{3876663C-E2E1-D210-9001-0337B2ACE2BE}"/>
          </ac:spMkLst>
        </pc:spChg>
        <pc:spChg chg="mod">
          <ac:chgData name="scott conlon" userId="715640cfe8348987" providerId="LiveId" clId="{69B64073-9504-4B6E-9D0F-1C0AE143CAAC}" dt="2026-04-21T01:31:24.986" v="4251" actId="1076"/>
          <ac:spMkLst>
            <pc:docMk/>
            <pc:sldMk cId="1201456676" sldId="669"/>
            <ac:spMk id="8" creationId="{6363721A-A918-6133-B5CF-B806490E0632}"/>
          </ac:spMkLst>
        </pc:spChg>
        <pc:spChg chg="add mod">
          <ac:chgData name="scott conlon" userId="715640cfe8348987" providerId="LiveId" clId="{69B64073-9504-4B6E-9D0F-1C0AE143CAAC}" dt="2026-04-21T01:30:56.339" v="4178" actId="1037"/>
          <ac:spMkLst>
            <pc:docMk/>
            <pc:sldMk cId="1201456676" sldId="669"/>
            <ac:spMk id="9" creationId="{328F85CD-524E-7D68-FBBA-5160F16CEBDC}"/>
          </ac:spMkLst>
        </pc:spChg>
        <pc:spChg chg="del">
          <ac:chgData name="scott conlon" userId="715640cfe8348987" providerId="LiveId" clId="{69B64073-9504-4B6E-9D0F-1C0AE143CAAC}" dt="2026-04-21T01:31:19.896" v="4248" actId="478"/>
          <ac:spMkLst>
            <pc:docMk/>
            <pc:sldMk cId="1201456676" sldId="669"/>
            <ac:spMk id="10" creationId="{D6830C9A-4680-8F62-4474-5049D1C40E0A}"/>
          </ac:spMkLst>
        </pc:spChg>
        <pc:spChg chg="del">
          <ac:chgData name="scott conlon" userId="715640cfe8348987" providerId="LiveId" clId="{69B64073-9504-4B6E-9D0F-1C0AE143CAAC}" dt="2026-04-21T01:31:05.835" v="4215" actId="478"/>
          <ac:spMkLst>
            <pc:docMk/>
            <pc:sldMk cId="1201456676" sldId="669"/>
            <ac:spMk id="11" creationId="{3A6E4E98-3FEE-3E2D-9FFC-6AECBBBA180F}"/>
          </ac:spMkLst>
        </pc:spChg>
        <pc:spChg chg="mod">
          <ac:chgData name="scott conlon" userId="715640cfe8348987" providerId="LiveId" clId="{69B64073-9504-4B6E-9D0F-1C0AE143CAAC}" dt="2026-04-21T01:47:28.885" v="5001" actId="20577"/>
          <ac:spMkLst>
            <pc:docMk/>
            <pc:sldMk cId="1201456676" sldId="669"/>
            <ac:spMk id="16" creationId="{7C55FC30-BCDB-CD03-F30F-C46540937C21}"/>
          </ac:spMkLst>
        </pc:spChg>
        <pc:spChg chg="del">
          <ac:chgData name="scott conlon" userId="715640cfe8348987" providerId="LiveId" clId="{69B64073-9504-4B6E-9D0F-1C0AE143CAAC}" dt="2026-04-21T01:30:57.696" v="4179" actId="478"/>
          <ac:spMkLst>
            <pc:docMk/>
            <pc:sldMk cId="1201456676" sldId="669"/>
            <ac:spMk id="36" creationId="{B2AA6227-8B3B-D4F4-4800-26DDFA77CD32}"/>
          </ac:spMkLst>
        </pc:spChg>
        <pc:spChg chg="del">
          <ac:chgData name="scott conlon" userId="715640cfe8348987" providerId="LiveId" clId="{69B64073-9504-4B6E-9D0F-1C0AE143CAAC}" dt="2026-04-21T01:30:47.871" v="4130" actId="478"/>
          <ac:spMkLst>
            <pc:docMk/>
            <pc:sldMk cId="1201456676" sldId="669"/>
            <ac:spMk id="43" creationId="{6A5E5E49-F154-327E-4711-26F1D7AB8501}"/>
          </ac:spMkLst>
        </pc:spChg>
        <pc:spChg chg="add mod">
          <ac:chgData name="scott conlon" userId="715640cfe8348987" providerId="LiveId" clId="{69B64073-9504-4B6E-9D0F-1C0AE143CAAC}" dt="2026-04-21T01:31:04.099" v="4214" actId="1035"/>
          <ac:spMkLst>
            <pc:docMk/>
            <pc:sldMk cId="1201456676" sldId="669"/>
            <ac:spMk id="51" creationId="{65FB44DB-6279-B1B9-911B-C0C944BE7E75}"/>
          </ac:spMkLst>
        </pc:spChg>
        <pc:spChg chg="add mod">
          <ac:chgData name="scott conlon" userId="715640cfe8348987" providerId="LiveId" clId="{69B64073-9504-4B6E-9D0F-1C0AE143CAAC}" dt="2026-04-21T01:31:18.127" v="4246" actId="1038"/>
          <ac:spMkLst>
            <pc:docMk/>
            <pc:sldMk cId="1201456676" sldId="669"/>
            <ac:spMk id="52" creationId="{A66BD4C1-899C-0C77-AE4A-468DB9E17B44}"/>
          </ac:spMkLst>
        </pc:spChg>
        <pc:cxnChg chg="del mod">
          <ac:chgData name="scott conlon" userId="715640cfe8348987" providerId="LiveId" clId="{69B64073-9504-4B6E-9D0F-1C0AE143CAAC}" dt="2026-04-21T01:30:58.458" v="4180" actId="478"/>
          <ac:cxnSpMkLst>
            <pc:docMk/>
            <pc:sldMk cId="1201456676" sldId="669"/>
            <ac:cxnSpMk id="50" creationId="{75971476-92DD-EBA2-A502-6D21CB7BE153}"/>
          </ac:cxnSpMkLst>
        </pc:cxnChg>
        <pc:cxnChg chg="del mod">
          <ac:chgData name="scott conlon" userId="715640cfe8348987" providerId="LiveId" clId="{69B64073-9504-4B6E-9D0F-1C0AE143CAAC}" dt="2026-04-21T01:30:46.449" v="4129" actId="478"/>
          <ac:cxnSpMkLst>
            <pc:docMk/>
            <pc:sldMk cId="1201456676" sldId="669"/>
            <ac:cxnSpMk id="53" creationId="{2D458118-A13D-5BC1-C3FE-822C5A6AC653}"/>
          </ac:cxnSpMkLst>
        </pc:cxnChg>
        <pc:cxnChg chg="del mod">
          <ac:chgData name="scott conlon" userId="715640cfe8348987" providerId="LiveId" clId="{69B64073-9504-4B6E-9D0F-1C0AE143CAAC}" dt="2026-04-21T01:31:06.683" v="4216" actId="478"/>
          <ac:cxnSpMkLst>
            <pc:docMk/>
            <pc:sldMk cId="1201456676" sldId="669"/>
            <ac:cxnSpMk id="57" creationId="{39CC994F-AC55-16CF-7064-B1C964998EBD}"/>
          </ac:cxnSpMkLst>
        </pc:cxnChg>
        <pc:cxnChg chg="del mod">
          <ac:chgData name="scott conlon" userId="715640cfe8348987" providerId="LiveId" clId="{69B64073-9504-4B6E-9D0F-1C0AE143CAAC}" dt="2026-04-21T01:31:19.160" v="4247" actId="478"/>
          <ac:cxnSpMkLst>
            <pc:docMk/>
            <pc:sldMk cId="1201456676" sldId="669"/>
            <ac:cxnSpMk id="60" creationId="{F46D71F3-41DC-D2C2-ED2A-2CD3A3D75689}"/>
          </ac:cxnSpMkLst>
        </pc:cxnChg>
      </pc:sldChg>
      <pc:sldChg chg="addSp modSp add mod">
        <pc:chgData name="scott conlon" userId="715640cfe8348987" providerId="LiveId" clId="{69B64073-9504-4B6E-9D0F-1C0AE143CAAC}" dt="2026-04-21T01:34:43.862" v="4457" actId="20577"/>
        <pc:sldMkLst>
          <pc:docMk/>
          <pc:sldMk cId="1005792789" sldId="670"/>
        </pc:sldMkLst>
        <pc:spChg chg="mod">
          <ac:chgData name="scott conlon" userId="715640cfe8348987" providerId="LiveId" clId="{69B64073-9504-4B6E-9D0F-1C0AE143CAAC}" dt="2026-04-21T01:33:22.924" v="4297" actId="1036"/>
          <ac:spMkLst>
            <pc:docMk/>
            <pc:sldMk cId="1005792789" sldId="670"/>
            <ac:spMk id="15" creationId="{2E396E32-A28C-A387-F0E4-EEB713B614FA}"/>
          </ac:spMkLst>
        </pc:spChg>
        <pc:spChg chg="mod">
          <ac:chgData name="scott conlon" userId="715640cfe8348987" providerId="LiveId" clId="{69B64073-9504-4B6E-9D0F-1C0AE143CAAC}" dt="2026-04-21T01:34:43.862" v="4457" actId="20577"/>
          <ac:spMkLst>
            <pc:docMk/>
            <pc:sldMk cId="1005792789" sldId="670"/>
            <ac:spMk id="16" creationId="{7D8656DE-0342-7FCD-F850-194B93D71027}"/>
          </ac:spMkLst>
        </pc:spChg>
        <pc:cxnChg chg="add mod">
          <ac:chgData name="scott conlon" userId="715640cfe8348987" providerId="LiveId" clId="{69B64073-9504-4B6E-9D0F-1C0AE143CAAC}" dt="2026-04-21T01:32:25.838" v="4275" actId="14100"/>
          <ac:cxnSpMkLst>
            <pc:docMk/>
            <pc:sldMk cId="1005792789" sldId="670"/>
            <ac:cxnSpMk id="10" creationId="{14B03586-9009-AD40-5814-0DC62728E2C2}"/>
          </ac:cxnSpMkLst>
        </pc:cxnChg>
        <pc:cxnChg chg="add mod">
          <ac:chgData name="scott conlon" userId="715640cfe8348987" providerId="LiveId" clId="{69B64073-9504-4B6E-9D0F-1C0AE143CAAC}" dt="2026-04-21T01:32:37.516" v="4279" actId="14100"/>
          <ac:cxnSpMkLst>
            <pc:docMk/>
            <pc:sldMk cId="1005792789" sldId="670"/>
            <ac:cxnSpMk id="43" creationId="{5A180470-EC3D-5313-1A59-56B62F3133BE}"/>
          </ac:cxnSpMkLst>
        </pc:cxnChg>
        <pc:cxnChg chg="add mod">
          <ac:chgData name="scott conlon" userId="715640cfe8348987" providerId="LiveId" clId="{69B64073-9504-4B6E-9D0F-1C0AE143CAAC}" dt="2026-04-21T01:32:43.628" v="4282" actId="14100"/>
          <ac:cxnSpMkLst>
            <pc:docMk/>
            <pc:sldMk cId="1005792789" sldId="670"/>
            <ac:cxnSpMk id="55" creationId="{3602F898-E2BB-F7D8-A716-359C956E6C9E}"/>
          </ac:cxnSpMkLst>
        </pc:cxnChg>
        <pc:cxnChg chg="add mod">
          <ac:chgData name="scott conlon" userId="715640cfe8348987" providerId="LiveId" clId="{69B64073-9504-4B6E-9D0F-1C0AE143CAAC}" dt="2026-04-21T01:32:51.707" v="4285" actId="14100"/>
          <ac:cxnSpMkLst>
            <pc:docMk/>
            <pc:sldMk cId="1005792789" sldId="670"/>
            <ac:cxnSpMk id="58" creationId="{141CD003-4E91-8B85-CEAB-C4F1F8648061}"/>
          </ac:cxnSpMkLst>
        </pc:cxnChg>
        <pc:cxnChg chg="add mod">
          <ac:chgData name="scott conlon" userId="715640cfe8348987" providerId="LiveId" clId="{69B64073-9504-4B6E-9D0F-1C0AE143CAAC}" dt="2026-04-21T01:33:00.714" v="4288" actId="14100"/>
          <ac:cxnSpMkLst>
            <pc:docMk/>
            <pc:sldMk cId="1005792789" sldId="670"/>
            <ac:cxnSpMk id="61" creationId="{785C4C44-5BA2-EB8F-6E1C-02D76828AA52}"/>
          </ac:cxnSpMkLst>
        </pc:cxnChg>
        <pc:cxnChg chg="add mod">
          <ac:chgData name="scott conlon" userId="715640cfe8348987" providerId="LiveId" clId="{69B64073-9504-4B6E-9D0F-1C0AE143CAAC}" dt="2026-04-21T01:33:12.359" v="4292" actId="14100"/>
          <ac:cxnSpMkLst>
            <pc:docMk/>
            <pc:sldMk cId="1005792789" sldId="670"/>
            <ac:cxnSpMk id="64" creationId="{96DEF7C1-34CD-E05B-291D-E9D73B271045}"/>
          </ac:cxnSpMkLst>
        </pc:cxnChg>
        <pc:cxnChg chg="add mod">
          <ac:chgData name="scott conlon" userId="715640cfe8348987" providerId="LiveId" clId="{69B64073-9504-4B6E-9D0F-1C0AE143CAAC}" dt="2026-04-21T01:33:22.924" v="4297" actId="1036"/>
          <ac:cxnSpMkLst>
            <pc:docMk/>
            <pc:sldMk cId="1005792789" sldId="670"/>
            <ac:cxnSpMk id="68" creationId="{4C4C62C8-8554-E85A-4F08-F6B4635FB707}"/>
          </ac:cxnSpMkLst>
        </pc:cxnChg>
      </pc:sldChg>
      <pc:sldChg chg="addSp modSp add mod ord">
        <pc:chgData name="scott conlon" userId="715640cfe8348987" providerId="LiveId" clId="{69B64073-9504-4B6E-9D0F-1C0AE143CAAC}" dt="2026-04-21T01:37:08.127" v="4550" actId="14100"/>
        <pc:sldMkLst>
          <pc:docMk/>
          <pc:sldMk cId="69555810" sldId="671"/>
        </pc:sldMkLst>
        <pc:spChg chg="mod">
          <ac:chgData name="scott conlon" userId="715640cfe8348987" providerId="LiveId" clId="{69B64073-9504-4B6E-9D0F-1C0AE143CAAC}" dt="2026-04-21T01:36:27.174" v="4531" actId="20577"/>
          <ac:spMkLst>
            <pc:docMk/>
            <pc:sldMk cId="69555810" sldId="671"/>
            <ac:spMk id="16" creationId="{52BB6BEA-ED3D-07B9-C0C8-B3618DC5FCB5}"/>
          </ac:spMkLst>
        </pc:spChg>
        <pc:spChg chg="add mod">
          <ac:chgData name="scott conlon" userId="715640cfe8348987" providerId="LiveId" clId="{69B64073-9504-4B6E-9D0F-1C0AE143CAAC}" dt="2026-04-21T01:36:43.351" v="4543" actId="1036"/>
          <ac:spMkLst>
            <pc:docMk/>
            <pc:sldMk cId="69555810" sldId="671"/>
            <ac:spMk id="17" creationId="{77D558B3-DD22-8039-B19F-4735852D71C7}"/>
          </ac:spMkLst>
        </pc:spChg>
        <pc:spChg chg="add mod">
          <ac:chgData name="scott conlon" userId="715640cfe8348987" providerId="LiveId" clId="{69B64073-9504-4B6E-9D0F-1C0AE143CAAC}" dt="2026-04-21T01:36:43.351" v="4543" actId="1036"/>
          <ac:spMkLst>
            <pc:docMk/>
            <pc:sldMk cId="69555810" sldId="671"/>
            <ac:spMk id="37" creationId="{25A3DFDA-AA0C-63C6-BD47-603BBCEDFAB0}"/>
          </ac:spMkLst>
        </pc:spChg>
        <pc:spChg chg="add mod">
          <ac:chgData name="scott conlon" userId="715640cfe8348987" providerId="LiveId" clId="{69B64073-9504-4B6E-9D0F-1C0AE143CAAC}" dt="2026-04-21T01:36:43.351" v="4543" actId="1036"/>
          <ac:spMkLst>
            <pc:docMk/>
            <pc:sldMk cId="69555810" sldId="671"/>
            <ac:spMk id="38" creationId="{CB95CDE0-EDE9-D67E-18FE-5B0D3E5CC625}"/>
          </ac:spMkLst>
        </pc:spChg>
        <pc:cxnChg chg="add mod">
          <ac:chgData name="scott conlon" userId="715640cfe8348987" providerId="LiveId" clId="{69B64073-9504-4B6E-9D0F-1C0AE143CAAC}" dt="2026-04-21T01:36:58.814" v="4546" actId="14100"/>
          <ac:cxnSpMkLst>
            <pc:docMk/>
            <pc:sldMk cId="69555810" sldId="671"/>
            <ac:cxnSpMk id="39" creationId="{12771162-59D7-3F5E-E455-1110541BC7FF}"/>
          </ac:cxnSpMkLst>
        </pc:cxnChg>
        <pc:cxnChg chg="add mod">
          <ac:chgData name="scott conlon" userId="715640cfe8348987" providerId="LiveId" clId="{69B64073-9504-4B6E-9D0F-1C0AE143CAAC}" dt="2026-04-21T01:37:08.127" v="4550" actId="14100"/>
          <ac:cxnSpMkLst>
            <pc:docMk/>
            <pc:sldMk cId="69555810" sldId="671"/>
            <ac:cxnSpMk id="42" creationId="{8571F9F8-4008-BCEF-362A-882B27C01CC1}"/>
          </ac:cxnSpMkLst>
        </pc:cxnChg>
      </pc:sldChg>
      <pc:sldChg chg="add del setBg">
        <pc:chgData name="scott conlon" userId="715640cfe8348987" providerId="LiveId" clId="{69B64073-9504-4B6E-9D0F-1C0AE143CAAC}" dt="2026-04-21T01:32:04.435" v="4257"/>
        <pc:sldMkLst>
          <pc:docMk/>
          <pc:sldMk cId="3295335029" sldId="671"/>
        </pc:sldMkLst>
      </pc:sldChg>
      <pc:sldChg chg="addSp delSp modSp add mod">
        <pc:chgData name="scott conlon" userId="715640cfe8348987" providerId="LiveId" clId="{69B64073-9504-4B6E-9D0F-1C0AE143CAAC}" dt="2026-04-21T01:38:42.919" v="4715" actId="6549"/>
        <pc:sldMkLst>
          <pc:docMk/>
          <pc:sldMk cId="3711004729" sldId="672"/>
        </pc:sldMkLst>
        <pc:spChg chg="mod">
          <ac:chgData name="scott conlon" userId="715640cfe8348987" providerId="LiveId" clId="{69B64073-9504-4B6E-9D0F-1C0AE143CAAC}" dt="2026-04-21T01:38:42.919" v="4715" actId="6549"/>
          <ac:spMkLst>
            <pc:docMk/>
            <pc:sldMk cId="3711004729" sldId="672"/>
            <ac:spMk id="16" creationId="{F01D34F7-3FB3-0DBA-883A-F46D995998F9}"/>
          </ac:spMkLst>
        </pc:spChg>
        <pc:spChg chg="del">
          <ac:chgData name="scott conlon" userId="715640cfe8348987" providerId="LiveId" clId="{69B64073-9504-4B6E-9D0F-1C0AE143CAAC}" dt="2026-04-21T01:37:49.474" v="4669" actId="478"/>
          <ac:spMkLst>
            <pc:docMk/>
            <pc:sldMk cId="3711004729" sldId="672"/>
            <ac:spMk id="17" creationId="{C03BC448-51C8-7EF2-1991-3363E8B950D8}"/>
          </ac:spMkLst>
        </pc:spChg>
        <pc:spChg chg="del">
          <ac:chgData name="scott conlon" userId="715640cfe8348987" providerId="LiveId" clId="{69B64073-9504-4B6E-9D0F-1C0AE143CAAC}" dt="2026-04-21T01:37:42.035" v="4631" actId="478"/>
          <ac:spMkLst>
            <pc:docMk/>
            <pc:sldMk cId="3711004729" sldId="672"/>
            <ac:spMk id="38" creationId="{203D7A49-6A69-5BEE-1815-F6B4F780F1C6}"/>
          </ac:spMkLst>
        </pc:spChg>
        <pc:spChg chg="add mod">
          <ac:chgData name="scott conlon" userId="715640cfe8348987" providerId="LiveId" clId="{69B64073-9504-4B6E-9D0F-1C0AE143CAAC}" dt="2026-04-21T01:37:40.685" v="4629" actId="1038"/>
          <ac:spMkLst>
            <pc:docMk/>
            <pc:sldMk cId="3711004729" sldId="672"/>
            <ac:spMk id="40" creationId="{EE362E2C-50BC-295B-341E-B3B7B99173E0}"/>
          </ac:spMkLst>
        </pc:spChg>
        <pc:spChg chg="add mod">
          <ac:chgData name="scott conlon" userId="715640cfe8348987" providerId="LiveId" clId="{69B64073-9504-4B6E-9D0F-1C0AE143CAAC}" dt="2026-04-21T01:37:48.071" v="4668" actId="1037"/>
          <ac:spMkLst>
            <pc:docMk/>
            <pc:sldMk cId="3711004729" sldId="672"/>
            <ac:spMk id="41" creationId="{9CF39DF8-60EF-07D7-3469-77A6CDB1DC21}"/>
          </ac:spMkLst>
        </pc:spChg>
        <pc:picChg chg="add mod">
          <ac:chgData name="scott conlon" userId="715640cfe8348987" providerId="LiveId" clId="{69B64073-9504-4B6E-9D0F-1C0AE143CAAC}" dt="2026-04-21T01:38:25.356" v="4713" actId="1038"/>
          <ac:picMkLst>
            <pc:docMk/>
            <pc:sldMk cId="3711004729" sldId="672"/>
            <ac:picMk id="49" creationId="{11DDB099-4703-C1BE-F06E-D234219F72E6}"/>
          </ac:picMkLst>
        </pc:picChg>
        <pc:cxnChg chg="add del mod">
          <ac:chgData name="scott conlon" userId="715640cfe8348987" providerId="LiveId" clId="{69B64073-9504-4B6E-9D0F-1C0AE143CAAC}" dt="2026-04-21T01:38:35.866" v="4714" actId="692"/>
          <ac:cxnSpMkLst>
            <pc:docMk/>
            <pc:sldMk cId="3711004729" sldId="672"/>
            <ac:cxnSpMk id="39" creationId="{DC317B3F-7B83-CC33-0985-9CA0CB981488}"/>
          </ac:cxnSpMkLst>
        </pc:cxnChg>
        <pc:cxnChg chg="del mod">
          <ac:chgData name="scott conlon" userId="715640cfe8348987" providerId="LiveId" clId="{69B64073-9504-4B6E-9D0F-1C0AE143CAAC}" dt="2026-04-21T01:37:41.320" v="4630" actId="478"/>
          <ac:cxnSpMkLst>
            <pc:docMk/>
            <pc:sldMk cId="3711004729" sldId="672"/>
            <ac:cxnSpMk id="42" creationId="{980C1D03-53CF-F6BE-9B57-CC1E93B71B99}"/>
          </ac:cxnSpMkLst>
        </pc:cxnChg>
        <pc:cxnChg chg="add mod">
          <ac:chgData name="scott conlon" userId="715640cfe8348987" providerId="LiveId" clId="{69B64073-9504-4B6E-9D0F-1C0AE143CAAC}" dt="2026-04-21T01:38:12.914" v="4677" actId="14100"/>
          <ac:cxnSpMkLst>
            <pc:docMk/>
            <pc:sldMk cId="3711004729" sldId="672"/>
            <ac:cxnSpMk id="46" creationId="{F04EB855-3542-7058-121A-3A093A5E46A7}"/>
          </ac:cxnSpMkLst>
        </pc:cxnChg>
      </pc:sldChg>
      <pc:sldChg chg="addSp delSp modSp add mod ord modNotesTx">
        <pc:chgData name="scott conlon" userId="715640cfe8348987" providerId="LiveId" clId="{69B64073-9504-4B6E-9D0F-1C0AE143CAAC}" dt="2026-04-21T02:26:25.112" v="5009" actId="6549"/>
        <pc:sldMkLst>
          <pc:docMk/>
          <pc:sldMk cId="2292388087" sldId="673"/>
        </pc:sldMkLst>
        <pc:spChg chg="mod">
          <ac:chgData name="scott conlon" userId="715640cfe8348987" providerId="LiveId" clId="{69B64073-9504-4B6E-9D0F-1C0AE143CAAC}" dt="2026-04-21T01:40:19.070" v="4848" actId="1076"/>
          <ac:spMkLst>
            <pc:docMk/>
            <pc:sldMk cId="2292388087" sldId="673"/>
            <ac:spMk id="4" creationId="{7A17CBFB-13A4-A312-DF65-D7CAC52E434B}"/>
          </ac:spMkLst>
        </pc:spChg>
        <pc:spChg chg="mod">
          <ac:chgData name="scott conlon" userId="715640cfe8348987" providerId="LiveId" clId="{69B64073-9504-4B6E-9D0F-1C0AE143CAAC}" dt="2026-04-21T01:40:23.844" v="4850" actId="1076"/>
          <ac:spMkLst>
            <pc:docMk/>
            <pc:sldMk cId="2292388087" sldId="673"/>
            <ac:spMk id="9" creationId="{C320B107-46D6-0DAC-2A4C-9E4F5C0986A1}"/>
          </ac:spMkLst>
        </pc:spChg>
        <pc:spChg chg="add mod">
          <ac:chgData name="scott conlon" userId="715640cfe8348987" providerId="LiveId" clId="{69B64073-9504-4B6E-9D0F-1C0AE143CAAC}" dt="2026-04-21T01:41:01.873" v="4867" actId="1038"/>
          <ac:spMkLst>
            <pc:docMk/>
            <pc:sldMk cId="2292388087" sldId="673"/>
            <ac:spMk id="10" creationId="{7AA6C161-424D-6299-3F5E-4147BB09EA88}"/>
          </ac:spMkLst>
        </pc:spChg>
        <pc:spChg chg="mod">
          <ac:chgData name="scott conlon" userId="715640cfe8348987" providerId="LiveId" clId="{69B64073-9504-4B6E-9D0F-1C0AE143CAAC}" dt="2026-04-21T01:40:30.046" v="4853" actId="1076"/>
          <ac:spMkLst>
            <pc:docMk/>
            <pc:sldMk cId="2292388087" sldId="673"/>
            <ac:spMk id="13" creationId="{E811F25A-AD0A-61CC-6925-449FF1437AD8}"/>
          </ac:spMkLst>
        </pc:spChg>
        <pc:spChg chg="mod">
          <ac:chgData name="scott conlon" userId="715640cfe8348987" providerId="LiveId" clId="{69B64073-9504-4B6E-9D0F-1C0AE143CAAC}" dt="2026-04-21T01:41:35.255" v="4921" actId="5793"/>
          <ac:spMkLst>
            <pc:docMk/>
            <pc:sldMk cId="2292388087" sldId="673"/>
            <ac:spMk id="16" creationId="{A6565152-8366-AB73-24B5-C4DF0F9D718E}"/>
          </ac:spMkLst>
        </pc:spChg>
        <pc:spChg chg="mod">
          <ac:chgData name="scott conlon" userId="715640cfe8348987" providerId="LiveId" clId="{69B64073-9504-4B6E-9D0F-1C0AE143CAAC}" dt="2026-04-21T01:40:27.586" v="4852" actId="1076"/>
          <ac:spMkLst>
            <pc:docMk/>
            <pc:sldMk cId="2292388087" sldId="673"/>
            <ac:spMk id="40" creationId="{FC3A2574-F5B3-9E7B-D291-1F752BF2AE7E}"/>
          </ac:spMkLst>
        </pc:spChg>
        <pc:spChg chg="mod">
          <ac:chgData name="scott conlon" userId="715640cfe8348987" providerId="LiveId" clId="{69B64073-9504-4B6E-9D0F-1C0AE143CAAC}" dt="2026-04-21T01:40:22.073" v="4849" actId="1076"/>
          <ac:spMkLst>
            <pc:docMk/>
            <pc:sldMk cId="2292388087" sldId="673"/>
            <ac:spMk id="41" creationId="{706223BC-959E-963A-C884-4CF09187E4B9}"/>
          </ac:spMkLst>
        </pc:spChg>
        <pc:spChg chg="mod">
          <ac:chgData name="scott conlon" userId="715640cfe8348987" providerId="LiveId" clId="{69B64073-9504-4B6E-9D0F-1C0AE143CAAC}" dt="2026-04-21T01:40:08.460" v="4846" actId="1076"/>
          <ac:spMkLst>
            <pc:docMk/>
            <pc:sldMk cId="2292388087" sldId="673"/>
            <ac:spMk id="51" creationId="{A02FFF94-0A94-5685-DA45-8ACDA7333B3B}"/>
          </ac:spMkLst>
        </pc:spChg>
        <pc:spChg chg="mod">
          <ac:chgData name="scott conlon" userId="715640cfe8348987" providerId="LiveId" clId="{69B64073-9504-4B6E-9D0F-1C0AE143CAAC}" dt="2026-04-21T01:41:12.467" v="4868" actId="1076"/>
          <ac:spMkLst>
            <pc:docMk/>
            <pc:sldMk cId="2292388087" sldId="673"/>
            <ac:spMk id="52" creationId="{ED4BDC73-9242-4F38-947D-BDBE62BF7620}"/>
          </ac:spMkLst>
        </pc:spChg>
        <pc:picChg chg="del">
          <ac:chgData name="scott conlon" userId="715640cfe8348987" providerId="LiveId" clId="{69B64073-9504-4B6E-9D0F-1C0AE143CAAC}" dt="2026-04-21T01:41:46.963" v="4922" actId="478"/>
          <ac:picMkLst>
            <pc:docMk/>
            <pc:sldMk cId="2292388087" sldId="673"/>
            <ac:picMk id="37" creationId="{D961F2A9-E214-82FB-039F-FD8BB20A8524}"/>
          </ac:picMkLst>
        </pc:picChg>
        <pc:picChg chg="mod">
          <ac:chgData name="scott conlon" userId="715640cfe8348987" providerId="LiveId" clId="{69B64073-9504-4B6E-9D0F-1C0AE143CAAC}" dt="2026-04-21T01:40:06.244" v="4845" actId="1076"/>
          <ac:picMkLst>
            <pc:docMk/>
            <pc:sldMk cId="2292388087" sldId="673"/>
            <ac:picMk id="44" creationId="{51945C7E-66B5-73DF-B5B1-397FCB54367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40B77F8D-ABD0-9740-A21A-E007A3A720AE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4A05F985-EC8F-124C-BA94-03844164D0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0961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7748" y="0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/>
          <a:lstStyle>
            <a:lvl1pPr algn="r">
              <a:defRPr sz="1200"/>
            </a:lvl1pPr>
          </a:lstStyle>
          <a:p>
            <a:fld id="{2CD3914B-C950-6748-8DBF-9E6BBADF3CD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0937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80" tIns="45689" rIns="91380" bIns="456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292" y="4714400"/>
            <a:ext cx="5434330" cy="4466273"/>
          </a:xfrm>
          <a:prstGeom prst="rect">
            <a:avLst/>
          </a:prstGeom>
        </p:spPr>
        <p:txBody>
          <a:bodyPr vert="horz" lIns="91380" tIns="45689" rIns="91380" bIns="45689" rtlCol="0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7748" y="9427076"/>
            <a:ext cx="2943595" cy="496253"/>
          </a:xfrm>
          <a:prstGeom prst="rect">
            <a:avLst/>
          </a:prstGeom>
        </p:spPr>
        <p:txBody>
          <a:bodyPr vert="horz" lIns="91380" tIns="45689" rIns="91380" bIns="45689" rtlCol="0" anchor="b"/>
          <a:lstStyle>
            <a:lvl1pPr algn="r">
              <a:defRPr sz="1200"/>
            </a:lvl1pPr>
          </a:lstStyle>
          <a:p>
            <a:fld id="{C997C1D0-CF01-9C45-B233-E59ABBF528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56026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6101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55051-727B-A222-610B-8C1C47D2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D5836-7CAE-6C45-C59D-34E59D1DFD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26E16B-4AD6-FA01-13FD-A0A0536AF4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2FAE6-362C-B4E4-84B5-23A9DECAFF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97C1D0-CF01-9C45-B233-E59ABBF528F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658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25EEC-E053-5242-603D-D5C45AF02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29B43-B4DF-3E51-CED0-A1BC22F859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78712-0C09-A5BD-0642-6E55F05C9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FA135-A313-8A80-661E-CF0E936D58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217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6048F-A0BA-183A-1606-B479FE168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3C0CAA-BD66-44CB-E99D-B124B6FD5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59F10C-9EA8-69AC-CAD7-D231BFDC3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C6AB7-400F-EC9B-7267-CF71A03D90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2425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D3E95-07ED-0DBF-3722-9E67CFCE9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3D6F9E-25B4-71B1-88CE-D37B8EE603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0A1FD8-C6D1-7FC4-29F1-D302B837F2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EFF9D3-7F06-ECFC-E899-88811FAA94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1409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100A1-A00B-EF75-F4A8-039089DB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D27DC-6F8F-92D6-78AC-28FB5A607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DA3D90-5C29-58AD-C304-8A88BE1C5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77F62-5AA9-48B8-69F7-97BC0208E2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0421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93994-2984-209A-C1F4-699F69E3E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3A9C21-152F-34EF-B58D-A30740B8EE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5C0AD-BA75-0EC2-13FB-26DFE2EEE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785A1-CDF2-F713-3BA4-52C666828D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110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594BC-4CAF-280C-68DC-9FC49111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085E79-328A-A2CB-177F-91AC51735C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9E69F-30D3-4A0A-527C-BEE972263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44882-7BED-A9CA-92DC-DEF45B07A8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403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3DCF3-401F-E5A7-CBB5-0F2F3CCA7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6828E9-A4AB-9131-F1C6-790B6D78B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D9D46E-EE6A-0AA0-D1BF-2B60511149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06A24C-2947-004F-0001-3270CE1BF6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7869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DF79D-3F50-F627-DBBA-2F1DCC041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4F6DCD-8997-4105-1F96-03ABEE427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8B1B2-C006-E423-F55F-1050942CB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9C12C-12EB-B636-BA6F-3EACA00057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4477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ED5E1-359D-B43D-8784-F0CD6F6F7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1D127F-6F29-6ACD-0A9E-6F0921D40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CDA209-7FB8-678B-BBC9-5AA160379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EFAE1-BE9D-4282-F686-63A1E31823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07320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6A8C2-1E71-956F-F015-F35DA8E07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E179B8-64CE-A6EC-8A4E-0246FFBE91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319F54-D2F5-3A69-3DBB-A92B8B79B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5EED9-8C21-2827-71AA-643D3EDB8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7566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62B4-763D-00F6-D206-7B59F60F9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D9E2D-47C8-798F-D450-72CAC479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40DB8A-C8BE-407E-7490-8F8197888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Almost was us today….</a:t>
            </a:r>
          </a:p>
          <a:p>
            <a:endParaRPr lang="en-AU" dirty="0"/>
          </a:p>
          <a:p>
            <a:r>
              <a:rPr lang="en-AU" dirty="0"/>
              <a:t>But we’re going for it, we believe you can play our game and beat them. </a:t>
            </a:r>
          </a:p>
          <a:p>
            <a:endParaRPr lang="en-AU" dirty="0"/>
          </a:p>
          <a:p>
            <a:r>
              <a:rPr lang="en-AU" dirty="0"/>
              <a:t>It’s not a knockout, there’s no pressure.</a:t>
            </a:r>
          </a:p>
          <a:p>
            <a:endParaRPr lang="en-AU" dirty="0"/>
          </a:p>
          <a:p>
            <a:r>
              <a:rPr lang="en-AU" dirty="0"/>
              <a:t>In a knockout, we might think about this of course.</a:t>
            </a:r>
          </a:p>
          <a:p>
            <a:endParaRPr lang="en-AU" dirty="0"/>
          </a:p>
          <a:p>
            <a:r>
              <a:rPr lang="en-AU" dirty="0"/>
              <a:t>Let’s go.</a:t>
            </a:r>
          </a:p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14216-C1DF-A06D-E734-B46D983703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4816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D5400-4FF4-5AA9-6431-B618CE4AD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EC81D-F795-B5AD-6955-D9A4808721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06A91-0978-21F5-CE8A-3510995A83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213B8D-DAA4-194F-E33F-E6EF630CC3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97C1D0-CF01-9C45-B233-E59ABBF528F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9413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EB28B-75DE-AF4A-9386-94D4984F98F7}" type="datetime1">
              <a:rPr lang="en-NZ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60863989"/>
              </p:ext>
            </p:extLst>
          </p:nvPr>
        </p:nvGraphicFramePr>
        <p:xfrm>
          <a:off x="162000" y="152399"/>
          <a:ext cx="8820000" cy="584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7522"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Football</a:t>
                      </a:r>
                      <a:r>
                        <a:rPr lang="en-US" sz="1200" baseline="0" dirty="0">
                          <a:solidFill>
                            <a:schemeClr val="bg1"/>
                          </a:solidFill>
                        </a:rPr>
                        <a:t> Problem/Opportunity/Scenario</a:t>
                      </a:r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899"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Illustrate the scenario below</a:t>
                      </a:r>
                      <a:r>
                        <a:rPr lang="en-US" sz="1200" baseline="0" dirty="0"/>
                        <a:t>, showing examples of key trends linked to your 5W breakdown.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162000" y="904462"/>
            <a:ext cx="4281981" cy="5771590"/>
            <a:chOff x="222499" y="950144"/>
            <a:chExt cx="4281981" cy="5771590"/>
          </a:xfrm>
        </p:grpSpPr>
        <p:sp>
          <p:nvSpPr>
            <p:cNvPr id="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1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1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1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" name="Oval 1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8" name="Group 1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2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7" name="Oval 2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2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2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23" name="Oval 2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8" name="Group 27"/>
          <p:cNvGrpSpPr>
            <a:grpSpLocks noChangeAspect="1"/>
          </p:cNvGrpSpPr>
          <p:nvPr userDrawn="1"/>
        </p:nvGrpSpPr>
        <p:grpSpPr>
          <a:xfrm>
            <a:off x="4700019" y="904462"/>
            <a:ext cx="4281981" cy="5771590"/>
            <a:chOff x="222499" y="950144"/>
            <a:chExt cx="4281981" cy="5771590"/>
          </a:xfrm>
        </p:grpSpPr>
        <p:sp>
          <p:nvSpPr>
            <p:cNvPr id="29" name="Shape 9"/>
            <p:cNvSpPr>
              <a:spLocks noChangeArrowheads="1"/>
            </p:cNvSpPr>
            <p:nvPr userDrawn="1"/>
          </p:nvSpPr>
          <p:spPr bwMode="auto">
            <a:xfrm>
              <a:off x="222499" y="950144"/>
              <a:ext cx="4281981" cy="5771590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  <a:effectLst/>
            <a:scene3d>
              <a:camera prst="orthographicFront"/>
              <a:lightRig rig="threePt" dir="t"/>
            </a:scene3d>
            <a:sp3d>
              <a:bevelT prst="angle"/>
            </a:sp3d>
          </p:spPr>
          <p:txBody>
            <a:bodyPr lIns="91425" tIns="45700" rIns="91425" bIns="45700" anchor="ctr"/>
            <a:lstStyle/>
            <a:p>
              <a:pPr algn="ctr"/>
              <a:endParaRPr lang="en-US" sz="1800" dirty="0">
                <a:solidFill>
                  <a:srgbClr val="FFFFFF"/>
                </a:solidFill>
              </a:endParaRPr>
            </a:p>
          </p:txBody>
        </p:sp>
        <p:sp>
          <p:nvSpPr>
            <p:cNvPr id="30" name="Shape 9"/>
            <p:cNvSpPr>
              <a:spLocks noChangeArrowheads="1"/>
            </p:cNvSpPr>
            <p:nvPr userDrawn="1"/>
          </p:nvSpPr>
          <p:spPr bwMode="auto">
            <a:xfrm>
              <a:off x="1127034" y="1117123"/>
              <a:ext cx="697689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1" name="Shape 9"/>
            <p:cNvSpPr>
              <a:spLocks noChangeArrowheads="1"/>
            </p:cNvSpPr>
            <p:nvPr userDrawn="1"/>
          </p:nvSpPr>
          <p:spPr bwMode="auto">
            <a:xfrm>
              <a:off x="2878500" y="1117123"/>
              <a:ext cx="732334" cy="5346144"/>
            </a:xfrm>
            <a:prstGeom prst="rect">
              <a:avLst/>
            </a:prstGeom>
            <a:solidFill>
              <a:srgbClr val="108602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2" name="Shape 9"/>
            <p:cNvSpPr>
              <a:spLocks noChangeArrowheads="1"/>
            </p:cNvSpPr>
            <p:nvPr userDrawn="1"/>
          </p:nvSpPr>
          <p:spPr bwMode="auto">
            <a:xfrm>
              <a:off x="339042" y="1117123"/>
              <a:ext cx="787992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3" name="Shape 9"/>
            <p:cNvSpPr>
              <a:spLocks noChangeArrowheads="1"/>
            </p:cNvSpPr>
            <p:nvPr userDrawn="1"/>
          </p:nvSpPr>
          <p:spPr bwMode="auto">
            <a:xfrm>
              <a:off x="3610833" y="1117123"/>
              <a:ext cx="766511" cy="5346144"/>
            </a:xfrm>
            <a:prstGeom prst="rect">
              <a:avLst/>
            </a:prstGeom>
            <a:solidFill>
              <a:srgbClr val="0E7001"/>
            </a:solidFill>
            <a:ln>
              <a:noFill/>
            </a:ln>
          </p:spPr>
          <p:txBody>
            <a:bodyPr lIns="91425" tIns="45700" rIns="91425" bIns="45700" anchor="ctr"/>
            <a:lstStyle/>
            <a:p>
              <a:pPr algn="ctr"/>
              <a:endParaRPr lang="en-US" sz="1800">
                <a:solidFill>
                  <a:srgbClr val="FFFFFF"/>
                </a:solidFill>
              </a:endParaRPr>
            </a:p>
          </p:txBody>
        </p:sp>
        <p:sp>
          <p:nvSpPr>
            <p:cNvPr id="34" name="Shape 131"/>
            <p:cNvSpPr>
              <a:spLocks noChangeArrowheads="1"/>
            </p:cNvSpPr>
            <p:nvPr/>
          </p:nvSpPr>
          <p:spPr bwMode="auto">
            <a:xfrm>
              <a:off x="321486" y="1114026"/>
              <a:ext cx="4060250" cy="5352463"/>
            </a:xfrm>
            <a:prstGeom prst="rect">
              <a:avLst/>
            </a:prstGeom>
            <a:noFill/>
            <a:ln w="28575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algn="ctr"/>
              <a:endParaRPr lang="en-US">
                <a:solidFill>
                  <a:srgbClr val="FFFFFF"/>
                </a:solidFill>
              </a:endParaRPr>
            </a:p>
          </p:txBody>
        </p:sp>
        <p:cxnSp>
          <p:nvCxnSpPr>
            <p:cNvPr id="35" name="Shape 132"/>
            <p:cNvCxnSpPr>
              <a:cxnSpLocks noChangeShapeType="1"/>
            </p:cNvCxnSpPr>
            <p:nvPr/>
          </p:nvCxnSpPr>
          <p:spPr bwMode="auto">
            <a:xfrm>
              <a:off x="317096" y="3790257"/>
              <a:ext cx="4060250" cy="0"/>
            </a:xfrm>
            <a:prstGeom prst="straightConnector1">
              <a:avLst/>
            </a:prstGeom>
            <a:noFill/>
            <a:ln w="19050">
              <a:solidFill>
                <a:srgbClr val="FFFFFF"/>
              </a:solidFill>
              <a:round/>
              <a:headEnd type="none" w="lg" len="lg"/>
              <a:tailEnd type="none" w="lg" len="lg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" name="Oval 35"/>
            <p:cNvSpPr/>
            <p:nvPr/>
          </p:nvSpPr>
          <p:spPr>
            <a:xfrm>
              <a:off x="1824723" y="3263332"/>
              <a:ext cx="1053848" cy="1053848"/>
            </a:xfrm>
            <a:prstGeom prst="ellipse">
              <a:avLst/>
            </a:prstGeom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/>
            <p:cNvSpPr/>
            <p:nvPr/>
          </p:nvSpPr>
          <p:spPr>
            <a:xfrm flipH="1">
              <a:off x="2308040" y="3748882"/>
              <a:ext cx="82750" cy="8275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8" name="Group 37"/>
            <p:cNvGrpSpPr/>
            <p:nvPr userDrawn="1"/>
          </p:nvGrpSpPr>
          <p:grpSpPr>
            <a:xfrm>
              <a:off x="1127034" y="1000198"/>
              <a:ext cx="2483799" cy="945538"/>
              <a:chOff x="1301751" y="797815"/>
              <a:chExt cx="3100916" cy="1180463"/>
            </a:xfrm>
          </p:grpSpPr>
          <p:sp>
            <p:nvSpPr>
              <p:cNvPr id="44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5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6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7" name="Oval 46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/>
            <p:cNvGrpSpPr/>
            <p:nvPr userDrawn="1"/>
          </p:nvGrpSpPr>
          <p:grpSpPr>
            <a:xfrm flipV="1">
              <a:off x="1127034" y="5636416"/>
              <a:ext cx="2483799" cy="945538"/>
              <a:chOff x="1301751" y="797815"/>
              <a:chExt cx="3100916" cy="1180463"/>
            </a:xfrm>
          </p:grpSpPr>
          <p:sp>
            <p:nvSpPr>
              <p:cNvPr id="40" name="Shape 131"/>
              <p:cNvSpPr>
                <a:spLocks noChangeArrowheads="1"/>
              </p:cNvSpPr>
              <p:nvPr/>
            </p:nvSpPr>
            <p:spPr bwMode="auto">
              <a:xfrm>
                <a:off x="1301751" y="943791"/>
                <a:ext cx="3100916" cy="1034487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1" name="Shape 131"/>
              <p:cNvSpPr>
                <a:spLocks noChangeArrowheads="1"/>
              </p:cNvSpPr>
              <p:nvPr/>
            </p:nvSpPr>
            <p:spPr bwMode="auto">
              <a:xfrm>
                <a:off x="2172785" y="942980"/>
                <a:ext cx="1315595" cy="394704"/>
              </a:xfrm>
              <a:prstGeom prst="rect">
                <a:avLst/>
              </a:prstGeom>
              <a:noFill/>
              <a:ln w="28575">
                <a:solidFill>
                  <a:srgbClr val="FFFFFF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algn="ctr"/>
                <a:endParaRPr lang="en-US">
                  <a:solidFill>
                    <a:srgbClr val="FFFFFF"/>
                  </a:solidFill>
                </a:endParaRPr>
              </a:p>
            </p:txBody>
          </p:sp>
          <p:sp>
            <p:nvSpPr>
              <p:cNvPr id="42" name="Shape 104"/>
              <p:cNvSpPr/>
              <p:nvPr/>
            </p:nvSpPr>
            <p:spPr bwMode="auto">
              <a:xfrm>
                <a:off x="2540006" y="797815"/>
                <a:ext cx="580743" cy="143669"/>
              </a:xfrm>
              <a:prstGeom prst="trapezoid">
                <a:avLst>
                  <a:gd name="adj" fmla="val 25000"/>
                </a:avLst>
              </a:prstGeom>
              <a:solidFill>
                <a:srgbClr val="EFEFEF"/>
              </a:solidFill>
              <a:ln w="28575" cap="flat">
                <a:solidFill>
                  <a:srgbClr val="B7B7B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91425" tIns="91425" rIns="91425" bIns="91425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kern="0">
                  <a:latin typeface="Arial"/>
                  <a:ea typeface="Arial"/>
                  <a:cs typeface="Arial"/>
                  <a:sym typeface="Arial"/>
                  <a:rtl val="0"/>
                </a:endParaRPr>
              </a:p>
            </p:txBody>
          </p:sp>
          <p:sp>
            <p:nvSpPr>
              <p:cNvPr id="43" name="Oval 42"/>
              <p:cNvSpPr/>
              <p:nvPr userDrawn="1"/>
            </p:nvSpPr>
            <p:spPr>
              <a:xfrm flipH="1">
                <a:off x="2776186" y="1602714"/>
                <a:ext cx="103310" cy="10331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12176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625FA2-910B-7B46-8D26-DA8E4A201CB5}" type="datetime1">
              <a:rPr lang="en-NZ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810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747E9-B010-D24E-939C-BDC2EA5A07EA}" type="datetime1">
              <a:rPr lang="en-NZ" smtClean="0"/>
              <a:t>21/04/2026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08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8488B-ADC6-7C49-8742-D83C4AC54E23}" type="datetime1">
              <a:rPr lang="en-NZ" smtClean="0"/>
              <a:t>21/04/2026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67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FCD6B2-B0D4-5240-9B7D-B610FB3DA407}" type="datetime1">
              <a:rPr lang="en-NZ" smtClean="0"/>
              <a:t>21/04/2026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8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C057-D8D4-C648-B480-FADEA029E041}" type="datetime1">
              <a:rPr lang="en-NZ" smtClean="0"/>
              <a:t>21/04/2026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887F5-C076-F742-AAC5-46830061D9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87413" y="1468438"/>
            <a:ext cx="1079500" cy="4159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42057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97E375-FBB9-F746-BF76-7AAB6C271FBD}" type="datetime1">
              <a:rPr lang="en-NZ" smtClean="0"/>
              <a:t>21/04/2026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0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0979F0-5028-6347-B14D-F76E71D1B039}" type="datetime1">
              <a:rPr lang="en-NZ" smtClean="0"/>
              <a:t>21/04/2026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41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59952A-18F2-7749-9A51-99C875B4C2D7}" type="datetime1">
              <a:rPr lang="en-NZ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32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72EC6-86F7-F243-AAE5-BA0E66720C9B}" type="datetime1">
              <a:rPr lang="en-NZ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7342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607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573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40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281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35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867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524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467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4192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274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8268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14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747DD-2B21-A240-B1D8-1A6A71FE901C}" type="datetime1">
              <a:rPr lang="en-NZ" smtClean="0"/>
              <a:t>21/04/2026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218D29-F830-C047-8FED-662DB5185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0029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DB9914-65BE-C845-9ED8-7D9C21A479D6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78501-C160-EE47-A7BF-8C5FF61243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94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711341-68F7-362C-75F1-F2C80DC26DCC}"/>
              </a:ext>
            </a:extLst>
          </p:cNvPr>
          <p:cNvSpPr txBox="1"/>
          <p:nvPr/>
        </p:nvSpPr>
        <p:spPr>
          <a:xfrm>
            <a:off x="895082" y="2584752"/>
            <a:ext cx="72664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Canberra United Prep</a:t>
            </a:r>
          </a:p>
          <a:p>
            <a:pPr algn="ctr"/>
            <a:endParaRPr lang="en-US" sz="3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26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188516-A109-52EA-45AD-21D1B122F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EFEC4D-4127-F318-F94C-53D7F1AE39FC}"/>
              </a:ext>
            </a:extLst>
          </p:cNvPr>
          <p:cNvSpPr txBox="1"/>
          <p:nvPr/>
        </p:nvSpPr>
        <p:spPr>
          <a:xfrm>
            <a:off x="895082" y="1594850"/>
            <a:ext cx="726640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3 x 20min blocks</a:t>
            </a:r>
          </a:p>
          <a:p>
            <a:pPr algn="ctr"/>
            <a:endParaRPr lang="en-US" sz="32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Setup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433 BP 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442 BPO</a:t>
            </a:r>
          </a:p>
        </p:txBody>
      </p:sp>
    </p:spTree>
    <p:extLst>
      <p:ext uri="{BB962C8B-B14F-4D97-AF65-F5344CB8AC3E}">
        <p14:creationId xmlns:p14="http://schemas.microsoft.com/office/powerpoint/2010/main" val="2312377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0B9541-7AA7-4033-E9E9-0458B7320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81FFAE-A1FA-3B85-2158-2B6FD5A2C0FF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Belconnen - BP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B16A05-3673-C3E5-4D89-5B8C8A5D94EA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A72D58-8876-2542-D83D-81DB77A07B3C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3B60AC-09E3-CB50-69BD-7B0D33F0F8B2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BFE19F4-0F0F-E39E-CBD1-6E5301AE0C54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F0FB6425-B6E8-2F20-25B5-30DE960656B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A257E538-E5C6-F60E-1005-A9328A9EC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E116CFB2-95FA-72C1-AE77-E74EF9A4DBC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E116EED8-0EB3-9B79-2ACE-582C110076D7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7FF8D1D-107B-63BB-6528-B6479111E3F9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1B673393-6CC9-C6FD-19A4-35A76F2C0F76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69503D36-9011-F064-6674-224B7F3BCA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43F3647D-5CD8-4309-C167-2E41620AC0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D1F51F26-90A3-FB1B-F0E0-F6F6CC4CB3C3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298CBD6-583E-BB70-6F53-B3DC7084F4BE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883D2B0B-82E6-9A2C-AA81-E758506747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19B044D0-0E30-B76E-345D-654AA299CA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B3161E71-28A4-77D7-179D-8C757FC60AEC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A093AC21-46C9-F944-8711-9DBB5459E732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CF9B51EE-9750-297F-5D8A-8BCA2F2E1F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4791EF37-2959-127B-F6AC-F00FFDAA11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3BDA1BC2-495E-53C2-DED4-470B84C7D90B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356899C8-1670-CEA0-3542-CC064DC12C96}"/>
              </a:ext>
            </a:extLst>
          </p:cNvPr>
          <p:cNvSpPr/>
          <p:nvPr/>
        </p:nvSpPr>
        <p:spPr>
          <a:xfrm>
            <a:off x="2942015" y="439118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A39B69-2509-9BF5-623E-10E698836284}"/>
              </a:ext>
            </a:extLst>
          </p:cNvPr>
          <p:cNvSpPr/>
          <p:nvPr/>
        </p:nvSpPr>
        <p:spPr>
          <a:xfrm>
            <a:off x="2509823" y="533234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490298-40A1-BE9B-DA4C-DFF45FB9FFDB}"/>
              </a:ext>
            </a:extLst>
          </p:cNvPr>
          <p:cNvSpPr/>
          <p:nvPr/>
        </p:nvSpPr>
        <p:spPr>
          <a:xfrm>
            <a:off x="2024098" y="438277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FAF304-DB22-6B07-7C1F-3190E2C98537}"/>
              </a:ext>
            </a:extLst>
          </p:cNvPr>
          <p:cNvSpPr/>
          <p:nvPr/>
        </p:nvSpPr>
        <p:spPr>
          <a:xfrm>
            <a:off x="982088" y="409444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40EB716-6E35-7B3C-4E45-C611BE519E3A}"/>
              </a:ext>
            </a:extLst>
          </p:cNvPr>
          <p:cNvSpPr/>
          <p:nvPr/>
        </p:nvSpPr>
        <p:spPr>
          <a:xfrm>
            <a:off x="3956268" y="409377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ADAC03-4A36-1F7B-A995-A3DF73AAD314}"/>
              </a:ext>
            </a:extLst>
          </p:cNvPr>
          <p:cNvSpPr/>
          <p:nvPr/>
        </p:nvSpPr>
        <p:spPr>
          <a:xfrm>
            <a:off x="2294670" y="389130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7676775-5397-EAD6-6FB3-76E9166CB9BF}"/>
              </a:ext>
            </a:extLst>
          </p:cNvPr>
          <p:cNvSpPr/>
          <p:nvPr/>
        </p:nvSpPr>
        <p:spPr>
          <a:xfrm>
            <a:off x="3014219" y="366035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CF3CF79-A37C-E22A-81D1-19667E282036}"/>
              </a:ext>
            </a:extLst>
          </p:cNvPr>
          <p:cNvSpPr/>
          <p:nvPr/>
        </p:nvSpPr>
        <p:spPr>
          <a:xfrm>
            <a:off x="2372410" y="332726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8107B58-9D8C-C79D-AD5A-F148149BFEEE}"/>
              </a:ext>
            </a:extLst>
          </p:cNvPr>
          <p:cNvSpPr/>
          <p:nvPr/>
        </p:nvSpPr>
        <p:spPr>
          <a:xfrm>
            <a:off x="2762913" y="27960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3AA081A-82EF-698D-AECB-6B06932173AB}"/>
              </a:ext>
            </a:extLst>
          </p:cNvPr>
          <p:cNvSpPr/>
          <p:nvPr/>
        </p:nvSpPr>
        <p:spPr>
          <a:xfrm>
            <a:off x="4072813" y="288616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99F54F-7A4F-5A35-0BAD-F864479A5A45}"/>
              </a:ext>
            </a:extLst>
          </p:cNvPr>
          <p:cNvSpPr/>
          <p:nvPr/>
        </p:nvSpPr>
        <p:spPr>
          <a:xfrm>
            <a:off x="1130800" y="28591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647A4E-0953-BE16-CCB2-B8CF01D5A084}"/>
              </a:ext>
            </a:extLst>
          </p:cNvPr>
          <p:cNvSpPr txBox="1"/>
          <p:nvPr/>
        </p:nvSpPr>
        <p:spPr>
          <a:xfrm>
            <a:off x="5070909" y="1361185"/>
            <a:ext cx="378621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433.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8 play a little deeper to help buildup.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To help passing lanes: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10 play a little left.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9 play a little right.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Wingers try give width.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735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8291-EBC6-54EE-EAE2-F2FDB3A7E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357D90-3848-15E2-F2C6-1A95C2B9B215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CU – BP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AA7E5F-935D-F528-AB80-F6CB031738F4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6124ED-8192-0A41-11CD-85705E08AB65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089C183-40C6-6FDC-176E-D34192D263D1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49302CD-9B9C-9BBE-253E-6C9038933A1A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8A015D8-920F-37BD-2C59-E80133D35EE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A14C3A9E-7301-7316-A487-485008C59C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263F40B4-16CB-560C-C377-2729E1826E6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E52A2AD-B181-0730-23D1-B899618AE883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56A9C15-8E39-D348-4AD8-3D2F3E6D858E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9C9D86E4-2561-60C3-5222-458792975D4D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7D8D567E-A92A-6A3F-78DD-7F94DE9FC6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915BD9AB-7ACB-DD1A-ACB2-826A41DD53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6270E74-C6B4-9227-4DE3-FF0C474F605D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C0DCB30-EC36-7B7F-04B9-0B5ACBFB85A0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1F2C13E5-6FF6-4A6B-5A96-BDD3E66C78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42B6B02F-A7E2-BD99-2B46-65CEDF466A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8D8BF098-F81F-79B5-794C-F3B4266AFEF3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01946552-CAD7-A04A-6803-647C4FD3A142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C003A380-52AB-B3A4-035A-3E54F0396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62545A2F-EACE-6D22-5335-9C0DCCBED2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E4927841-BA32-E337-9430-39EE93AEB06A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CC6FC92-EE73-A4EA-DE44-CD81E86A7A4D}"/>
              </a:ext>
            </a:extLst>
          </p:cNvPr>
          <p:cNvSpPr txBox="1"/>
          <p:nvPr/>
        </p:nvSpPr>
        <p:spPr>
          <a:xfrm>
            <a:off x="5337859" y="1361185"/>
            <a:ext cx="34621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Usually CU play 352.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7AEF593E-D753-CC47-1F56-61DC3CC8910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624262" y="167800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44E1B600-5EEE-0D42-5AE4-FC2B1985F4B8}"/>
              </a:ext>
            </a:extLst>
          </p:cNvPr>
          <p:cNvSpPr/>
          <p:nvPr/>
        </p:nvSpPr>
        <p:spPr>
          <a:xfrm>
            <a:off x="1949457" y="255401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A63ABC-CED4-A472-549E-4F475CDD9F33}"/>
              </a:ext>
            </a:extLst>
          </p:cNvPr>
          <p:cNvSpPr/>
          <p:nvPr/>
        </p:nvSpPr>
        <p:spPr>
          <a:xfrm>
            <a:off x="2560202" y="1457220"/>
            <a:ext cx="180000" cy="180000"/>
          </a:xfrm>
          <a:prstGeom prst="ellipse">
            <a:avLst/>
          </a:prstGeom>
          <a:solidFill>
            <a:srgbClr val="7030A0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700D3036-21E8-06E9-C693-9247DB0B6E61}"/>
              </a:ext>
            </a:extLst>
          </p:cNvPr>
          <p:cNvSpPr/>
          <p:nvPr/>
        </p:nvSpPr>
        <p:spPr>
          <a:xfrm>
            <a:off x="2597262" y="253113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833BEBC-EA06-F594-314D-C308F01B6069}"/>
              </a:ext>
            </a:extLst>
          </p:cNvPr>
          <p:cNvSpPr/>
          <p:nvPr/>
        </p:nvSpPr>
        <p:spPr>
          <a:xfrm>
            <a:off x="3258657" y="2535215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706B1A0-8EF3-90FB-2D60-0EBF81DABDFD}"/>
              </a:ext>
            </a:extLst>
          </p:cNvPr>
          <p:cNvSpPr/>
          <p:nvPr/>
        </p:nvSpPr>
        <p:spPr>
          <a:xfrm>
            <a:off x="1130495" y="336726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9874283B-2249-DE23-FEE3-34F4138786ED}"/>
              </a:ext>
            </a:extLst>
          </p:cNvPr>
          <p:cNvSpPr/>
          <p:nvPr/>
        </p:nvSpPr>
        <p:spPr>
          <a:xfrm>
            <a:off x="4028318" y="337808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0D84EA5-E104-2E9D-AC9F-D2FCEB349B09}"/>
              </a:ext>
            </a:extLst>
          </p:cNvPr>
          <p:cNvSpPr/>
          <p:nvPr/>
        </p:nvSpPr>
        <p:spPr>
          <a:xfrm>
            <a:off x="2345710" y="310910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BDBD6D8-F9EC-2AFE-5DE0-7F27ECC62D61}"/>
              </a:ext>
            </a:extLst>
          </p:cNvPr>
          <p:cNvSpPr/>
          <p:nvPr/>
        </p:nvSpPr>
        <p:spPr>
          <a:xfrm>
            <a:off x="2834382" y="322355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4EA7657-11D3-B00A-0D50-9589153A6365}"/>
              </a:ext>
            </a:extLst>
          </p:cNvPr>
          <p:cNvSpPr/>
          <p:nvPr/>
        </p:nvSpPr>
        <p:spPr>
          <a:xfrm>
            <a:off x="2552251" y="359439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7F0C846-3FA3-EAA3-046D-EF5331BAB752}"/>
              </a:ext>
            </a:extLst>
          </p:cNvPr>
          <p:cNvSpPr/>
          <p:nvPr/>
        </p:nvSpPr>
        <p:spPr>
          <a:xfrm>
            <a:off x="2957002" y="4209343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00C91491-735B-DBB2-7456-A0F99E3D661A}"/>
              </a:ext>
            </a:extLst>
          </p:cNvPr>
          <p:cNvSpPr/>
          <p:nvPr/>
        </p:nvSpPr>
        <p:spPr>
          <a:xfrm>
            <a:off x="2228109" y="418408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971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45AB2-E847-4743-B521-8C18D8CF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A732EB-180E-31B5-9310-374353C2AB13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CU – BP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375B3B-0051-FADF-AD91-4F1804C4D219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C562C2-190A-975D-A415-9909B641716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FF432C-1108-7A92-E0F0-A6504E65D2B0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1123D94-43BD-01D1-EF60-455A12F8421C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2760D2B-9619-7CD6-6C4F-F5D48AFBA37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9965E1A8-8A2D-13D5-07C7-84CC44096C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C7A18D82-D7D0-E233-F6FF-05F960395B8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6502E6AC-2BB5-CF6B-2119-8407E42FB068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AAB0560F-9246-F5FF-8D9E-C60D08EC3C25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EA493FD-4350-82ED-DBA1-9C0D5F0D9E2C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577C259C-4E20-024B-7755-34A8846207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07061950-5397-B873-E074-D9CAD7A23E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28A964C-C8AF-AC90-0164-2705FAD2F639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B19C1BA-FFE8-C15F-76E4-ABF0A710ED40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363B363E-F160-101E-C425-62524684BC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5100A2B7-03BA-42D3-ABE4-662DB02D8B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5DD0A16-EB09-5D40-78AF-A5B563DC22EA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B71CC51F-FD09-497D-80E5-D382EF306F77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1A44417F-95C6-AB5E-24C9-3FD2AC806D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997A3BA3-ADA0-E6C7-9775-FAE5CCEC5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9B849BF1-ED47-AA04-874B-B472990355BC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C1C8DD2-DEDA-8698-B5D7-C70747FCF789}"/>
              </a:ext>
            </a:extLst>
          </p:cNvPr>
          <p:cNvSpPr txBox="1"/>
          <p:nvPr/>
        </p:nvSpPr>
        <p:spPr>
          <a:xfrm>
            <a:off x="5337859" y="1361185"/>
            <a:ext cx="34621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Outside centre backs are happy to advance.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They look to play direct into forward areas.</a:t>
            </a: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5358B01F-A7E1-9280-D698-752DD918CD1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624262" y="167800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C38C252E-935A-D0C2-F6C1-516C37264A9F}"/>
              </a:ext>
            </a:extLst>
          </p:cNvPr>
          <p:cNvSpPr/>
          <p:nvPr/>
        </p:nvSpPr>
        <p:spPr>
          <a:xfrm>
            <a:off x="1949457" y="255401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718557A-4001-E89E-904E-09029428F634}"/>
              </a:ext>
            </a:extLst>
          </p:cNvPr>
          <p:cNvSpPr/>
          <p:nvPr/>
        </p:nvSpPr>
        <p:spPr>
          <a:xfrm>
            <a:off x="2560202" y="1457220"/>
            <a:ext cx="180000" cy="180000"/>
          </a:xfrm>
          <a:prstGeom prst="ellipse">
            <a:avLst/>
          </a:prstGeom>
          <a:solidFill>
            <a:srgbClr val="7030A0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FF5AAA9-5B98-E704-EFE2-0CA4D875F453}"/>
              </a:ext>
            </a:extLst>
          </p:cNvPr>
          <p:cNvSpPr/>
          <p:nvPr/>
        </p:nvSpPr>
        <p:spPr>
          <a:xfrm>
            <a:off x="2597262" y="253113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933F58BA-A8F3-69DF-B700-9AC817412337}"/>
              </a:ext>
            </a:extLst>
          </p:cNvPr>
          <p:cNvSpPr/>
          <p:nvPr/>
        </p:nvSpPr>
        <p:spPr>
          <a:xfrm>
            <a:off x="3258657" y="2535215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ACA2F71-CFF4-C2C6-F5B2-0149BBBEBE4D}"/>
              </a:ext>
            </a:extLst>
          </p:cNvPr>
          <p:cNvSpPr/>
          <p:nvPr/>
        </p:nvSpPr>
        <p:spPr>
          <a:xfrm>
            <a:off x="1130495" y="336726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13162CCB-A9F5-B45C-79C3-D62064EE9392}"/>
              </a:ext>
            </a:extLst>
          </p:cNvPr>
          <p:cNvSpPr/>
          <p:nvPr/>
        </p:nvSpPr>
        <p:spPr>
          <a:xfrm>
            <a:off x="4028318" y="337808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824A9E9-98F3-68CC-0CCB-D4719665C641}"/>
              </a:ext>
            </a:extLst>
          </p:cNvPr>
          <p:cNvSpPr/>
          <p:nvPr/>
        </p:nvSpPr>
        <p:spPr>
          <a:xfrm>
            <a:off x="2345710" y="310910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1998A44-1FB2-398F-FB8E-1DD8D08A06A1}"/>
              </a:ext>
            </a:extLst>
          </p:cNvPr>
          <p:cNvSpPr/>
          <p:nvPr/>
        </p:nvSpPr>
        <p:spPr>
          <a:xfrm>
            <a:off x="2834382" y="322355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35371D5-933F-E229-3108-61A23B7B5064}"/>
              </a:ext>
            </a:extLst>
          </p:cNvPr>
          <p:cNvSpPr/>
          <p:nvPr/>
        </p:nvSpPr>
        <p:spPr>
          <a:xfrm>
            <a:off x="2552251" y="359439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929616DC-A809-BC8B-39F4-0971A61F994F}"/>
              </a:ext>
            </a:extLst>
          </p:cNvPr>
          <p:cNvSpPr/>
          <p:nvPr/>
        </p:nvSpPr>
        <p:spPr>
          <a:xfrm>
            <a:off x="2957002" y="4209343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1CF8356A-E6B3-17E8-F342-1C51F141551A}"/>
              </a:ext>
            </a:extLst>
          </p:cNvPr>
          <p:cNvSpPr/>
          <p:nvPr/>
        </p:nvSpPr>
        <p:spPr>
          <a:xfrm>
            <a:off x="2228109" y="418408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D0AFD9B-61C5-6EBB-0E73-00FB7FB4E5B1}"/>
              </a:ext>
            </a:extLst>
          </p:cNvPr>
          <p:cNvCxnSpPr>
            <a:cxnSpLocks/>
            <a:stCxn id="40" idx="4"/>
          </p:cNvCxnSpPr>
          <p:nvPr/>
        </p:nvCxnSpPr>
        <p:spPr>
          <a:xfrm>
            <a:off x="3348657" y="2715215"/>
            <a:ext cx="190956" cy="573885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F5C2471-BB9E-AA2B-7E3C-17A1E5B7A1EA}"/>
              </a:ext>
            </a:extLst>
          </p:cNvPr>
          <p:cNvCxnSpPr>
            <a:cxnSpLocks/>
            <a:stCxn id="38" idx="4"/>
          </p:cNvCxnSpPr>
          <p:nvPr/>
        </p:nvCxnSpPr>
        <p:spPr>
          <a:xfrm flipH="1">
            <a:off x="1858297" y="2734016"/>
            <a:ext cx="181160" cy="489542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053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8D650-AEF7-D036-4160-2A394C86A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8C3B88-5C8D-5841-F80B-D8CBC9A979EC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CU – BP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4F3AF8-01BF-7EB2-40B5-B4863EDA7639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01418A-2ED0-8D6B-BA23-BDB75B852BE5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A2E3EB-B537-4299-A0E5-EC62C1280385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AB665B-3F2C-FAB6-963D-F3212899C9E5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B05325E3-6CDF-64E3-6A3C-8BA61C2BF59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E55DEE87-63F1-D69F-F049-3C455DFEC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65B2E028-EBFA-0F81-5443-86F1FDE3F98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244EB0E-2F87-F0FE-D8F8-DC9902ED21DA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A229E2C-635D-4B81-49D6-F6FAE86EAEFB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42B5657D-88A2-058B-2381-68629E1EC6C5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9A5823E3-0EA9-673F-986B-9B65CB7D00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1E79EBB4-9307-7045-A445-66DAAF8AAC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5E4CAE8C-BCAF-5031-D886-EA8CCE9FE95F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4E6DADF5-7DF0-1989-2B9F-B6AF3E37EC11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E68C3888-53B6-B399-D597-8846FB89169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6CECB7D7-F3E9-745E-B5CE-5AF8F6E34AC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E21F715-0098-A0C2-D593-747CF4FD315C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D1F6EB91-96CA-708D-E641-A604D078A365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45E22F90-6DB7-6292-16C6-92CDD45F2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D4A3B526-7DCD-E9DE-727E-EDFDEC2F2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5F82C406-0925-3DEB-46E4-456172A2A10B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B899ED89-E354-55D8-F3EB-1AD86BBE7641}"/>
              </a:ext>
            </a:extLst>
          </p:cNvPr>
          <p:cNvSpPr txBox="1"/>
          <p:nvPr/>
        </p:nvSpPr>
        <p:spPr>
          <a:xfrm>
            <a:off x="5337859" y="1361185"/>
            <a:ext cx="346219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10 likes to run into this space.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F46AB4DF-1E41-8997-4769-9E6C0929992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624262" y="167800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84784922-E1FF-5D1F-1F02-DDFEA146EA09}"/>
              </a:ext>
            </a:extLst>
          </p:cNvPr>
          <p:cNvSpPr/>
          <p:nvPr/>
        </p:nvSpPr>
        <p:spPr>
          <a:xfrm>
            <a:off x="1949457" y="255401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23B16B-F211-D048-1C28-F11E52A0D412}"/>
              </a:ext>
            </a:extLst>
          </p:cNvPr>
          <p:cNvSpPr/>
          <p:nvPr/>
        </p:nvSpPr>
        <p:spPr>
          <a:xfrm>
            <a:off x="2560202" y="1457220"/>
            <a:ext cx="180000" cy="180000"/>
          </a:xfrm>
          <a:prstGeom prst="ellipse">
            <a:avLst/>
          </a:prstGeom>
          <a:solidFill>
            <a:srgbClr val="7030A0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79733B9-99DD-935E-97A4-AB94D1A0FD59}"/>
              </a:ext>
            </a:extLst>
          </p:cNvPr>
          <p:cNvSpPr/>
          <p:nvPr/>
        </p:nvSpPr>
        <p:spPr>
          <a:xfrm>
            <a:off x="2597262" y="253113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635DC6B3-FA46-5F89-575A-2D397BC79569}"/>
              </a:ext>
            </a:extLst>
          </p:cNvPr>
          <p:cNvSpPr/>
          <p:nvPr/>
        </p:nvSpPr>
        <p:spPr>
          <a:xfrm>
            <a:off x="3258657" y="2535215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C2D2A79-6C2A-8A5E-7BE7-AFA724B9559D}"/>
              </a:ext>
            </a:extLst>
          </p:cNvPr>
          <p:cNvSpPr/>
          <p:nvPr/>
        </p:nvSpPr>
        <p:spPr>
          <a:xfrm>
            <a:off x="1130495" y="336726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809EB64-829E-5F1E-1051-FDA4786F2362}"/>
              </a:ext>
            </a:extLst>
          </p:cNvPr>
          <p:cNvSpPr/>
          <p:nvPr/>
        </p:nvSpPr>
        <p:spPr>
          <a:xfrm>
            <a:off x="4028318" y="337808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D0EBFD8-A997-C7F1-0642-9DF06BACA7CA}"/>
              </a:ext>
            </a:extLst>
          </p:cNvPr>
          <p:cNvSpPr/>
          <p:nvPr/>
        </p:nvSpPr>
        <p:spPr>
          <a:xfrm>
            <a:off x="2345710" y="310910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A74DA10-41D9-4AC0-D46A-8404F3325C50}"/>
              </a:ext>
            </a:extLst>
          </p:cNvPr>
          <p:cNvSpPr/>
          <p:nvPr/>
        </p:nvSpPr>
        <p:spPr>
          <a:xfrm>
            <a:off x="2834382" y="322355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65685BE-DD3B-8912-F422-BBF864EDA138}"/>
              </a:ext>
            </a:extLst>
          </p:cNvPr>
          <p:cNvSpPr/>
          <p:nvPr/>
        </p:nvSpPr>
        <p:spPr>
          <a:xfrm>
            <a:off x="2552251" y="359439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106087F-EDFF-CBF3-035B-A21490434B72}"/>
              </a:ext>
            </a:extLst>
          </p:cNvPr>
          <p:cNvSpPr/>
          <p:nvPr/>
        </p:nvSpPr>
        <p:spPr>
          <a:xfrm>
            <a:off x="2957002" y="4209343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C315D01-4109-71B7-DC4A-5EBFA3515CAE}"/>
              </a:ext>
            </a:extLst>
          </p:cNvPr>
          <p:cNvSpPr/>
          <p:nvPr/>
        </p:nvSpPr>
        <p:spPr>
          <a:xfrm>
            <a:off x="2228109" y="418408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E5B4E1E-C268-D7C8-809C-83E216A31076}"/>
              </a:ext>
            </a:extLst>
          </p:cNvPr>
          <p:cNvCxnSpPr>
            <a:cxnSpLocks/>
            <a:stCxn id="47" idx="5"/>
          </p:cNvCxnSpPr>
          <p:nvPr/>
        </p:nvCxnSpPr>
        <p:spPr>
          <a:xfrm>
            <a:off x="2705891" y="3748032"/>
            <a:ext cx="1063813" cy="873129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680089-B976-A936-DF2C-5D089F15CEF0}"/>
              </a:ext>
            </a:extLst>
          </p:cNvPr>
          <p:cNvCxnSpPr>
            <a:cxnSpLocks/>
            <a:stCxn id="47" idx="3"/>
          </p:cNvCxnSpPr>
          <p:nvPr/>
        </p:nvCxnSpPr>
        <p:spPr>
          <a:xfrm flipH="1">
            <a:off x="1651819" y="3748032"/>
            <a:ext cx="926792" cy="873129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9148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7A36C6-36E3-8A89-8ED6-3631A1675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D749E0-D44F-7D11-1D61-CA8242100DCB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CU – BP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7D0B7C-C1D9-C3A2-7DAC-190AA1362223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0D0102-29CC-AE25-14E9-46F0D91107BF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09B62E-F61F-11FD-C04E-B041E8AA5CD9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19BC8981-77C8-7230-CF6A-F4C44E44C4E2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D37DA7AF-3677-DAAA-F0E0-1CD6A0BA6F2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3F136BFD-41BF-FBA1-E69B-DB7061649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2F2F1B6F-565B-88E4-3001-9DC9C4FD6AF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2C48969-CBAC-BAA8-4274-2D3744F1B1C0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AD8AA79-1E64-2725-6B82-69A2A95164E8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358F5B2-3C46-10B8-EAE6-A691DFF94684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B170483C-340C-0DC3-0CD3-9CA4F6FE78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7E479D0D-1990-0D27-93B1-F62783639A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B4FD78B9-3554-1722-DA46-A5AE39BC3022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3446A3CF-4BC2-9AB2-96CD-4F005B4193BE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3B0E36F8-A293-CFC8-ABFB-D65740B3B3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B779F6EA-69EC-10F1-2A6E-09A73A1680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048D8B6-F073-7284-E85F-FFC5CB261059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5FE443D0-B2C5-A1BC-314B-7E66EC602D2C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6725F9D2-33BE-0797-B196-69929152F1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69F3D066-A090-28FE-FE0C-65667B52B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12478692-028C-5249-33C4-5C2CD59A098E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DA405CA-C57E-5F43-8779-A6DF9EA6384A}"/>
              </a:ext>
            </a:extLst>
          </p:cNvPr>
          <p:cNvSpPr txBox="1"/>
          <p:nvPr/>
        </p:nvSpPr>
        <p:spPr>
          <a:xfrm>
            <a:off x="5337859" y="1361185"/>
            <a:ext cx="34621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Wingbacks will try get into crossing positions.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297ABE28-1F44-20FF-2ED9-083738E3898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624262" y="167800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3795CE59-5907-7B71-DDA6-8A942D0BFA62}"/>
              </a:ext>
            </a:extLst>
          </p:cNvPr>
          <p:cNvSpPr/>
          <p:nvPr/>
        </p:nvSpPr>
        <p:spPr>
          <a:xfrm>
            <a:off x="1949457" y="255401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74E10AB-86C5-74F7-0BB0-D2BBA967941C}"/>
              </a:ext>
            </a:extLst>
          </p:cNvPr>
          <p:cNvSpPr/>
          <p:nvPr/>
        </p:nvSpPr>
        <p:spPr>
          <a:xfrm>
            <a:off x="2560202" y="1457220"/>
            <a:ext cx="180000" cy="180000"/>
          </a:xfrm>
          <a:prstGeom prst="ellipse">
            <a:avLst/>
          </a:prstGeom>
          <a:solidFill>
            <a:srgbClr val="7030A0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CCE9003-480D-E8AB-7DCD-4A07145F3AF7}"/>
              </a:ext>
            </a:extLst>
          </p:cNvPr>
          <p:cNvSpPr/>
          <p:nvPr/>
        </p:nvSpPr>
        <p:spPr>
          <a:xfrm>
            <a:off x="2597262" y="253113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5A23484-30F1-A0E7-63B9-78B376932399}"/>
              </a:ext>
            </a:extLst>
          </p:cNvPr>
          <p:cNvSpPr/>
          <p:nvPr/>
        </p:nvSpPr>
        <p:spPr>
          <a:xfrm>
            <a:off x="3258657" y="2535215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B69461A-111E-1736-F9E0-4AD1A3BFCA2D}"/>
              </a:ext>
            </a:extLst>
          </p:cNvPr>
          <p:cNvSpPr/>
          <p:nvPr/>
        </p:nvSpPr>
        <p:spPr>
          <a:xfrm>
            <a:off x="1130495" y="336726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EBC3FF5-8E06-3CCF-544F-99115AA5977F}"/>
              </a:ext>
            </a:extLst>
          </p:cNvPr>
          <p:cNvSpPr/>
          <p:nvPr/>
        </p:nvSpPr>
        <p:spPr>
          <a:xfrm>
            <a:off x="4028318" y="337808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D8A0C4A-0925-2DB4-9BA3-CAD5795FD0BC}"/>
              </a:ext>
            </a:extLst>
          </p:cNvPr>
          <p:cNvSpPr/>
          <p:nvPr/>
        </p:nvSpPr>
        <p:spPr>
          <a:xfrm>
            <a:off x="2345710" y="310910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A9D97A0B-EE62-D4AA-0D47-3820410121DA}"/>
              </a:ext>
            </a:extLst>
          </p:cNvPr>
          <p:cNvSpPr/>
          <p:nvPr/>
        </p:nvSpPr>
        <p:spPr>
          <a:xfrm>
            <a:off x="2834382" y="322355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DCA4B50-380D-2A46-AB7F-3B86E25915BE}"/>
              </a:ext>
            </a:extLst>
          </p:cNvPr>
          <p:cNvSpPr/>
          <p:nvPr/>
        </p:nvSpPr>
        <p:spPr>
          <a:xfrm>
            <a:off x="2552251" y="359439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4AEF7FD7-1C1C-933C-6029-00D03031FC4D}"/>
              </a:ext>
            </a:extLst>
          </p:cNvPr>
          <p:cNvSpPr/>
          <p:nvPr/>
        </p:nvSpPr>
        <p:spPr>
          <a:xfrm>
            <a:off x="2957002" y="4209343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4610A7C-83E2-B0ED-8FED-55FF58697FB2}"/>
              </a:ext>
            </a:extLst>
          </p:cNvPr>
          <p:cNvSpPr/>
          <p:nvPr/>
        </p:nvSpPr>
        <p:spPr>
          <a:xfrm>
            <a:off x="2228109" y="418408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C781BFF-6FE3-CA77-C112-B2778E4A0F3F}"/>
              </a:ext>
            </a:extLst>
          </p:cNvPr>
          <p:cNvCxnSpPr>
            <a:cxnSpLocks/>
            <a:stCxn id="42" idx="4"/>
          </p:cNvCxnSpPr>
          <p:nvPr/>
        </p:nvCxnSpPr>
        <p:spPr>
          <a:xfrm>
            <a:off x="4118318" y="3558087"/>
            <a:ext cx="0" cy="1789030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EB0B90E-E21E-21B7-6349-1D9D48027F23}"/>
              </a:ext>
            </a:extLst>
          </p:cNvPr>
          <p:cNvCxnSpPr>
            <a:cxnSpLocks/>
            <a:stCxn id="41" idx="4"/>
          </p:cNvCxnSpPr>
          <p:nvPr/>
        </p:nvCxnSpPr>
        <p:spPr>
          <a:xfrm>
            <a:off x="1220495" y="3547260"/>
            <a:ext cx="0" cy="1683501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41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27728E-EE9C-04B5-E6ED-87ABC952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254662-F2B6-4D67-A458-CFE02F0CDCE6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CU – BP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587F7A-2F8B-2D48-7AD6-530D0D98E8A3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2341BB-6485-ABCF-C372-C5C922252F43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0E9615-825D-9173-F43D-3BF66DB7588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B4BCDED-CF24-DE13-E284-CF884F838358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749EB3C7-8D1B-C01D-9E5C-D924AD55784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084A57E0-DB0F-8A7F-DCB5-D79B62C6B2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2EC3A4A2-67A6-BD16-9F82-1B97BE5AD31C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84AE7C4-8EED-2105-C08C-D5CF6150D6A4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66BAF24C-DF11-9635-D38B-B6E49A1939F6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F9F3170B-22AF-2E7C-AA86-F1C97AD8420D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FE2CB343-5BCD-C6D8-80C7-AD5895C57E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4C9A5F11-A023-2048-DE79-1B179A87A7C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8D71B291-7634-B548-1DAA-ADCDB2332C6C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2BD6DEE1-9182-2DC6-2E37-7608BF89F6E3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11477761-22A9-8B7C-B385-08DDA98C02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5C4AC8A1-6D64-148E-00D7-BBCFD47EE2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8640977C-AA02-2F4C-7D73-B5C9A20AD435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AAF769F7-BFC6-5AB7-9F73-920847A1CDC4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F4C9E47F-9BB9-5DAE-8653-B34945760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F810F3D0-B4B7-6C62-599A-37A221CA8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DB27E191-C018-37DF-94B5-3B3AEA7141B7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02E2C3D-2138-7AD8-53B5-8B84DC679BEF}"/>
              </a:ext>
            </a:extLst>
          </p:cNvPr>
          <p:cNvSpPr txBox="1"/>
          <p:nvPr/>
        </p:nvSpPr>
        <p:spPr>
          <a:xfrm>
            <a:off x="5337859" y="1361185"/>
            <a:ext cx="3462191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Both forwards like to run in behind.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Neither drop-in to help buildup.</a:t>
            </a: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941C56D2-93A6-4500-8FD8-1EE6D4F932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624262" y="167800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4C8E876E-F136-2FA0-0828-C04CB503B490}"/>
              </a:ext>
            </a:extLst>
          </p:cNvPr>
          <p:cNvSpPr/>
          <p:nvPr/>
        </p:nvSpPr>
        <p:spPr>
          <a:xfrm>
            <a:off x="1949457" y="255401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DA23C55-60A7-BC88-C70E-0D2500F96530}"/>
              </a:ext>
            </a:extLst>
          </p:cNvPr>
          <p:cNvSpPr/>
          <p:nvPr/>
        </p:nvSpPr>
        <p:spPr>
          <a:xfrm>
            <a:off x="2560202" y="1457220"/>
            <a:ext cx="180000" cy="180000"/>
          </a:xfrm>
          <a:prstGeom prst="ellipse">
            <a:avLst/>
          </a:prstGeom>
          <a:solidFill>
            <a:srgbClr val="7030A0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5AEA397-2970-F87F-5EB0-2E693C88018B}"/>
              </a:ext>
            </a:extLst>
          </p:cNvPr>
          <p:cNvSpPr/>
          <p:nvPr/>
        </p:nvSpPr>
        <p:spPr>
          <a:xfrm>
            <a:off x="2597262" y="253113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6579E64-EADD-FDA9-2C8D-805DDEE13754}"/>
              </a:ext>
            </a:extLst>
          </p:cNvPr>
          <p:cNvSpPr/>
          <p:nvPr/>
        </p:nvSpPr>
        <p:spPr>
          <a:xfrm>
            <a:off x="3258657" y="2535215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5943C95-630D-1D0C-1C3E-933FBD349677}"/>
              </a:ext>
            </a:extLst>
          </p:cNvPr>
          <p:cNvSpPr/>
          <p:nvPr/>
        </p:nvSpPr>
        <p:spPr>
          <a:xfrm>
            <a:off x="1130495" y="336726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A04892F-CBAF-781E-2583-589719044993}"/>
              </a:ext>
            </a:extLst>
          </p:cNvPr>
          <p:cNvSpPr/>
          <p:nvPr/>
        </p:nvSpPr>
        <p:spPr>
          <a:xfrm>
            <a:off x="4028318" y="337808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0E46112F-34B6-9F6E-F897-573C74382DD2}"/>
              </a:ext>
            </a:extLst>
          </p:cNvPr>
          <p:cNvSpPr/>
          <p:nvPr/>
        </p:nvSpPr>
        <p:spPr>
          <a:xfrm>
            <a:off x="2345710" y="310910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C3D132AC-BCBB-1DAC-7A14-178163B143C4}"/>
              </a:ext>
            </a:extLst>
          </p:cNvPr>
          <p:cNvSpPr/>
          <p:nvPr/>
        </p:nvSpPr>
        <p:spPr>
          <a:xfrm>
            <a:off x="2834382" y="322355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0ACE542-A062-E2A0-09E7-C8DC67F480FF}"/>
              </a:ext>
            </a:extLst>
          </p:cNvPr>
          <p:cNvSpPr/>
          <p:nvPr/>
        </p:nvSpPr>
        <p:spPr>
          <a:xfrm>
            <a:off x="2552251" y="359439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333283F3-A469-BBA5-CE8E-EDFE2659730B}"/>
              </a:ext>
            </a:extLst>
          </p:cNvPr>
          <p:cNvSpPr/>
          <p:nvPr/>
        </p:nvSpPr>
        <p:spPr>
          <a:xfrm>
            <a:off x="2957002" y="4209343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95F4F70-4803-CB1C-1422-2FDA24CFE5B8}"/>
              </a:ext>
            </a:extLst>
          </p:cNvPr>
          <p:cNvSpPr/>
          <p:nvPr/>
        </p:nvSpPr>
        <p:spPr>
          <a:xfrm>
            <a:off x="2228109" y="418408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ED430923-2673-4CA1-5038-FAB6B6CE5C09}"/>
              </a:ext>
            </a:extLst>
          </p:cNvPr>
          <p:cNvCxnSpPr>
            <a:cxnSpLocks/>
            <a:stCxn id="48" idx="4"/>
          </p:cNvCxnSpPr>
          <p:nvPr/>
        </p:nvCxnSpPr>
        <p:spPr>
          <a:xfrm>
            <a:off x="3047002" y="4389343"/>
            <a:ext cx="90000" cy="349805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D00411-DAFC-D9B3-A3A3-20C7F0F7B7C6}"/>
              </a:ext>
            </a:extLst>
          </p:cNvPr>
          <p:cNvCxnSpPr>
            <a:cxnSpLocks/>
            <a:stCxn id="49" idx="3"/>
          </p:cNvCxnSpPr>
          <p:nvPr/>
        </p:nvCxnSpPr>
        <p:spPr>
          <a:xfrm flipH="1">
            <a:off x="2191782" y="4337726"/>
            <a:ext cx="62687" cy="499745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23907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8449B5-4C18-9789-70AD-BF2F297CC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997B40-79CC-8479-6B69-710FDAC3A669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Belconnen – BPO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DC762-25C2-3CF2-DBFA-C121B0A7661F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A08E16-012E-7073-3F8B-B65041AC4440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180E2-FB70-B207-158D-0A6E66C76E38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BB884CE-EE88-3DB7-EA78-E719E819DE66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56A66C6-382B-0E67-A9BF-38E25D7D55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65451367-B3F8-B993-D4A6-7561B51F4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0452E9AB-57C4-1BBC-31C2-4313DFAFB21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D2FE5C1B-3B7B-167D-67FC-B79F742B67C6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C840EF6B-C378-4B33-ED35-FA5ADE99638E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7E39AA3-4980-9110-CB8D-EBCEFA070EA2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365EF998-FF55-4A3C-A4C5-84804AB8AF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D814E15B-86EF-3592-F9A6-465C42936C7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8EBC36E9-AC22-AB6C-90DA-FBB6B3FDB962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B1281806-E8AA-1E2E-07F3-1CA7299F454A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FF7B6FD3-9DDD-AB34-958B-20CB9FB488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A9D86E6F-AF53-0F4A-FDEE-62DC553E5A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27DB69F0-791B-AA60-3977-8FC601DB1A36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502A53FE-F6C4-C419-08A6-9D92B812332D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05F33F53-9975-FD3E-6214-ADA8B26D7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72859C14-9788-66E2-CB8C-FEA0F6BAA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A7D70F88-8CB7-9E71-4463-2A2C6A588FAC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2D06A26-FEBB-39A0-825D-B44907C233C2}"/>
              </a:ext>
            </a:extLst>
          </p:cNvPr>
          <p:cNvSpPr txBox="1"/>
          <p:nvPr/>
        </p:nvSpPr>
        <p:spPr>
          <a:xfrm>
            <a:off x="5337859" y="1361185"/>
            <a:ext cx="346219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BPO: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From BP &gt; BPO this is how we move from </a:t>
            </a: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433 </a:t>
            </a: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to 442.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Nearest winger goes to ball.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Weak-sided winger drop and mark wingback.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Weak-sided fullback tuck in.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Strong-side fullback mark wingback.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3E715D04-C1CD-2306-DABE-4E6DCD6A699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624262" y="167800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6511033D-19EA-1AAD-CB26-C91305BF4F76}"/>
              </a:ext>
            </a:extLst>
          </p:cNvPr>
          <p:cNvSpPr/>
          <p:nvPr/>
        </p:nvSpPr>
        <p:spPr>
          <a:xfrm>
            <a:off x="1949457" y="255401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5D0361D-10FF-B5F3-C526-33721DE575B2}"/>
              </a:ext>
            </a:extLst>
          </p:cNvPr>
          <p:cNvSpPr/>
          <p:nvPr/>
        </p:nvSpPr>
        <p:spPr>
          <a:xfrm>
            <a:off x="2560202" y="1457220"/>
            <a:ext cx="180000" cy="180000"/>
          </a:xfrm>
          <a:prstGeom prst="ellipse">
            <a:avLst/>
          </a:prstGeom>
          <a:solidFill>
            <a:srgbClr val="7030A0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9878A3E-174A-DFAB-894E-1B1CD02FCAAF}"/>
              </a:ext>
            </a:extLst>
          </p:cNvPr>
          <p:cNvSpPr/>
          <p:nvPr/>
        </p:nvSpPr>
        <p:spPr>
          <a:xfrm>
            <a:off x="2597262" y="253113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FF27214-F92E-0120-F105-AF26805690D1}"/>
              </a:ext>
            </a:extLst>
          </p:cNvPr>
          <p:cNvSpPr/>
          <p:nvPr/>
        </p:nvSpPr>
        <p:spPr>
          <a:xfrm>
            <a:off x="3258657" y="2535215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0707E20-A21F-1117-303E-F56199FA998C}"/>
              </a:ext>
            </a:extLst>
          </p:cNvPr>
          <p:cNvSpPr/>
          <p:nvPr/>
        </p:nvSpPr>
        <p:spPr>
          <a:xfrm>
            <a:off x="1130495" y="336726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3AD23D1-7157-D99B-68F3-0A169B6D9F5F}"/>
              </a:ext>
            </a:extLst>
          </p:cNvPr>
          <p:cNvSpPr/>
          <p:nvPr/>
        </p:nvSpPr>
        <p:spPr>
          <a:xfrm>
            <a:off x="4028318" y="337808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E37DF197-DA12-4CF2-5234-DC02DCA556C3}"/>
              </a:ext>
            </a:extLst>
          </p:cNvPr>
          <p:cNvSpPr/>
          <p:nvPr/>
        </p:nvSpPr>
        <p:spPr>
          <a:xfrm>
            <a:off x="2345710" y="310910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0AF4046-68BB-7BA5-2573-4AC9CA693FC0}"/>
              </a:ext>
            </a:extLst>
          </p:cNvPr>
          <p:cNvSpPr/>
          <p:nvPr/>
        </p:nvSpPr>
        <p:spPr>
          <a:xfrm>
            <a:off x="2834382" y="322355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D3425FD7-7DB5-FAEE-4F75-9CA2E9896711}"/>
              </a:ext>
            </a:extLst>
          </p:cNvPr>
          <p:cNvSpPr/>
          <p:nvPr/>
        </p:nvSpPr>
        <p:spPr>
          <a:xfrm>
            <a:off x="2552251" y="359439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0F78B82-55A5-C6CC-B11E-0025237459B3}"/>
              </a:ext>
            </a:extLst>
          </p:cNvPr>
          <p:cNvSpPr/>
          <p:nvPr/>
        </p:nvSpPr>
        <p:spPr>
          <a:xfrm>
            <a:off x="2957002" y="4209343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FCEA0D37-FEA5-5F9A-CD15-746D63E2CF40}"/>
              </a:ext>
            </a:extLst>
          </p:cNvPr>
          <p:cNvSpPr/>
          <p:nvPr/>
        </p:nvSpPr>
        <p:spPr>
          <a:xfrm>
            <a:off x="2228109" y="418408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63DD37-D98D-1968-0B96-EA145AE9ACFE}"/>
              </a:ext>
            </a:extLst>
          </p:cNvPr>
          <p:cNvSpPr/>
          <p:nvPr/>
        </p:nvSpPr>
        <p:spPr>
          <a:xfrm>
            <a:off x="2942015" y="439118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C7FB5F-7844-7367-8C67-B750EB6C95F0}"/>
              </a:ext>
            </a:extLst>
          </p:cNvPr>
          <p:cNvSpPr/>
          <p:nvPr/>
        </p:nvSpPr>
        <p:spPr>
          <a:xfrm>
            <a:off x="2024098" y="438277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78825E7-D074-2504-33B1-BC5A695EDBE1}"/>
              </a:ext>
            </a:extLst>
          </p:cNvPr>
          <p:cNvSpPr/>
          <p:nvPr/>
        </p:nvSpPr>
        <p:spPr>
          <a:xfrm>
            <a:off x="982088" y="409444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BE89CF-5960-8BD1-40B5-88F09A9B9147}"/>
              </a:ext>
            </a:extLst>
          </p:cNvPr>
          <p:cNvSpPr/>
          <p:nvPr/>
        </p:nvSpPr>
        <p:spPr>
          <a:xfrm>
            <a:off x="3956268" y="409377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23911AF-9688-3FA8-5E21-14AD2BB2DD2C}"/>
              </a:ext>
            </a:extLst>
          </p:cNvPr>
          <p:cNvSpPr/>
          <p:nvPr/>
        </p:nvSpPr>
        <p:spPr>
          <a:xfrm>
            <a:off x="2294670" y="377361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95DFD6D-CBBC-62AF-D5ED-D44768FAACB8}"/>
              </a:ext>
            </a:extLst>
          </p:cNvPr>
          <p:cNvSpPr/>
          <p:nvPr/>
        </p:nvSpPr>
        <p:spPr>
          <a:xfrm>
            <a:off x="2907139" y="352239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54CDE72-7EEC-506F-8279-9EE43EE83DCC}"/>
              </a:ext>
            </a:extLst>
          </p:cNvPr>
          <p:cNvSpPr/>
          <p:nvPr/>
        </p:nvSpPr>
        <p:spPr>
          <a:xfrm>
            <a:off x="2372410" y="332726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C084F4-4094-88FB-C23C-E90A06B824A9}"/>
              </a:ext>
            </a:extLst>
          </p:cNvPr>
          <p:cNvSpPr/>
          <p:nvPr/>
        </p:nvSpPr>
        <p:spPr>
          <a:xfrm>
            <a:off x="2535270" y="278732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407DA58-238C-D699-88D2-BD575A3FEE5C}"/>
              </a:ext>
            </a:extLst>
          </p:cNvPr>
          <p:cNvSpPr/>
          <p:nvPr/>
        </p:nvSpPr>
        <p:spPr>
          <a:xfrm>
            <a:off x="4072813" y="288616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B78AB71-3049-AD6E-C3F2-217482A1AE82}"/>
              </a:ext>
            </a:extLst>
          </p:cNvPr>
          <p:cNvSpPr/>
          <p:nvPr/>
        </p:nvSpPr>
        <p:spPr>
          <a:xfrm>
            <a:off x="1130800" y="28591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pic>
        <p:nvPicPr>
          <p:cNvPr id="44" name="Picture 43" descr="nike-soccer-ball-png.jpg">
            <a:extLst>
              <a:ext uri="{FF2B5EF4-FFF2-40B4-BE49-F238E27FC236}">
                <a16:creationId xmlns:a16="http://schemas.microsoft.com/office/drawing/2014/main" id="{7FD0F3DE-BF58-0DEE-F0CA-D820FD1DD05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84753" y="2733215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477A2B15-AA3B-A967-DDF9-999B8EAF368C}"/>
              </a:ext>
            </a:extLst>
          </p:cNvPr>
          <p:cNvCxnSpPr>
            <a:cxnSpLocks/>
            <a:stCxn id="36" idx="3"/>
          </p:cNvCxnSpPr>
          <p:nvPr/>
        </p:nvCxnSpPr>
        <p:spPr>
          <a:xfrm flipH="1" flipV="1">
            <a:off x="3438657" y="3039325"/>
            <a:ext cx="671061" cy="61932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80DD95C-1A2E-673E-DD07-EC601A60DDFA}"/>
              </a:ext>
            </a:extLst>
          </p:cNvPr>
          <p:cNvCxnSpPr>
            <a:cxnSpLocks/>
            <a:stCxn id="43" idx="4"/>
          </p:cNvCxnSpPr>
          <p:nvPr/>
        </p:nvCxnSpPr>
        <p:spPr>
          <a:xfrm>
            <a:off x="1256800" y="3111164"/>
            <a:ext cx="314823" cy="663228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0A5E016-71E4-0723-94BB-AC5A61070293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4082268" y="3773619"/>
            <a:ext cx="0" cy="320152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4AD58E8-81B4-1D4F-63A3-CB3C3AEB6ECB}"/>
              </a:ext>
            </a:extLst>
          </p:cNvPr>
          <p:cNvCxnSpPr>
            <a:cxnSpLocks/>
            <a:stCxn id="10" idx="6"/>
          </p:cNvCxnSpPr>
          <p:nvPr/>
        </p:nvCxnSpPr>
        <p:spPr>
          <a:xfrm>
            <a:off x="1234088" y="4220441"/>
            <a:ext cx="634041" cy="272901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829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406C4-8EB8-11B2-F163-F0D92D3D0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BB37C5-248E-2367-5EB7-9D15348E0CBB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Belconnen – BPO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2EA260-48D7-F298-E681-1032138B30F1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0378-D5CE-B089-EED8-F791BEBF13B6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7E3D27-F6ED-4E8A-8AE4-205BF9559F4D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2C11626-4CCF-EFD4-9943-EFE1AADADB1D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86EF590-3A6B-11DE-2803-F3E182B1F7D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403074AC-C088-0F42-213A-E20C3BDAD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1F8A60A7-3364-1E76-715F-B45B609ACAC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A5DF4C1-075E-C2C6-4128-083A9B2F9DB0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11290A7-FCD5-729C-6A6E-52EE0E7C5392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2145E6F6-EFDB-E41B-3567-FC9411189CFB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647F2477-AE00-2706-A1B4-3F0E29655D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1CCB6B07-F545-0D8D-A121-81A8D201A3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64E948F-85E6-A69D-5586-E8EDB1A1A145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825762D-038D-F916-8393-2DEB5311945F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57466041-1CB8-3071-F566-87ABA5F1F5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8E6B9D3F-EE9D-8628-2243-98FA036321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58D028EF-1F49-FC68-6B34-25B15101A936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C37953C2-21A7-6C50-1892-345450F04859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1DD55FAD-4924-CDFB-F805-6A8E52E80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645EBD6A-271B-6FED-46B2-8FD5FCF4C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0590F020-6BA9-08F0-AF0A-6D3DDD7E166E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C55FC30-BCDB-CD03-F30F-C46540937C21}"/>
              </a:ext>
            </a:extLst>
          </p:cNvPr>
          <p:cNvSpPr txBox="1"/>
          <p:nvPr/>
        </p:nvSpPr>
        <p:spPr>
          <a:xfrm>
            <a:off x="5337859" y="1361185"/>
            <a:ext cx="3462191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BPO: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After movements we look </a:t>
            </a:r>
            <a:r>
              <a:rPr kumimoji="0" lang="en-AU" sz="1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like this.</a:t>
            </a: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B5F13DF4-A654-B51E-CADD-DFCE35F4256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624262" y="167800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EE389CB3-B5F8-A9E8-3205-B60917D82F2F}"/>
              </a:ext>
            </a:extLst>
          </p:cNvPr>
          <p:cNvSpPr/>
          <p:nvPr/>
        </p:nvSpPr>
        <p:spPr>
          <a:xfrm>
            <a:off x="1949457" y="255401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07D6C4D-D667-381B-B157-26E9EC0EF09B}"/>
              </a:ext>
            </a:extLst>
          </p:cNvPr>
          <p:cNvSpPr/>
          <p:nvPr/>
        </p:nvSpPr>
        <p:spPr>
          <a:xfrm>
            <a:off x="2560202" y="1457220"/>
            <a:ext cx="180000" cy="180000"/>
          </a:xfrm>
          <a:prstGeom prst="ellipse">
            <a:avLst/>
          </a:prstGeom>
          <a:solidFill>
            <a:srgbClr val="7030A0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A23139-8EB8-B679-FA0C-4B083D805D4F}"/>
              </a:ext>
            </a:extLst>
          </p:cNvPr>
          <p:cNvSpPr/>
          <p:nvPr/>
        </p:nvSpPr>
        <p:spPr>
          <a:xfrm>
            <a:off x="2597262" y="253113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6A2B7B9-71A2-2E95-088C-DAE1A01AD0F0}"/>
              </a:ext>
            </a:extLst>
          </p:cNvPr>
          <p:cNvSpPr/>
          <p:nvPr/>
        </p:nvSpPr>
        <p:spPr>
          <a:xfrm>
            <a:off x="3258657" y="2535215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486316E-7B61-D490-A08C-689DDF77D5CE}"/>
              </a:ext>
            </a:extLst>
          </p:cNvPr>
          <p:cNvSpPr/>
          <p:nvPr/>
        </p:nvSpPr>
        <p:spPr>
          <a:xfrm>
            <a:off x="1130495" y="336726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CDEB21C-07C5-ECF2-8CE1-E458B2ED825A}"/>
              </a:ext>
            </a:extLst>
          </p:cNvPr>
          <p:cNvSpPr/>
          <p:nvPr/>
        </p:nvSpPr>
        <p:spPr>
          <a:xfrm>
            <a:off x="4028318" y="337808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65AB44D7-0BC9-D5C0-5326-8FD762820CB2}"/>
              </a:ext>
            </a:extLst>
          </p:cNvPr>
          <p:cNvSpPr/>
          <p:nvPr/>
        </p:nvSpPr>
        <p:spPr>
          <a:xfrm>
            <a:off x="2345710" y="310910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161FBA1-D40D-5FD0-F25E-98C535B32C0A}"/>
              </a:ext>
            </a:extLst>
          </p:cNvPr>
          <p:cNvSpPr/>
          <p:nvPr/>
        </p:nvSpPr>
        <p:spPr>
          <a:xfrm>
            <a:off x="2834382" y="322355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605EB737-42F8-A0AB-4C3F-862995C0B33D}"/>
              </a:ext>
            </a:extLst>
          </p:cNvPr>
          <p:cNvSpPr/>
          <p:nvPr/>
        </p:nvSpPr>
        <p:spPr>
          <a:xfrm>
            <a:off x="2552251" y="359439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229403DF-25FA-20DF-2E00-CFEEC21AD143}"/>
              </a:ext>
            </a:extLst>
          </p:cNvPr>
          <p:cNvSpPr/>
          <p:nvPr/>
        </p:nvSpPr>
        <p:spPr>
          <a:xfrm>
            <a:off x="2957002" y="4209343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2FA2088A-46E7-7945-17C2-710533082FA8}"/>
              </a:ext>
            </a:extLst>
          </p:cNvPr>
          <p:cNvSpPr/>
          <p:nvPr/>
        </p:nvSpPr>
        <p:spPr>
          <a:xfrm>
            <a:off x="2228109" y="418408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876663C-E2E1-D210-9001-0337B2ACE2BE}"/>
              </a:ext>
            </a:extLst>
          </p:cNvPr>
          <p:cNvSpPr/>
          <p:nvPr/>
        </p:nvSpPr>
        <p:spPr>
          <a:xfrm>
            <a:off x="3167503" y="436921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363721A-A918-6133-B5CF-B806490E0632}"/>
              </a:ext>
            </a:extLst>
          </p:cNvPr>
          <p:cNvSpPr/>
          <p:nvPr/>
        </p:nvSpPr>
        <p:spPr>
          <a:xfrm>
            <a:off x="2338022" y="441603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96AF2BF-EB0A-5D53-8100-E50B90E39800}"/>
              </a:ext>
            </a:extLst>
          </p:cNvPr>
          <p:cNvSpPr/>
          <p:nvPr/>
        </p:nvSpPr>
        <p:spPr>
          <a:xfrm>
            <a:off x="2294670" y="377361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D93430-49E3-A625-CFF5-257F3F351F7C}"/>
              </a:ext>
            </a:extLst>
          </p:cNvPr>
          <p:cNvSpPr/>
          <p:nvPr/>
        </p:nvSpPr>
        <p:spPr>
          <a:xfrm>
            <a:off x="2907139" y="352239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C7B7A6F-86A7-70B4-C73F-C48EF2288645}"/>
              </a:ext>
            </a:extLst>
          </p:cNvPr>
          <p:cNvSpPr/>
          <p:nvPr/>
        </p:nvSpPr>
        <p:spPr>
          <a:xfrm>
            <a:off x="2372410" y="332726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81D26A-150B-682D-2CD1-27B7970A0E6C}"/>
              </a:ext>
            </a:extLst>
          </p:cNvPr>
          <p:cNvSpPr/>
          <p:nvPr/>
        </p:nvSpPr>
        <p:spPr>
          <a:xfrm>
            <a:off x="2535270" y="278732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pic>
        <p:nvPicPr>
          <p:cNvPr id="44" name="Picture 43" descr="nike-soccer-ball-png.jpg">
            <a:extLst>
              <a:ext uri="{FF2B5EF4-FFF2-40B4-BE49-F238E27FC236}">
                <a16:creationId xmlns:a16="http://schemas.microsoft.com/office/drawing/2014/main" id="{2AE1FBF0-D207-0B60-EC9B-789E13DB2FF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84753" y="2733215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E41F353-6B06-C198-7EFF-5EF95A3012F9}"/>
              </a:ext>
            </a:extLst>
          </p:cNvPr>
          <p:cNvSpPr/>
          <p:nvPr/>
        </p:nvSpPr>
        <p:spPr>
          <a:xfrm>
            <a:off x="1440516" y="364083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8F85CD-524E-7D68-FBBA-5160F16CEBDC}"/>
              </a:ext>
            </a:extLst>
          </p:cNvPr>
          <p:cNvSpPr/>
          <p:nvPr/>
        </p:nvSpPr>
        <p:spPr>
          <a:xfrm>
            <a:off x="3310811" y="294024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65FB44DB-6279-B1B9-911B-C0C944BE7E75}"/>
              </a:ext>
            </a:extLst>
          </p:cNvPr>
          <p:cNvSpPr/>
          <p:nvPr/>
        </p:nvSpPr>
        <p:spPr>
          <a:xfrm>
            <a:off x="3980848" y="365623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A66BD4C1-899C-0C77-AE4A-468DB9E17B44}"/>
              </a:ext>
            </a:extLst>
          </p:cNvPr>
          <p:cNvSpPr/>
          <p:nvPr/>
        </p:nvSpPr>
        <p:spPr>
          <a:xfrm>
            <a:off x="1704758" y="435499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01456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D10C3F-337E-2162-8F8F-08B0747FD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4300B0-D93C-F5E0-FAA0-5EE625BFE714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Belconnen – BPO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62283D-AEFC-98A3-FFE4-8882FCBA23A5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138E2B-5AF0-7A53-C0AB-3D36080168DA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96FA2E-52E9-BF56-C913-3DD72A6F09E4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7880A03-2505-653A-B825-22CB50929886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2A78215-3316-18FF-C73F-3A23BFBC3FF1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5B81D256-6670-5B4A-1F97-FEE9BE6AA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F4DD365C-87C0-91DC-E193-08EA957B079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E474E1A-00B7-261A-B71F-20A6B42AF389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22D3BD58-B29B-A18B-3BA4-70CD11F69FDE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3BA0A1E-5156-6E17-ED93-50FB5150532D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4AF1ACC7-C0E6-5AAA-5B74-591317F342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645E0D0B-D470-0EFE-6FC9-8A93F8AF3C6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63086913-134B-BAC0-8A3E-5D9A99B1888E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67DF5DC8-D61E-B3CA-CFA1-3717E567CAED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B146E28E-3CE2-4AE3-E1C6-853911C438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4A3B63D4-8A7C-0DB3-355E-B78AEBB2F7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D3CA681-C1A0-7159-7817-11108504DF46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7336C36F-EB90-9528-F040-961D5B42936E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155C34F1-517F-9F0A-B456-889DF526B8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2A39EA32-BF77-DF6E-3518-1CB7C4F3F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508E0EC1-920C-67FA-6DAD-B55C52F15B6B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7D8656DE-0342-7FCD-F850-194B93D71027}"/>
              </a:ext>
            </a:extLst>
          </p:cNvPr>
          <p:cNvSpPr txBox="1"/>
          <p:nvPr/>
        </p:nvSpPr>
        <p:spPr>
          <a:xfrm>
            <a:off x="5337859" y="1361185"/>
            <a:ext cx="346219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BPO: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So the 442 looks like this.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Always the strong-sided wide players focus on the ball.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weak-sided players drop and tuck in.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pic>
        <p:nvPicPr>
          <p:cNvPr id="37" name="Picture 36" descr="nike-soccer-ball-png.jpg">
            <a:extLst>
              <a:ext uri="{FF2B5EF4-FFF2-40B4-BE49-F238E27FC236}">
                <a16:creationId xmlns:a16="http://schemas.microsoft.com/office/drawing/2014/main" id="{4247B281-F1F5-46FD-9663-AF3B47024BC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2624262" y="167800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DB506746-C18C-93CE-4EA9-D9C36CC515C3}"/>
              </a:ext>
            </a:extLst>
          </p:cNvPr>
          <p:cNvSpPr/>
          <p:nvPr/>
        </p:nvSpPr>
        <p:spPr>
          <a:xfrm>
            <a:off x="1949457" y="255401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7C4A186-9C63-E20F-02A8-BB6D26B44797}"/>
              </a:ext>
            </a:extLst>
          </p:cNvPr>
          <p:cNvSpPr/>
          <p:nvPr/>
        </p:nvSpPr>
        <p:spPr>
          <a:xfrm>
            <a:off x="2560202" y="1457220"/>
            <a:ext cx="180000" cy="180000"/>
          </a:xfrm>
          <a:prstGeom prst="ellipse">
            <a:avLst/>
          </a:prstGeom>
          <a:solidFill>
            <a:srgbClr val="7030A0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DD7C631-2EF4-6456-E7BF-BB6399704605}"/>
              </a:ext>
            </a:extLst>
          </p:cNvPr>
          <p:cNvSpPr/>
          <p:nvPr/>
        </p:nvSpPr>
        <p:spPr>
          <a:xfrm>
            <a:off x="2597262" y="253113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2271ADC-17BC-2CA2-FD8E-24F9DBF18E28}"/>
              </a:ext>
            </a:extLst>
          </p:cNvPr>
          <p:cNvSpPr/>
          <p:nvPr/>
        </p:nvSpPr>
        <p:spPr>
          <a:xfrm>
            <a:off x="3258657" y="2535215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472303-623F-05E4-0EE9-E27A6BF10C9D}"/>
              </a:ext>
            </a:extLst>
          </p:cNvPr>
          <p:cNvSpPr/>
          <p:nvPr/>
        </p:nvSpPr>
        <p:spPr>
          <a:xfrm>
            <a:off x="1130495" y="336726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A508F974-CAF1-C496-9A0D-79DBC099D205}"/>
              </a:ext>
            </a:extLst>
          </p:cNvPr>
          <p:cNvSpPr/>
          <p:nvPr/>
        </p:nvSpPr>
        <p:spPr>
          <a:xfrm>
            <a:off x="4028318" y="337808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F5C90BAC-FBD4-57E6-9ADA-211F98EAE05B}"/>
              </a:ext>
            </a:extLst>
          </p:cNvPr>
          <p:cNvSpPr/>
          <p:nvPr/>
        </p:nvSpPr>
        <p:spPr>
          <a:xfrm>
            <a:off x="2345710" y="310910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B0ABD28E-31D5-749C-3F4B-06F1B64B649B}"/>
              </a:ext>
            </a:extLst>
          </p:cNvPr>
          <p:cNvSpPr/>
          <p:nvPr/>
        </p:nvSpPr>
        <p:spPr>
          <a:xfrm>
            <a:off x="2834382" y="322355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2857DF51-0B1B-4D23-1192-11867C46EC9B}"/>
              </a:ext>
            </a:extLst>
          </p:cNvPr>
          <p:cNvSpPr/>
          <p:nvPr/>
        </p:nvSpPr>
        <p:spPr>
          <a:xfrm>
            <a:off x="2552251" y="359439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5224017-90B5-9AE6-6A3D-22A36EF45FAE}"/>
              </a:ext>
            </a:extLst>
          </p:cNvPr>
          <p:cNvSpPr/>
          <p:nvPr/>
        </p:nvSpPr>
        <p:spPr>
          <a:xfrm>
            <a:off x="2957002" y="4209343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C10F0AC-088A-E8D8-03F7-7F74664C0789}"/>
              </a:ext>
            </a:extLst>
          </p:cNvPr>
          <p:cNvSpPr/>
          <p:nvPr/>
        </p:nvSpPr>
        <p:spPr>
          <a:xfrm>
            <a:off x="2228109" y="418408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3F374C-77A7-5A61-0F01-B5EC764F71DA}"/>
              </a:ext>
            </a:extLst>
          </p:cNvPr>
          <p:cNvSpPr/>
          <p:nvPr/>
        </p:nvSpPr>
        <p:spPr>
          <a:xfrm>
            <a:off x="3167503" y="436921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EFC97CF-9C9F-D883-036C-359D158D82AC}"/>
              </a:ext>
            </a:extLst>
          </p:cNvPr>
          <p:cNvSpPr/>
          <p:nvPr/>
        </p:nvSpPr>
        <p:spPr>
          <a:xfrm>
            <a:off x="2338022" y="441603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9F7583-86C9-4900-25AB-DBD682E15F52}"/>
              </a:ext>
            </a:extLst>
          </p:cNvPr>
          <p:cNvSpPr/>
          <p:nvPr/>
        </p:nvSpPr>
        <p:spPr>
          <a:xfrm>
            <a:off x="2294670" y="377361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8B6F821-05D5-DE7F-598D-5C109AC7088D}"/>
              </a:ext>
            </a:extLst>
          </p:cNvPr>
          <p:cNvSpPr/>
          <p:nvPr/>
        </p:nvSpPr>
        <p:spPr>
          <a:xfrm>
            <a:off x="2907139" y="352239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0540327-CA58-E3A1-E787-8FD0C2F89E19}"/>
              </a:ext>
            </a:extLst>
          </p:cNvPr>
          <p:cNvSpPr/>
          <p:nvPr/>
        </p:nvSpPr>
        <p:spPr>
          <a:xfrm>
            <a:off x="2372410" y="332726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E396E32-A28C-A387-F0E4-EEB713B614FA}"/>
              </a:ext>
            </a:extLst>
          </p:cNvPr>
          <p:cNvSpPr/>
          <p:nvPr/>
        </p:nvSpPr>
        <p:spPr>
          <a:xfrm>
            <a:off x="2535270" y="280698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pic>
        <p:nvPicPr>
          <p:cNvPr id="44" name="Picture 43" descr="nike-soccer-ball-png.jpg">
            <a:extLst>
              <a:ext uri="{FF2B5EF4-FFF2-40B4-BE49-F238E27FC236}">
                <a16:creationId xmlns:a16="http://schemas.microsoft.com/office/drawing/2014/main" id="{AD401ACC-194B-8630-391C-17FB4D5C973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284753" y="2733215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7730EB9-EC67-B50F-A736-16A6287009D6}"/>
              </a:ext>
            </a:extLst>
          </p:cNvPr>
          <p:cNvSpPr/>
          <p:nvPr/>
        </p:nvSpPr>
        <p:spPr>
          <a:xfrm>
            <a:off x="1440516" y="364083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2820D48-656D-28B1-0E1F-BB7CB4190BFA}"/>
              </a:ext>
            </a:extLst>
          </p:cNvPr>
          <p:cNvSpPr/>
          <p:nvPr/>
        </p:nvSpPr>
        <p:spPr>
          <a:xfrm>
            <a:off x="3310811" y="294024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C85BF308-009B-5432-3D24-CE87479CB86D}"/>
              </a:ext>
            </a:extLst>
          </p:cNvPr>
          <p:cNvSpPr/>
          <p:nvPr/>
        </p:nvSpPr>
        <p:spPr>
          <a:xfrm>
            <a:off x="3980848" y="365623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AEF45A0-0520-2BCF-5BD7-032A4BF2B699}"/>
              </a:ext>
            </a:extLst>
          </p:cNvPr>
          <p:cNvSpPr/>
          <p:nvPr/>
        </p:nvSpPr>
        <p:spPr>
          <a:xfrm>
            <a:off x="1704758" y="435499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B03586-9009-AD40-5814-0DC62728E2C2}"/>
              </a:ext>
            </a:extLst>
          </p:cNvPr>
          <p:cNvCxnSpPr>
            <a:cxnSpLocks/>
            <a:stCxn id="52" idx="6"/>
            <a:endCxn id="8" idx="2"/>
          </p:cNvCxnSpPr>
          <p:nvPr/>
        </p:nvCxnSpPr>
        <p:spPr>
          <a:xfrm>
            <a:off x="1956758" y="4480995"/>
            <a:ext cx="381264" cy="61036"/>
          </a:xfrm>
          <a:prstGeom prst="straightConnector1">
            <a:avLst/>
          </a:prstGeom>
          <a:ln>
            <a:solidFill>
              <a:srgbClr val="E7DB0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A180470-EC3D-5313-1A59-56B62F3133BE}"/>
              </a:ext>
            </a:extLst>
          </p:cNvPr>
          <p:cNvCxnSpPr>
            <a:cxnSpLocks/>
            <a:stCxn id="8" idx="6"/>
            <a:endCxn id="7" idx="2"/>
          </p:cNvCxnSpPr>
          <p:nvPr/>
        </p:nvCxnSpPr>
        <p:spPr>
          <a:xfrm flipV="1">
            <a:off x="2590022" y="4495210"/>
            <a:ext cx="577481" cy="46821"/>
          </a:xfrm>
          <a:prstGeom prst="straightConnector1">
            <a:avLst/>
          </a:prstGeom>
          <a:ln>
            <a:solidFill>
              <a:srgbClr val="E7DB0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602F898-E2BB-F7D8-A716-359C956E6C9E}"/>
              </a:ext>
            </a:extLst>
          </p:cNvPr>
          <p:cNvCxnSpPr>
            <a:cxnSpLocks/>
            <a:stCxn id="7" idx="7"/>
            <a:endCxn id="51" idx="3"/>
          </p:cNvCxnSpPr>
          <p:nvPr/>
        </p:nvCxnSpPr>
        <p:spPr>
          <a:xfrm flipV="1">
            <a:off x="3382598" y="3871329"/>
            <a:ext cx="635155" cy="534786"/>
          </a:xfrm>
          <a:prstGeom prst="straightConnector1">
            <a:avLst/>
          </a:prstGeom>
          <a:ln>
            <a:solidFill>
              <a:srgbClr val="E7DB0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141CD003-4E91-8B85-CEAB-C4F1F8648061}"/>
              </a:ext>
            </a:extLst>
          </p:cNvPr>
          <p:cNvCxnSpPr>
            <a:cxnSpLocks/>
            <a:stCxn id="12" idx="6"/>
            <a:endCxn id="13" idx="3"/>
          </p:cNvCxnSpPr>
          <p:nvPr/>
        </p:nvCxnSpPr>
        <p:spPr>
          <a:xfrm flipV="1">
            <a:off x="2546670" y="3737487"/>
            <a:ext cx="397374" cy="162132"/>
          </a:xfrm>
          <a:prstGeom prst="straightConnector1">
            <a:avLst/>
          </a:prstGeom>
          <a:ln>
            <a:solidFill>
              <a:srgbClr val="E7DB0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85C4C44-5BA2-EB8F-6E1C-02D76828AA52}"/>
              </a:ext>
            </a:extLst>
          </p:cNvPr>
          <p:cNvCxnSpPr>
            <a:cxnSpLocks/>
            <a:stCxn id="4" idx="6"/>
            <a:endCxn id="14" idx="2"/>
          </p:cNvCxnSpPr>
          <p:nvPr/>
        </p:nvCxnSpPr>
        <p:spPr>
          <a:xfrm flipV="1">
            <a:off x="1692516" y="3453267"/>
            <a:ext cx="679894" cy="313563"/>
          </a:xfrm>
          <a:prstGeom prst="straightConnector1">
            <a:avLst/>
          </a:prstGeom>
          <a:ln>
            <a:solidFill>
              <a:srgbClr val="E7DB0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96DEF7C1-34CD-E05B-291D-E9D73B271045}"/>
              </a:ext>
            </a:extLst>
          </p:cNvPr>
          <p:cNvCxnSpPr>
            <a:cxnSpLocks/>
            <a:stCxn id="12" idx="0"/>
            <a:endCxn id="14" idx="4"/>
          </p:cNvCxnSpPr>
          <p:nvPr/>
        </p:nvCxnSpPr>
        <p:spPr>
          <a:xfrm flipV="1">
            <a:off x="2420670" y="3579267"/>
            <a:ext cx="77740" cy="194352"/>
          </a:xfrm>
          <a:prstGeom prst="straightConnector1">
            <a:avLst/>
          </a:prstGeom>
          <a:ln>
            <a:solidFill>
              <a:srgbClr val="E7DB0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4C4C62C8-8554-E85A-4F08-F6B4635FB707}"/>
              </a:ext>
            </a:extLst>
          </p:cNvPr>
          <p:cNvCxnSpPr>
            <a:cxnSpLocks/>
            <a:stCxn id="15" idx="5"/>
            <a:endCxn id="9" idx="2"/>
          </p:cNvCxnSpPr>
          <p:nvPr/>
        </p:nvCxnSpPr>
        <p:spPr>
          <a:xfrm>
            <a:off x="2750365" y="3022084"/>
            <a:ext cx="560446" cy="44158"/>
          </a:xfrm>
          <a:prstGeom prst="straightConnector1">
            <a:avLst/>
          </a:prstGeom>
          <a:ln>
            <a:solidFill>
              <a:srgbClr val="E7DB02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5792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3B884-0EB9-F198-81FD-C5175034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0080B37-4839-5B00-1278-C045BFA78DCD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Belconnen - BP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8C1AB3-FCB3-9916-F3A2-E64BC9CBEB8F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D4BD1-DF34-99D3-03F0-BCA058462AA6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AC24F55-EE7B-469A-F67D-30A798849716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178B17D-CFA4-557D-B0A9-F3DDE1BAE9C0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108AD85-4AF3-5F3B-6283-12168C207F0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F9194F6F-B118-7108-EED1-5801E548D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4613D236-17F7-1137-DF83-D163223BA19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4E5CE153-0837-96DF-344A-78BA73261B0A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1E9CA24D-1306-B483-5673-80C68E80FC4F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72100B5-E328-A2F2-FE7F-9343B4629142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9EAF70A5-9CE5-DBC3-445E-48A392BB8C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6F5BCBE5-38C7-F3EC-7525-586FFA83BA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9F0E8D63-4F84-DFED-C211-9BE93BFE294F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9298CD1-F348-8A31-8DB1-CC26DC2D2F78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2FD67F44-3578-3882-79C8-83C76A268D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228D3ECF-809E-D111-2AF0-9905CC7896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DD05FA8-9CEF-8F63-5634-EEDAA63856DC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8A1F5AF2-1C34-629F-4621-827129CB5240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719D6C13-6E9C-7738-B669-D048B6CCFA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C3F7FDA3-9506-6261-27C4-89162B6A45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36E1825E-2AFE-84B8-E2A0-A9357A04E014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8903E9C5-DEEA-79B5-2159-EC6BE03B8DCD}"/>
              </a:ext>
            </a:extLst>
          </p:cNvPr>
          <p:cNvSpPr/>
          <p:nvPr/>
        </p:nvSpPr>
        <p:spPr>
          <a:xfrm>
            <a:off x="2942015" y="439118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3898F6C-7E95-C4CF-D7A1-EF66B35E10B7}"/>
              </a:ext>
            </a:extLst>
          </p:cNvPr>
          <p:cNvSpPr/>
          <p:nvPr/>
        </p:nvSpPr>
        <p:spPr>
          <a:xfrm>
            <a:off x="2509823" y="533234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B21F0D6-8056-EB9A-D210-CAA0C0CF7D49}"/>
              </a:ext>
            </a:extLst>
          </p:cNvPr>
          <p:cNvSpPr/>
          <p:nvPr/>
        </p:nvSpPr>
        <p:spPr>
          <a:xfrm>
            <a:off x="2024098" y="438277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AEE2C26-A797-2F2C-7F0F-91F96848F472}"/>
              </a:ext>
            </a:extLst>
          </p:cNvPr>
          <p:cNvSpPr/>
          <p:nvPr/>
        </p:nvSpPr>
        <p:spPr>
          <a:xfrm>
            <a:off x="982088" y="409444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540D02F-EE51-972C-3DCA-6CC71B237C0C}"/>
              </a:ext>
            </a:extLst>
          </p:cNvPr>
          <p:cNvSpPr/>
          <p:nvPr/>
        </p:nvSpPr>
        <p:spPr>
          <a:xfrm>
            <a:off x="3956268" y="409377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1CE55F3-5904-2DC1-FF58-08A55374199D}"/>
              </a:ext>
            </a:extLst>
          </p:cNvPr>
          <p:cNvSpPr/>
          <p:nvPr/>
        </p:nvSpPr>
        <p:spPr>
          <a:xfrm>
            <a:off x="2294670" y="389130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1D2F27E-0669-A2E7-7A7B-F14DD1CB60DF}"/>
              </a:ext>
            </a:extLst>
          </p:cNvPr>
          <p:cNvSpPr/>
          <p:nvPr/>
        </p:nvSpPr>
        <p:spPr>
          <a:xfrm>
            <a:off x="3014219" y="366035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CDB865-4F34-526F-D654-078FFF232BD3}"/>
              </a:ext>
            </a:extLst>
          </p:cNvPr>
          <p:cNvSpPr/>
          <p:nvPr/>
        </p:nvSpPr>
        <p:spPr>
          <a:xfrm>
            <a:off x="2372410" y="332726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891D043-6CAE-F0BB-DF1C-5EB2DC3843CD}"/>
              </a:ext>
            </a:extLst>
          </p:cNvPr>
          <p:cNvSpPr/>
          <p:nvPr/>
        </p:nvSpPr>
        <p:spPr>
          <a:xfrm>
            <a:off x="2762913" y="27960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04B82A-EA58-45FC-7A15-9FFAA498861F}"/>
              </a:ext>
            </a:extLst>
          </p:cNvPr>
          <p:cNvSpPr/>
          <p:nvPr/>
        </p:nvSpPr>
        <p:spPr>
          <a:xfrm>
            <a:off x="4072813" y="288616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8666C731-0656-A936-1344-7BBACE9B36F2}"/>
              </a:ext>
            </a:extLst>
          </p:cNvPr>
          <p:cNvSpPr/>
          <p:nvPr/>
        </p:nvSpPr>
        <p:spPr>
          <a:xfrm>
            <a:off x="1130800" y="28591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2BB6BEA-ED3D-07B9-C0C8-B3618DC5FCB5}"/>
              </a:ext>
            </a:extLst>
          </p:cNvPr>
          <p:cNvSpPr txBox="1"/>
          <p:nvPr/>
        </p:nvSpPr>
        <p:spPr>
          <a:xfrm>
            <a:off x="5070909" y="1361185"/>
            <a:ext cx="378621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 options: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Wide wingers could stretch their defenders.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7D558B3-DD22-8039-B19F-4735852D71C7}"/>
              </a:ext>
            </a:extLst>
          </p:cNvPr>
          <p:cNvSpPr/>
          <p:nvPr/>
        </p:nvSpPr>
        <p:spPr>
          <a:xfrm>
            <a:off x="1949457" y="269166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5A3DFDA-AA0C-63C6-BD47-603BBCEDFAB0}"/>
              </a:ext>
            </a:extLst>
          </p:cNvPr>
          <p:cNvSpPr/>
          <p:nvPr/>
        </p:nvSpPr>
        <p:spPr>
          <a:xfrm>
            <a:off x="2597262" y="266878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B95CDE0-EDE9-D67E-18FE-5B0D3E5CC625}"/>
              </a:ext>
            </a:extLst>
          </p:cNvPr>
          <p:cNvSpPr/>
          <p:nvPr/>
        </p:nvSpPr>
        <p:spPr>
          <a:xfrm>
            <a:off x="3258657" y="267286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12771162-59D7-3F5E-E455-1110541BC7FF}"/>
              </a:ext>
            </a:extLst>
          </p:cNvPr>
          <p:cNvCxnSpPr>
            <a:cxnSpLocks/>
            <a:stCxn id="17" idx="3"/>
          </p:cNvCxnSpPr>
          <p:nvPr/>
        </p:nvCxnSpPr>
        <p:spPr>
          <a:xfrm flipH="1">
            <a:off x="1455174" y="2845307"/>
            <a:ext cx="520643" cy="0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571F9F8-4008-BCEF-362A-882B27C01CC1}"/>
              </a:ext>
            </a:extLst>
          </p:cNvPr>
          <p:cNvCxnSpPr>
            <a:cxnSpLocks/>
            <a:stCxn id="38" idx="6"/>
          </p:cNvCxnSpPr>
          <p:nvPr/>
        </p:nvCxnSpPr>
        <p:spPr>
          <a:xfrm>
            <a:off x="3438657" y="2762866"/>
            <a:ext cx="517611" cy="0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555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2212CE-3E52-4A45-E793-2C0AD2C5B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A86CDC-2F08-99AB-037C-5F5A0660579B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Belconnen - BP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EBDACE-A346-838A-92B0-7F51968E1C81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CD3CB2-DAF5-E06B-FAAB-D9D28F99D72E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3B88B-F099-10C3-52C5-33B929C1495E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2A473EC-50B4-1122-A552-290A864290CF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E40638F-2314-88FF-3BE3-27EC24EA393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DECCCA88-8141-F667-4535-3A6FD7C5D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1DB0ACF7-3C0D-97BF-5E5F-F6F9299CBD04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822D075A-9B2B-61BE-3E84-F27123EC38DC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EB1D221C-7CEF-F717-B7E0-D5F0F2172866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C5468EDB-A940-5D1B-02F1-2A5E2DBCA633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569E6BF1-9406-5F9C-A0DE-C3CA19ECCF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55CD9BB1-1E2D-3369-7BB7-6D0C90271F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20CB04AC-573A-B8FA-2261-01735831F399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DC95DF80-2A95-4607-87B5-1F6C0749ECC4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6AD0204B-7CC4-4F3C-9F82-4F52203892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15A91CE2-AB5D-4FA1-26B8-E324B1356C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13BB4656-D2D6-1B01-8970-82C14B545819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69C9B361-FAE6-AE8E-DE78-C95CF2FC5093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0B80D3C0-5799-853C-3A95-63B06CF5BE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D2F4BFFC-7E52-63A3-75FA-79F19B629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CA4349AE-B59B-F2FE-36D6-D04DF954A594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4" name="Oval 3">
            <a:extLst>
              <a:ext uri="{FF2B5EF4-FFF2-40B4-BE49-F238E27FC236}">
                <a16:creationId xmlns:a16="http://schemas.microsoft.com/office/drawing/2014/main" id="{8DF70576-6C8B-142B-A7C9-70F2CC3564BD}"/>
              </a:ext>
            </a:extLst>
          </p:cNvPr>
          <p:cNvSpPr/>
          <p:nvPr/>
        </p:nvSpPr>
        <p:spPr>
          <a:xfrm>
            <a:off x="2942015" y="439118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604E4C4-17E1-7248-17F2-DC66AD7CEF8A}"/>
              </a:ext>
            </a:extLst>
          </p:cNvPr>
          <p:cNvSpPr/>
          <p:nvPr/>
        </p:nvSpPr>
        <p:spPr>
          <a:xfrm>
            <a:off x="2509823" y="533234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GK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4603940-3A58-124E-A91A-CB832C9DC69F}"/>
              </a:ext>
            </a:extLst>
          </p:cNvPr>
          <p:cNvSpPr/>
          <p:nvPr/>
        </p:nvSpPr>
        <p:spPr>
          <a:xfrm>
            <a:off x="2024098" y="438277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741872-F01C-0C9A-BBC4-CC61318F538C}"/>
              </a:ext>
            </a:extLst>
          </p:cNvPr>
          <p:cNvSpPr/>
          <p:nvPr/>
        </p:nvSpPr>
        <p:spPr>
          <a:xfrm>
            <a:off x="982088" y="409444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66C509B-08CD-CB82-2CAA-8DBC051DF179}"/>
              </a:ext>
            </a:extLst>
          </p:cNvPr>
          <p:cNvSpPr/>
          <p:nvPr/>
        </p:nvSpPr>
        <p:spPr>
          <a:xfrm>
            <a:off x="3956268" y="409377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6BFC77-5CFD-9F4B-ABE2-EB0653F21C9E}"/>
              </a:ext>
            </a:extLst>
          </p:cNvPr>
          <p:cNvSpPr/>
          <p:nvPr/>
        </p:nvSpPr>
        <p:spPr>
          <a:xfrm>
            <a:off x="2294670" y="3891306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02AB618-E2DE-2F0C-4DF1-8B1B2B4D5A91}"/>
              </a:ext>
            </a:extLst>
          </p:cNvPr>
          <p:cNvSpPr/>
          <p:nvPr/>
        </p:nvSpPr>
        <p:spPr>
          <a:xfrm>
            <a:off x="3014219" y="366035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F59A955-2479-83E5-B3C1-F8220B37C90B}"/>
              </a:ext>
            </a:extLst>
          </p:cNvPr>
          <p:cNvSpPr/>
          <p:nvPr/>
        </p:nvSpPr>
        <p:spPr>
          <a:xfrm>
            <a:off x="2372410" y="332726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D6FF5E3-C10C-E1AB-D650-057DF41FFF09}"/>
              </a:ext>
            </a:extLst>
          </p:cNvPr>
          <p:cNvSpPr/>
          <p:nvPr/>
        </p:nvSpPr>
        <p:spPr>
          <a:xfrm>
            <a:off x="2762913" y="279604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AF9C2CB-DD28-5349-425B-224AE547B0B2}"/>
              </a:ext>
            </a:extLst>
          </p:cNvPr>
          <p:cNvSpPr/>
          <p:nvPr/>
        </p:nvSpPr>
        <p:spPr>
          <a:xfrm>
            <a:off x="4072813" y="2886162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522836E7-5CCF-B824-9A38-394E3E26B524}"/>
              </a:ext>
            </a:extLst>
          </p:cNvPr>
          <p:cNvSpPr/>
          <p:nvPr/>
        </p:nvSpPr>
        <p:spPr>
          <a:xfrm>
            <a:off x="1130800" y="2859164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1D34F7-3FB3-0DBA-883A-F46D995998F9}"/>
              </a:ext>
            </a:extLst>
          </p:cNvPr>
          <p:cNvSpPr txBox="1"/>
          <p:nvPr/>
        </p:nvSpPr>
        <p:spPr>
          <a:xfrm>
            <a:off x="5070909" y="1361185"/>
            <a:ext cx="378621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 options: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This could open passing or forward run options.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A9FDBCF3-855E-35F5-01CC-24AF7EB08867}"/>
              </a:ext>
            </a:extLst>
          </p:cNvPr>
          <p:cNvSpPr/>
          <p:nvPr/>
        </p:nvSpPr>
        <p:spPr>
          <a:xfrm>
            <a:off x="2597262" y="266878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C317B3F-7B83-CC33-0985-9CA0CB981488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1917290" y="2497394"/>
            <a:ext cx="492025" cy="866778"/>
          </a:xfrm>
          <a:prstGeom prst="straightConnector1">
            <a:avLst/>
          </a:prstGeom>
          <a:ln>
            <a:solidFill>
              <a:srgbClr val="E7DB0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>
            <a:extLst>
              <a:ext uri="{FF2B5EF4-FFF2-40B4-BE49-F238E27FC236}">
                <a16:creationId xmlns:a16="http://schemas.microsoft.com/office/drawing/2014/main" id="{EE362E2C-50BC-295B-341E-B3B7B99173E0}"/>
              </a:ext>
            </a:extLst>
          </p:cNvPr>
          <p:cNvSpPr/>
          <p:nvPr/>
        </p:nvSpPr>
        <p:spPr>
          <a:xfrm>
            <a:off x="3892837" y="266795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CF39DF8-60EF-07D7-3469-77A6CDB1DC21}"/>
              </a:ext>
            </a:extLst>
          </p:cNvPr>
          <p:cNvSpPr/>
          <p:nvPr/>
        </p:nvSpPr>
        <p:spPr>
          <a:xfrm>
            <a:off x="1325107" y="2726081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04EB855-3542-7058-121A-3A093A5E46A7}"/>
              </a:ext>
            </a:extLst>
          </p:cNvPr>
          <p:cNvCxnSpPr>
            <a:cxnSpLocks/>
            <a:stCxn id="12" idx="0"/>
          </p:cNvCxnSpPr>
          <p:nvPr/>
        </p:nvCxnSpPr>
        <p:spPr>
          <a:xfrm flipV="1">
            <a:off x="3140219" y="2301433"/>
            <a:ext cx="458387" cy="1358918"/>
          </a:xfrm>
          <a:prstGeom prst="straightConnector1">
            <a:avLst/>
          </a:prstGeom>
          <a:ln>
            <a:solidFill>
              <a:srgbClr val="E7DB0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9" name="Picture 48" descr="nike-soccer-ball-png.jpg">
            <a:extLst>
              <a:ext uri="{FF2B5EF4-FFF2-40B4-BE49-F238E27FC236}">
                <a16:creationId xmlns:a16="http://schemas.microsoft.com/office/drawing/2014/main" id="{11DDB099-4703-C1BE-F06E-D234219F72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550225" y="2172777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1004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6947A-7B51-B7CB-8542-FB4AC828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AE4343-995B-4C71-BB41-41A5A1FA2587}"/>
              </a:ext>
            </a:extLst>
          </p:cNvPr>
          <p:cNvSpPr/>
          <p:nvPr/>
        </p:nvSpPr>
        <p:spPr>
          <a:xfrm>
            <a:off x="0" y="0"/>
            <a:ext cx="9144000" cy="9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>
                <a:solidFill>
                  <a:srgbClr val="FFFFFF"/>
                </a:solidFill>
                <a:latin typeface="Segoe UI Black"/>
              </a:defRPr>
            </a:pPr>
            <a:r>
              <a:rPr kumimoji="0" lang="en-AU" sz="20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40000"/>
                    <a:lumOff val="60000"/>
                  </a:schemeClr>
                </a:solidFill>
                <a:effectLst/>
                <a:uLnTx/>
                <a:uFillTx/>
                <a:latin typeface="Segoe UI Black"/>
                <a:ea typeface="+mn-ea"/>
                <a:cs typeface="+mn-cs"/>
              </a:rPr>
              <a:t>Belconnen – BPO shape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40000"/>
                  <a:lumOff val="60000"/>
                </a:schemeClr>
              </a:solidFill>
              <a:effectLst/>
              <a:uLnTx/>
              <a:uFillTx/>
              <a:latin typeface="Segoe UI Black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EF7830-4C2D-D437-7ABB-B0C56A5DFCFD}"/>
              </a:ext>
            </a:extLst>
          </p:cNvPr>
          <p:cNvSpPr/>
          <p:nvPr/>
        </p:nvSpPr>
        <p:spPr>
          <a:xfrm>
            <a:off x="0" y="6389148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CA0E60-57D1-5AF2-4E9B-59CE76C0F228}"/>
              </a:ext>
            </a:extLst>
          </p:cNvPr>
          <p:cNvSpPr/>
          <p:nvPr/>
        </p:nvSpPr>
        <p:spPr>
          <a:xfrm>
            <a:off x="-3249" y="936000"/>
            <a:ext cx="9144000" cy="10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rgbClr val="000000"/>
                </a:solidFill>
                <a:latin typeface="Segoe UI"/>
              </a:defRPr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112737-8970-2D09-239B-DE75C72B382E}"/>
              </a:ext>
            </a:extLst>
          </p:cNvPr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rgbClr val="00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FFDD33"/>
                </a:solidFill>
              </a:defRPr>
            </a:pP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FFDD33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41830C4-EE81-82B1-882F-5E9B99F27123}"/>
              </a:ext>
            </a:extLst>
          </p:cNvPr>
          <p:cNvGrpSpPr>
            <a:grpSpLocks noChangeAspect="1"/>
          </p:cNvGrpSpPr>
          <p:nvPr/>
        </p:nvGrpSpPr>
        <p:grpSpPr>
          <a:xfrm>
            <a:off x="859884" y="1236062"/>
            <a:ext cx="3590866" cy="4971384"/>
            <a:chOff x="4797079" y="939903"/>
            <a:chExt cx="4064640" cy="5627298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EB5F07A-DACB-9684-5E69-94C7CA0D2BB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797079" y="1075558"/>
              <a:ext cx="4064640" cy="5354146"/>
              <a:chOff x="317096" y="1112343"/>
              <a:chExt cx="4064640" cy="5354146"/>
            </a:xfrm>
          </p:grpSpPr>
          <p:sp>
            <p:nvSpPr>
              <p:cNvPr id="24" name="Shape 131">
                <a:extLst>
                  <a:ext uri="{FF2B5EF4-FFF2-40B4-BE49-F238E27FC236}">
                    <a16:creationId xmlns:a16="http://schemas.microsoft.com/office/drawing/2014/main" id="{A7832603-3C02-B1EA-9E26-0E2A6842B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1486" y="1114026"/>
                <a:ext cx="4060250" cy="5352463"/>
              </a:xfrm>
              <a:prstGeom prst="rect">
                <a:avLst/>
              </a:prstGeom>
              <a:noFill/>
              <a:ln w="1587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91425" tIns="91425" rIns="91425" bIns="91425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cxnSp>
            <p:nvCxnSpPr>
              <p:cNvPr id="25" name="Shape 132">
                <a:extLst>
                  <a:ext uri="{FF2B5EF4-FFF2-40B4-BE49-F238E27FC236}">
                    <a16:creationId xmlns:a16="http://schemas.microsoft.com/office/drawing/2014/main" id="{14D86468-D3E3-B558-A0D7-B82B67E5B90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17096" y="3790257"/>
                <a:ext cx="4060250" cy="0"/>
              </a:xfrm>
              <a:prstGeom prst="straightConnector1">
                <a:avLst/>
              </a:prstGeom>
              <a:noFill/>
              <a:ln w="15875">
                <a:solidFill>
                  <a:schemeClr val="bg1"/>
                </a:solidFill>
                <a:round/>
                <a:headEnd type="none" w="lg" len="lg"/>
                <a:tailEnd type="none" w="lg" len="lg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</p:cxn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E263B1F-B439-DD68-6D48-C6C2A9EABE85}"/>
                  </a:ext>
                </a:extLst>
              </p:cNvPr>
              <p:cNvSpPr/>
              <p:nvPr/>
            </p:nvSpPr>
            <p:spPr>
              <a:xfrm>
                <a:off x="1824723" y="3263332"/>
                <a:ext cx="1053848" cy="1053848"/>
              </a:xfrm>
              <a:prstGeom prst="ellipse">
                <a:avLst/>
              </a:prstGeom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C99C3A8-36F9-4B96-6F6C-B25650EA1D46}"/>
                  </a:ext>
                </a:extLst>
              </p:cNvPr>
              <p:cNvSpPr/>
              <p:nvPr/>
            </p:nvSpPr>
            <p:spPr>
              <a:xfrm flipH="1">
                <a:off x="2316626" y="3761761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+mn-cs"/>
                </a:endParaRP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60D8890C-933E-A5D4-A253-8638D99A3FF5}"/>
                  </a:ext>
                </a:extLst>
              </p:cNvPr>
              <p:cNvGrpSpPr/>
              <p:nvPr userDrawn="1"/>
            </p:nvGrpSpPr>
            <p:grpSpPr>
              <a:xfrm>
                <a:off x="1122741" y="1112343"/>
                <a:ext cx="2483799" cy="829262"/>
                <a:chOff x="1296391" y="937824"/>
                <a:chExt cx="3100916" cy="1035298"/>
              </a:xfrm>
            </p:grpSpPr>
            <p:sp>
              <p:nvSpPr>
                <p:cNvPr id="33" name="Shape 131">
                  <a:extLst>
                    <a:ext uri="{FF2B5EF4-FFF2-40B4-BE49-F238E27FC236}">
                      <a16:creationId xmlns:a16="http://schemas.microsoft.com/office/drawing/2014/main" id="{285EE8CC-069C-9FA5-9543-9FCE28B536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96391" y="938635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4" name="Shape 131">
                  <a:extLst>
                    <a:ext uri="{FF2B5EF4-FFF2-40B4-BE49-F238E27FC236}">
                      <a16:creationId xmlns:a16="http://schemas.microsoft.com/office/drawing/2014/main" id="{70BF287C-C535-7893-A0B3-BAB2F0ABB9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37824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A26E0462-1C5B-4F71-EB12-6E31DEFCD861}"/>
                    </a:ext>
                  </a:extLst>
                </p:cNvPr>
                <p:cNvSpPr/>
                <p:nvPr userDrawn="1"/>
              </p:nvSpPr>
              <p:spPr>
                <a:xfrm flipH="1">
                  <a:off x="2786905" y="1602714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182C1F1B-C837-D18E-6FD0-C79D43D2940C}"/>
                  </a:ext>
                </a:extLst>
              </p:cNvPr>
              <p:cNvGrpSpPr/>
              <p:nvPr userDrawn="1"/>
            </p:nvGrpSpPr>
            <p:grpSpPr>
              <a:xfrm flipV="1">
                <a:off x="1127034" y="5630147"/>
                <a:ext cx="2483799" cy="835531"/>
                <a:chOff x="1301751" y="942980"/>
                <a:chExt cx="3100916" cy="1043124"/>
              </a:xfrm>
            </p:grpSpPr>
            <p:sp>
              <p:nvSpPr>
                <p:cNvPr id="30" name="Shape 131">
                  <a:extLst>
                    <a:ext uri="{FF2B5EF4-FFF2-40B4-BE49-F238E27FC236}">
                      <a16:creationId xmlns:a16="http://schemas.microsoft.com/office/drawing/2014/main" id="{E9752001-0E2C-ADA6-E76C-515B9C9E59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301751" y="951617"/>
                  <a:ext cx="3100916" cy="1034487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1" name="Shape 131">
                  <a:extLst>
                    <a:ext uri="{FF2B5EF4-FFF2-40B4-BE49-F238E27FC236}">
                      <a16:creationId xmlns:a16="http://schemas.microsoft.com/office/drawing/2014/main" id="{91D04481-11B6-79FC-994A-3C78883565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72785" y="942980"/>
                  <a:ext cx="1315595" cy="394704"/>
                </a:xfrm>
                <a:prstGeom prst="rect">
                  <a:avLst/>
                </a:prstGeom>
                <a:noFill/>
                <a:ln w="15875">
                  <a:solidFill>
                    <a:schemeClr val="bg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91425" tIns="91425" rIns="91425" bIns="91425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B1E8329-D8A8-0E83-BD1F-11350389F4B1}"/>
                    </a:ext>
                  </a:extLst>
                </p:cNvPr>
                <p:cNvSpPr/>
                <p:nvPr userDrawn="1"/>
              </p:nvSpPr>
              <p:spPr>
                <a:xfrm flipH="1">
                  <a:off x="2802984" y="1661080"/>
                  <a:ext cx="44944" cy="44944"/>
                </a:xfrm>
                <a:prstGeom prst="ellipse">
                  <a:avLst/>
                </a:prstGeom>
                <a:solidFill>
                  <a:schemeClr val="bg1"/>
                </a:solidFill>
                <a:ln w="15875">
                  <a:solidFill>
                    <a:schemeClr val="bg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0" name="Partial Circle 19">
              <a:extLst>
                <a:ext uri="{FF2B5EF4-FFF2-40B4-BE49-F238E27FC236}">
                  <a16:creationId xmlns:a16="http://schemas.microsoft.com/office/drawing/2014/main" id="{7B671153-B0CF-EBE2-AFB6-9E2E0F0A6263}"/>
                </a:ext>
              </a:extLst>
            </p:cNvPr>
            <p:cNvSpPr/>
            <p:nvPr/>
          </p:nvSpPr>
          <p:spPr>
            <a:xfrm>
              <a:off x="6341905" y="1667449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1" name="Shape 131">
              <a:extLst>
                <a:ext uri="{FF2B5EF4-FFF2-40B4-BE49-F238E27FC236}">
                  <a16:creationId xmlns:a16="http://schemas.microsoft.com/office/drawing/2014/main" id="{976C1B32-D6D9-A369-106E-FBAC77B0F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0817" y="939903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2" name="Shape 131">
              <a:extLst>
                <a:ext uri="{FF2B5EF4-FFF2-40B4-BE49-F238E27FC236}">
                  <a16:creationId xmlns:a16="http://schemas.microsoft.com/office/drawing/2014/main" id="{A740FA89-E49E-3111-45FC-D47782D2D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82962" y="6430694"/>
              <a:ext cx="489630" cy="136507"/>
            </a:xfrm>
            <a:prstGeom prst="rect">
              <a:avLst/>
            </a:prstGeom>
            <a:noFill/>
            <a:ln w="158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  <p:txBody>
            <a:bodyPr lIns="91425" tIns="91425" rIns="91425" bIns="91425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Partial Circle 22">
              <a:extLst>
                <a:ext uri="{FF2B5EF4-FFF2-40B4-BE49-F238E27FC236}">
                  <a16:creationId xmlns:a16="http://schemas.microsoft.com/office/drawing/2014/main" id="{880E6DD7-1295-8503-E64E-C7CF5B0A8F41}"/>
                </a:ext>
              </a:extLst>
            </p:cNvPr>
            <p:cNvSpPr/>
            <p:nvPr/>
          </p:nvSpPr>
          <p:spPr>
            <a:xfrm rot="10800000">
              <a:off x="6345016" y="5353243"/>
              <a:ext cx="930858" cy="478387"/>
            </a:xfrm>
            <a:prstGeom prst="pie">
              <a:avLst>
                <a:gd name="adj1" fmla="val 0"/>
                <a:gd name="adj2" fmla="val 10772623"/>
              </a:avLst>
            </a:prstGeom>
            <a:noFill/>
            <a:ln w="15875" cap="flat">
              <a:solidFill>
                <a:schemeClr val="bg1"/>
              </a:solidFill>
            </a:ln>
            <a:effectLst>
              <a:outerShdw blurRad="40000" dist="23000" dir="5400000" rotWithShape="0">
                <a:schemeClr val="bg1">
                  <a:alpha val="35000"/>
                </a:scheme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A6565152-8366-AB73-24B5-C4DF0F9D718E}"/>
              </a:ext>
            </a:extLst>
          </p:cNvPr>
          <p:cNvSpPr txBox="1"/>
          <p:nvPr/>
        </p:nvSpPr>
        <p:spPr>
          <a:xfrm>
            <a:off x="5337859" y="1361185"/>
            <a:ext cx="3462191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BP options: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AU" sz="16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352 is strong centrally.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AU" sz="1600" dirty="0">
              <a:solidFill>
                <a:prstClr val="white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AU" sz="160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We might have more success in wide areas if our fullbacks can get forward.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AU" sz="1600" dirty="0">
                <a:solidFill>
                  <a:prstClr val="white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Maybe 2v1 opportunities.</a:t>
            </a: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AU" sz="160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C1E7EF87-4B78-E8E6-0214-563D73094525}"/>
              </a:ext>
            </a:extLst>
          </p:cNvPr>
          <p:cNvSpPr/>
          <p:nvPr/>
        </p:nvSpPr>
        <p:spPr>
          <a:xfrm>
            <a:off x="1949457" y="255401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5A97CA7-53A0-2527-58E5-730062E70323}"/>
              </a:ext>
            </a:extLst>
          </p:cNvPr>
          <p:cNvSpPr/>
          <p:nvPr/>
        </p:nvSpPr>
        <p:spPr>
          <a:xfrm>
            <a:off x="2560202" y="1457220"/>
            <a:ext cx="180000" cy="180000"/>
          </a:xfrm>
          <a:prstGeom prst="ellipse">
            <a:avLst/>
          </a:prstGeom>
          <a:solidFill>
            <a:srgbClr val="7030A0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EF75E55-656A-393D-9B8A-8AD230748852}"/>
              </a:ext>
            </a:extLst>
          </p:cNvPr>
          <p:cNvSpPr/>
          <p:nvPr/>
        </p:nvSpPr>
        <p:spPr>
          <a:xfrm>
            <a:off x="2597262" y="253113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FC3A2574-F5B3-9E7B-D291-1F752BF2AE7E}"/>
              </a:ext>
            </a:extLst>
          </p:cNvPr>
          <p:cNvSpPr/>
          <p:nvPr/>
        </p:nvSpPr>
        <p:spPr>
          <a:xfrm>
            <a:off x="3368764" y="2596631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06223BC-959E-963A-C884-4CF09187E4B9}"/>
              </a:ext>
            </a:extLst>
          </p:cNvPr>
          <p:cNvSpPr/>
          <p:nvPr/>
        </p:nvSpPr>
        <p:spPr>
          <a:xfrm>
            <a:off x="1478228" y="342560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1A36ACB-3931-AA07-80AF-CDF872CB4477}"/>
              </a:ext>
            </a:extLst>
          </p:cNvPr>
          <p:cNvSpPr/>
          <p:nvPr/>
        </p:nvSpPr>
        <p:spPr>
          <a:xfrm>
            <a:off x="4028318" y="3378087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23212BC-B1DD-1C53-91B9-4533644C74C5}"/>
              </a:ext>
            </a:extLst>
          </p:cNvPr>
          <p:cNvSpPr/>
          <p:nvPr/>
        </p:nvSpPr>
        <p:spPr>
          <a:xfrm>
            <a:off x="2345710" y="3109100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AB79A1B-3816-0CFB-0569-DCBF380973D9}"/>
              </a:ext>
            </a:extLst>
          </p:cNvPr>
          <p:cNvSpPr/>
          <p:nvPr/>
        </p:nvSpPr>
        <p:spPr>
          <a:xfrm>
            <a:off x="2834382" y="3223558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97EC1605-E356-B38B-1373-F59B740F63AC}"/>
              </a:ext>
            </a:extLst>
          </p:cNvPr>
          <p:cNvSpPr/>
          <p:nvPr/>
        </p:nvSpPr>
        <p:spPr>
          <a:xfrm>
            <a:off x="2552251" y="3594392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6F82F637-AF69-0DFD-FCEF-4AD1D82800E7}"/>
              </a:ext>
            </a:extLst>
          </p:cNvPr>
          <p:cNvSpPr/>
          <p:nvPr/>
        </p:nvSpPr>
        <p:spPr>
          <a:xfrm>
            <a:off x="2957002" y="4209343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A0F4DB1-E91E-4823-BDE5-EE882E4485A5}"/>
              </a:ext>
            </a:extLst>
          </p:cNvPr>
          <p:cNvSpPr/>
          <p:nvPr/>
        </p:nvSpPr>
        <p:spPr>
          <a:xfrm>
            <a:off x="2228109" y="4184086"/>
            <a:ext cx="180000" cy="180000"/>
          </a:xfrm>
          <a:prstGeom prst="ellipse">
            <a:avLst/>
          </a:prstGeom>
          <a:solidFill>
            <a:schemeClr val="accent3"/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endParaRPr lang="en-US" sz="8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D0339C-FFAD-C45A-EB6C-25E736D14684}"/>
              </a:ext>
            </a:extLst>
          </p:cNvPr>
          <p:cNvSpPr/>
          <p:nvPr/>
        </p:nvSpPr>
        <p:spPr>
          <a:xfrm>
            <a:off x="3167503" y="436921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3FE9A35-E8C2-29FE-2122-68159614CF2D}"/>
              </a:ext>
            </a:extLst>
          </p:cNvPr>
          <p:cNvSpPr/>
          <p:nvPr/>
        </p:nvSpPr>
        <p:spPr>
          <a:xfrm>
            <a:off x="2338022" y="441603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B7F34D-277A-0383-E577-6C9BC3635E49}"/>
              </a:ext>
            </a:extLst>
          </p:cNvPr>
          <p:cNvSpPr/>
          <p:nvPr/>
        </p:nvSpPr>
        <p:spPr>
          <a:xfrm>
            <a:off x="2294670" y="377361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6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811F25A-AD0A-61CC-6925-449FF1437AD8}"/>
              </a:ext>
            </a:extLst>
          </p:cNvPr>
          <p:cNvSpPr/>
          <p:nvPr/>
        </p:nvSpPr>
        <p:spPr>
          <a:xfrm>
            <a:off x="2996468" y="334674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8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ACAC373-CBA8-5C4A-8177-37E4D892A980}"/>
              </a:ext>
            </a:extLst>
          </p:cNvPr>
          <p:cNvSpPr/>
          <p:nvPr/>
        </p:nvSpPr>
        <p:spPr>
          <a:xfrm>
            <a:off x="2372410" y="3327267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10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40516F5-3AD6-FFC5-DF54-1C603C5D35C9}"/>
              </a:ext>
            </a:extLst>
          </p:cNvPr>
          <p:cNvSpPr/>
          <p:nvPr/>
        </p:nvSpPr>
        <p:spPr>
          <a:xfrm>
            <a:off x="2535270" y="2787325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9</a:t>
            </a:r>
          </a:p>
        </p:txBody>
      </p:sp>
      <p:pic>
        <p:nvPicPr>
          <p:cNvPr id="44" name="Picture 43" descr="nike-soccer-ball-png.jpg">
            <a:extLst>
              <a:ext uri="{FF2B5EF4-FFF2-40B4-BE49-F238E27FC236}">
                <a16:creationId xmlns:a16="http://schemas.microsoft.com/office/drawing/2014/main" id="{51945C7E-66B5-73DF-B5B1-397FCB54367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74" t="12790" r="38925" b="17107"/>
          <a:stretch/>
        </p:blipFill>
        <p:spPr>
          <a:xfrm rot="10800000" flipH="1" flipV="1">
            <a:off x="3958524" y="4071932"/>
            <a:ext cx="126000" cy="124934"/>
          </a:xfrm>
          <a:prstGeom prst="ellipse">
            <a:avLst/>
          </a:prstGeom>
          <a:ln w="6350" cmpd="sng">
            <a:solidFill>
              <a:schemeClr val="tx1"/>
            </a:solidFill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7A17CBFB-13A4-A312-DF65-D7CAC52E434B}"/>
              </a:ext>
            </a:extLst>
          </p:cNvPr>
          <p:cNvSpPr/>
          <p:nvPr/>
        </p:nvSpPr>
        <p:spPr>
          <a:xfrm>
            <a:off x="1323416" y="290271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Arial"/>
              </a:rPr>
              <a:t>11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20B107-46D6-0DAC-2A4C-9E4F5C0986A1}"/>
              </a:ext>
            </a:extLst>
          </p:cNvPr>
          <p:cNvSpPr/>
          <p:nvPr/>
        </p:nvSpPr>
        <p:spPr>
          <a:xfrm>
            <a:off x="3992318" y="2766119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tx1"/>
                </a:solidFill>
                <a:latin typeface="Arial"/>
              </a:rPr>
              <a:t>7</a:t>
            </a:r>
            <a:endParaRPr kumimoji="0" lang="en-US" sz="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02FFF94-0A94-5685-DA45-8ACDA7333B3B}"/>
              </a:ext>
            </a:extLst>
          </p:cNvPr>
          <p:cNvSpPr/>
          <p:nvPr/>
        </p:nvSpPr>
        <p:spPr>
          <a:xfrm>
            <a:off x="3915591" y="4164031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ED4BDC73-9242-4F38-947D-BDBE62BF7620}"/>
              </a:ext>
            </a:extLst>
          </p:cNvPr>
          <p:cNvSpPr/>
          <p:nvPr/>
        </p:nvSpPr>
        <p:spPr>
          <a:xfrm>
            <a:off x="1459900" y="4298660"/>
            <a:ext cx="252000" cy="25200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22225"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6C161-424D-6299-3F5E-4147BB09EA88}"/>
              </a:ext>
            </a:extLst>
          </p:cNvPr>
          <p:cNvSpPr/>
          <p:nvPr/>
        </p:nvSpPr>
        <p:spPr>
          <a:xfrm>
            <a:off x="3726425" y="2531137"/>
            <a:ext cx="593073" cy="2075853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23880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71355</TotalTime>
  <Words>552</Words>
  <Application>Microsoft Office PowerPoint</Application>
  <PresentationFormat>On-screen Show (4:3)</PresentationFormat>
  <Paragraphs>209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Segoe UI</vt:lpstr>
      <vt:lpstr>Segoe UI Black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subject/>
  <dc:creator>scott conlon</dc:creator>
  <cp:keywords/>
  <dc:description/>
  <cp:lastModifiedBy>scott conlon</cp:lastModifiedBy>
  <cp:revision>1</cp:revision>
  <cp:lastPrinted>2025-05-31T08:37:08Z</cp:lastPrinted>
  <dcterms:created xsi:type="dcterms:W3CDTF">2012-12-19T23:59:41Z</dcterms:created>
  <dcterms:modified xsi:type="dcterms:W3CDTF">2026-04-21T02:26:28Z</dcterms:modified>
  <cp:category/>
</cp:coreProperties>
</file>