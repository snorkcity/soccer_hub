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sldIdLst>
    <p:sldId id="672" r:id="rId3"/>
    <p:sldId id="673" r:id="rId4"/>
    <p:sldId id="674" r:id="rId5"/>
    <p:sldId id="5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0FD5E4-C6EF-445C-BA45-5FBBA3EBF33C}" v="2" dt="2026-07-18T23:13:25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8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microsoft.com/office/2016/11/relationships/changesInfo" Target="changesInfos/changesInfo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 conlon" userId="715640cfe8348987" providerId="LiveId" clId="{69B64073-9504-4B6E-9D0F-1C0AE143CAAC}"/>
    <pc:docChg chg="addSld delSld modSld sldOrd">
      <pc:chgData name="scott conlon" userId="715640cfe8348987" providerId="LiveId" clId="{69B64073-9504-4B6E-9D0F-1C0AE143CAAC}" dt="2026-07-18T23:13:27.231" v="4"/>
      <pc:docMkLst>
        <pc:docMk/>
      </pc:docMkLst>
      <pc:sldChg chg="del">
        <pc:chgData name="scott conlon" userId="715640cfe8348987" providerId="LiveId" clId="{69B64073-9504-4B6E-9D0F-1C0AE143CAAC}" dt="2026-07-18T23:13:10.651" v="1" actId="47"/>
        <pc:sldMkLst>
          <pc:docMk/>
          <pc:sldMk cId="3401777988" sldId="256"/>
        </pc:sldMkLst>
      </pc:sldChg>
      <pc:sldChg chg="add ord">
        <pc:chgData name="scott conlon" userId="715640cfe8348987" providerId="LiveId" clId="{69B64073-9504-4B6E-9D0F-1C0AE143CAAC}" dt="2026-07-18T23:13:27.231" v="4"/>
        <pc:sldMkLst>
          <pc:docMk/>
          <pc:sldMk cId="153816750" sldId="566"/>
        </pc:sldMkLst>
      </pc:sldChg>
      <pc:sldChg chg="add">
        <pc:chgData name="scott conlon" userId="715640cfe8348987" providerId="LiveId" clId="{69B64073-9504-4B6E-9D0F-1C0AE143CAAC}" dt="2026-07-18T23:13:25.184" v="2"/>
        <pc:sldMkLst>
          <pc:docMk/>
          <pc:sldMk cId="1448441770" sldId="672"/>
        </pc:sldMkLst>
      </pc:sldChg>
      <pc:sldChg chg="add">
        <pc:chgData name="scott conlon" userId="715640cfe8348987" providerId="LiveId" clId="{69B64073-9504-4B6E-9D0F-1C0AE143CAAC}" dt="2026-07-18T23:13:25.184" v="2"/>
        <pc:sldMkLst>
          <pc:docMk/>
          <pc:sldMk cId="2334350273" sldId="673"/>
        </pc:sldMkLst>
      </pc:sldChg>
      <pc:sldChg chg="add">
        <pc:chgData name="scott conlon" userId="715640cfe8348987" providerId="LiveId" clId="{69B64073-9504-4B6E-9D0F-1C0AE143CAAC}" dt="2026-07-18T23:13:25.184" v="2"/>
        <pc:sldMkLst>
          <pc:docMk/>
          <pc:sldMk cId="3504010459" sldId="6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1785B-DE90-0513-EDAF-95EFF4328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17FA6-68C8-97A7-EB53-A55EE48AD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AAC43-2573-2F7C-A9C2-034730434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17FE1-B45D-42B3-933F-B422C0A80C8C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09D8C-A9F4-6EED-7B80-4FF369B7C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53420-2C5D-E420-5649-A080C29E7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2E9C0-E603-485A-A579-E2B3062377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320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0B5DD-7D42-BFF7-37D6-515775F88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1A740-BEDE-BBA3-70D2-E01C909FE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BDCAD-4D29-B840-15D6-2FBE01F99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17FE1-B45D-42B3-933F-B422C0A80C8C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F4097-6C25-53F1-6258-CF0271272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FCC0F-C5AF-BEE6-228A-310F143B8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2E9C0-E603-485A-A579-E2B3062377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3889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9B29A-82D3-BBAD-D175-7CAA33D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18FEF-3224-C321-0117-CBE636B80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6D3CF-E900-0562-54E9-9C70C3253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17FE1-B45D-42B3-933F-B422C0A80C8C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238FF-9315-2C69-F164-44B113ED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11F8D-5094-9786-727F-2C842E0A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2E9C0-E603-485A-A579-E2B3062377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0362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8A7E9-92FA-D9A1-1575-6FE82A4B9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DC90B-B14B-1C99-2F0C-10890296C0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42357-0C22-FC25-1AD1-72089B34E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CB3B6-03B9-74C4-F52A-63687563E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17FE1-B45D-42B3-933F-B422C0A80C8C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A48C8-55BC-42D1-B509-715D60B90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3D893-447D-3351-E6A7-D79FF812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2E9C0-E603-485A-A579-E2B3062377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4146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7D358-59BD-D4FC-FE25-1B9DE84F4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FBF82-FF16-E833-F725-11C66C35B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A61A0D-76FF-DE27-047E-0BC6F4C83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3FA1A8-D018-7097-880E-A13896FA2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153719-CC83-F6E9-7519-8C95A9081A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423D51-B01F-683C-4C43-ABE6044D2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17FE1-B45D-42B3-933F-B422C0A80C8C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3E93AB-137B-752F-C638-09C108C05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CE72AE-C332-A05E-A7CB-72260E3EE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2E9C0-E603-485A-A579-E2B3062377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5202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C74AC-3847-88B9-02C1-38673F8F6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0ADF34-5E33-3FF9-B159-5C12C313A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17FE1-B45D-42B3-933F-B422C0A80C8C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B2E198-D6AD-9C6C-3A11-9C6B4A833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10A440-B223-6188-0C06-7736F8D55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2E9C0-E603-485A-A579-E2B3062377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328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65987D-61C3-6AFD-23CD-9EE487EDC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17FE1-B45D-42B3-933F-B422C0A80C8C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F3E4F7-733C-B6B2-867A-3E37041A1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E222B-FB21-ABD2-29BA-78633933C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2E9C0-E603-485A-A579-E2B3062377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8995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EC8CA-0CAE-54E5-E580-4EA8210AA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3AEFC-8117-0F2B-D16C-84D52FDC0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4CB0AF-0360-470F-D7A7-2C0D13E2D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120E9-B47B-4EED-73E7-1C222C15C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17FE1-B45D-42B3-933F-B422C0A80C8C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19721-3A02-07FF-5CD9-212D2A2BB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7F7C4-E532-A5FB-3D5A-3C5F63F12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2E9C0-E603-485A-A579-E2B3062377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3883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1BBE0-0287-008F-FC2F-49A0C541F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D81CA6-0FCC-89DC-649B-B186588F0C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B6E544-1903-3D62-35BB-9AC285A4D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BFC14C-E3F4-B007-354B-E1F0A2D7D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17FE1-B45D-42B3-933F-B422C0A80C8C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F7B43-7330-A82E-4106-6B8B0A7D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119D4-E1C8-E6EA-F806-11F1D5228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2E9C0-E603-485A-A579-E2B3062377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4309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EFF63-CCAE-E503-4FA5-91C88FE4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DA873D-F599-16B2-728D-585B612619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26036-583C-AD2A-B789-FBF2EBB8B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17FE1-B45D-42B3-933F-B422C0A80C8C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6A9D8-2BDE-7A61-E53B-407ECF216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70E52-3EF2-DB8D-C686-7F865408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2E9C0-E603-485A-A579-E2B3062377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8009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C351C6-0801-18B4-66ED-18564521AC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CBC92D-5EEB-1479-F840-E8C7969C1D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E0D7A-D536-F1B4-4A46-87E138409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17FE1-B45D-42B3-933F-B422C0A80C8C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32E87-FF73-88AB-6DC7-0608B63AD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3B5B2F-FD6C-1EC0-7343-6F8D540E0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2E9C0-E603-485A-A579-E2B3062377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3916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C057-D8D4-C648-B480-FADEA029E041}" type="datetime1">
              <a:rPr lang="en-NZ" smtClean="0"/>
              <a:t>19/07/2026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0887F5-C076-F742-AAC5-46830061D9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83218" y="1468439"/>
            <a:ext cx="1439333" cy="4159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284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EB28B-75DE-AF4A-9386-94D4984F98F7}" type="datetime1">
              <a:rPr lang="en-NZ" smtClean="0"/>
              <a:t>19/07/2026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625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60863989"/>
              </p:ext>
            </p:extLst>
          </p:nvPr>
        </p:nvGraphicFramePr>
        <p:xfrm>
          <a:off x="216000" y="152400"/>
          <a:ext cx="11760000" cy="584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752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Football</a:t>
                      </a:r>
                      <a:r>
                        <a:rPr lang="en-US" sz="1200" baseline="0">
                          <a:solidFill>
                            <a:schemeClr val="bg1"/>
                          </a:solidFill>
                        </a:rPr>
                        <a:t> Problem/Opportunity/Scenario</a:t>
                      </a:r>
                      <a:endParaRPr lang="en-US" sz="1200">
                        <a:solidFill>
                          <a:schemeClr val="bg1"/>
                        </a:solidFill>
                      </a:endParaRPr>
                    </a:p>
                  </a:txBody>
                  <a:tcPr marL="121920" marR="12192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899"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Illustrate the scenario below</a:t>
                      </a:r>
                      <a:r>
                        <a:rPr lang="en-US" sz="1200" baseline="0"/>
                        <a:t>, showing examples of key trends linked to your 5W breakdown.</a:t>
                      </a:r>
                      <a:endParaRPr lang="en-US" sz="1200"/>
                    </a:p>
                  </a:txBody>
                  <a:tcPr marL="121920" marR="121920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8" name="Group 7"/>
          <p:cNvGrpSpPr>
            <a:grpSpLocks noChangeAspect="1"/>
          </p:cNvGrpSpPr>
          <p:nvPr userDrawn="1"/>
        </p:nvGrpSpPr>
        <p:grpSpPr>
          <a:xfrm>
            <a:off x="216001" y="904462"/>
            <a:ext cx="5709308" cy="5771590"/>
            <a:chOff x="222499" y="950144"/>
            <a:chExt cx="4281981" cy="5771590"/>
          </a:xfrm>
        </p:grpSpPr>
        <p:sp>
          <p:nvSpPr>
            <p:cNvPr id="9" name="Shape 9"/>
            <p:cNvSpPr>
              <a:spLocks noChangeArrowheads="1"/>
            </p:cNvSpPr>
            <p:nvPr userDrawn="1"/>
          </p:nvSpPr>
          <p:spPr bwMode="auto">
            <a:xfrm>
              <a:off x="222499" y="950144"/>
              <a:ext cx="4281981" cy="5771590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0" name="Shape 9"/>
            <p:cNvSpPr>
              <a:spLocks noChangeArrowheads="1"/>
            </p:cNvSpPr>
            <p:nvPr userDrawn="1"/>
          </p:nvSpPr>
          <p:spPr bwMode="auto">
            <a:xfrm>
              <a:off x="1127034" y="1117123"/>
              <a:ext cx="697689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1" name="Shape 9"/>
            <p:cNvSpPr>
              <a:spLocks noChangeArrowheads="1"/>
            </p:cNvSpPr>
            <p:nvPr userDrawn="1"/>
          </p:nvSpPr>
          <p:spPr bwMode="auto">
            <a:xfrm>
              <a:off x="2878500" y="1117123"/>
              <a:ext cx="732334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2" name="Shape 9"/>
            <p:cNvSpPr>
              <a:spLocks noChangeArrowheads="1"/>
            </p:cNvSpPr>
            <p:nvPr userDrawn="1"/>
          </p:nvSpPr>
          <p:spPr bwMode="auto">
            <a:xfrm>
              <a:off x="339042" y="1117123"/>
              <a:ext cx="787992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3" name="Shape 9"/>
            <p:cNvSpPr>
              <a:spLocks noChangeArrowheads="1"/>
            </p:cNvSpPr>
            <p:nvPr userDrawn="1"/>
          </p:nvSpPr>
          <p:spPr bwMode="auto">
            <a:xfrm>
              <a:off x="3610833" y="1117123"/>
              <a:ext cx="766511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4" name="Shape 131"/>
            <p:cNvSpPr>
              <a:spLocks noChangeArrowheads="1"/>
            </p:cNvSpPr>
            <p:nvPr/>
          </p:nvSpPr>
          <p:spPr bwMode="auto">
            <a:xfrm>
              <a:off x="321486" y="1114026"/>
              <a:ext cx="4060250" cy="5352463"/>
            </a:xfrm>
            <a:prstGeom prst="rect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cxnSp>
          <p:nvCxnSpPr>
            <p:cNvPr id="15" name="Shape 132"/>
            <p:cNvCxnSpPr>
              <a:cxnSpLocks noChangeShapeType="1"/>
            </p:cNvCxnSpPr>
            <p:nvPr/>
          </p:nvCxnSpPr>
          <p:spPr bwMode="auto">
            <a:xfrm>
              <a:off x="317096" y="3790257"/>
              <a:ext cx="4060250" cy="0"/>
            </a:xfrm>
            <a:prstGeom prst="straightConnector1">
              <a:avLst/>
            </a:prstGeom>
            <a:noFill/>
            <a:ln w="19050">
              <a:solidFill>
                <a:srgbClr val="FFFFFF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16" name="Oval 15"/>
            <p:cNvSpPr/>
            <p:nvPr/>
          </p:nvSpPr>
          <p:spPr>
            <a:xfrm>
              <a:off x="1824723" y="3263332"/>
              <a:ext cx="1053848" cy="1053848"/>
            </a:xfrm>
            <a:prstGeom prst="ellips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7" name="Oval 16"/>
            <p:cNvSpPr/>
            <p:nvPr/>
          </p:nvSpPr>
          <p:spPr>
            <a:xfrm flipH="1">
              <a:off x="2308040" y="3748882"/>
              <a:ext cx="82750" cy="827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grpSp>
          <p:nvGrpSpPr>
            <p:cNvPr id="18" name="Group 17"/>
            <p:cNvGrpSpPr/>
            <p:nvPr userDrawn="1"/>
          </p:nvGrpSpPr>
          <p:grpSpPr>
            <a:xfrm>
              <a:off x="1127034" y="1000198"/>
              <a:ext cx="2483799" cy="945538"/>
              <a:chOff x="1301751" y="797815"/>
              <a:chExt cx="3100916" cy="1180463"/>
            </a:xfrm>
          </p:grpSpPr>
          <p:sp>
            <p:nvSpPr>
              <p:cNvPr id="24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 sz="1800">
                  <a:solidFill>
                    <a:srgbClr val="FFFFFF"/>
                  </a:solidFill>
                </a:endParaRPr>
              </a:p>
            </p:txBody>
          </p:sp>
          <p:sp>
            <p:nvSpPr>
              <p:cNvPr id="25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 sz="1800">
                  <a:solidFill>
                    <a:srgbClr val="FFFFFF"/>
                  </a:solidFill>
                </a:endParaRPr>
              </a:p>
            </p:txBody>
          </p:sp>
          <p:sp>
            <p:nvSpPr>
              <p:cNvPr id="26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sz="1800"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27" name="Oval 26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9" name="Group 18"/>
            <p:cNvGrpSpPr/>
            <p:nvPr userDrawn="1"/>
          </p:nvGrpSpPr>
          <p:grpSpPr>
            <a:xfrm flipV="1">
              <a:off x="1127034" y="5636416"/>
              <a:ext cx="2483799" cy="945538"/>
              <a:chOff x="1301751" y="797815"/>
              <a:chExt cx="3100916" cy="1180463"/>
            </a:xfrm>
          </p:grpSpPr>
          <p:sp>
            <p:nvSpPr>
              <p:cNvPr id="20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 sz="1800">
                  <a:solidFill>
                    <a:srgbClr val="FFFFFF"/>
                  </a:solidFill>
                </a:endParaRPr>
              </a:p>
            </p:txBody>
          </p:sp>
          <p:sp>
            <p:nvSpPr>
              <p:cNvPr id="21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 sz="18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sz="1800"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23" name="Oval 22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28" name="Group 27"/>
          <p:cNvGrpSpPr>
            <a:grpSpLocks noChangeAspect="1"/>
          </p:cNvGrpSpPr>
          <p:nvPr userDrawn="1"/>
        </p:nvGrpSpPr>
        <p:grpSpPr>
          <a:xfrm>
            <a:off x="6266693" y="904462"/>
            <a:ext cx="5709308" cy="5771590"/>
            <a:chOff x="222499" y="950144"/>
            <a:chExt cx="4281981" cy="5771590"/>
          </a:xfrm>
        </p:grpSpPr>
        <p:sp>
          <p:nvSpPr>
            <p:cNvPr id="29" name="Shape 9"/>
            <p:cNvSpPr>
              <a:spLocks noChangeArrowheads="1"/>
            </p:cNvSpPr>
            <p:nvPr userDrawn="1"/>
          </p:nvSpPr>
          <p:spPr bwMode="auto">
            <a:xfrm>
              <a:off x="222499" y="950144"/>
              <a:ext cx="4281981" cy="5771590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0" name="Shape 9"/>
            <p:cNvSpPr>
              <a:spLocks noChangeArrowheads="1"/>
            </p:cNvSpPr>
            <p:nvPr userDrawn="1"/>
          </p:nvSpPr>
          <p:spPr bwMode="auto">
            <a:xfrm>
              <a:off x="1127034" y="1117123"/>
              <a:ext cx="697689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1" name="Shape 9"/>
            <p:cNvSpPr>
              <a:spLocks noChangeArrowheads="1"/>
            </p:cNvSpPr>
            <p:nvPr userDrawn="1"/>
          </p:nvSpPr>
          <p:spPr bwMode="auto">
            <a:xfrm>
              <a:off x="2878500" y="1117123"/>
              <a:ext cx="732334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2" name="Shape 9"/>
            <p:cNvSpPr>
              <a:spLocks noChangeArrowheads="1"/>
            </p:cNvSpPr>
            <p:nvPr userDrawn="1"/>
          </p:nvSpPr>
          <p:spPr bwMode="auto">
            <a:xfrm>
              <a:off x="339042" y="1117123"/>
              <a:ext cx="787992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3" name="Shape 9"/>
            <p:cNvSpPr>
              <a:spLocks noChangeArrowheads="1"/>
            </p:cNvSpPr>
            <p:nvPr userDrawn="1"/>
          </p:nvSpPr>
          <p:spPr bwMode="auto">
            <a:xfrm>
              <a:off x="3610833" y="1117123"/>
              <a:ext cx="766511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4" name="Shape 131"/>
            <p:cNvSpPr>
              <a:spLocks noChangeArrowheads="1"/>
            </p:cNvSpPr>
            <p:nvPr/>
          </p:nvSpPr>
          <p:spPr bwMode="auto">
            <a:xfrm>
              <a:off x="321486" y="1114026"/>
              <a:ext cx="4060250" cy="5352463"/>
            </a:xfrm>
            <a:prstGeom prst="rect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cxnSp>
          <p:nvCxnSpPr>
            <p:cNvPr id="35" name="Shape 132"/>
            <p:cNvCxnSpPr>
              <a:cxnSpLocks noChangeShapeType="1"/>
            </p:cNvCxnSpPr>
            <p:nvPr/>
          </p:nvCxnSpPr>
          <p:spPr bwMode="auto">
            <a:xfrm>
              <a:off x="317096" y="3790257"/>
              <a:ext cx="4060250" cy="0"/>
            </a:xfrm>
            <a:prstGeom prst="straightConnector1">
              <a:avLst/>
            </a:prstGeom>
            <a:noFill/>
            <a:ln w="19050">
              <a:solidFill>
                <a:srgbClr val="FFFFFF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36" name="Oval 35"/>
            <p:cNvSpPr/>
            <p:nvPr/>
          </p:nvSpPr>
          <p:spPr>
            <a:xfrm>
              <a:off x="1824723" y="3263332"/>
              <a:ext cx="1053848" cy="1053848"/>
            </a:xfrm>
            <a:prstGeom prst="ellips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7" name="Oval 36"/>
            <p:cNvSpPr/>
            <p:nvPr/>
          </p:nvSpPr>
          <p:spPr>
            <a:xfrm flipH="1">
              <a:off x="2308040" y="3748882"/>
              <a:ext cx="82750" cy="827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grpSp>
          <p:nvGrpSpPr>
            <p:cNvPr id="38" name="Group 37"/>
            <p:cNvGrpSpPr/>
            <p:nvPr userDrawn="1"/>
          </p:nvGrpSpPr>
          <p:grpSpPr>
            <a:xfrm>
              <a:off x="1127034" y="1000198"/>
              <a:ext cx="2483799" cy="945538"/>
              <a:chOff x="1301751" y="797815"/>
              <a:chExt cx="3100916" cy="1180463"/>
            </a:xfrm>
          </p:grpSpPr>
          <p:sp>
            <p:nvSpPr>
              <p:cNvPr id="44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 sz="1800">
                  <a:solidFill>
                    <a:srgbClr val="FFFFFF"/>
                  </a:solidFill>
                </a:endParaRPr>
              </a:p>
            </p:txBody>
          </p:sp>
          <p:sp>
            <p:nvSpPr>
              <p:cNvPr id="45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 sz="18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sz="1800"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47" name="Oval 46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39" name="Group 38"/>
            <p:cNvGrpSpPr/>
            <p:nvPr userDrawn="1"/>
          </p:nvGrpSpPr>
          <p:grpSpPr>
            <a:xfrm flipV="1">
              <a:off x="1127034" y="5636416"/>
              <a:ext cx="2483799" cy="945538"/>
              <a:chOff x="1301751" y="797815"/>
              <a:chExt cx="3100916" cy="1180463"/>
            </a:xfrm>
          </p:grpSpPr>
          <p:sp>
            <p:nvSpPr>
              <p:cNvPr id="40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 sz="1800">
                  <a:solidFill>
                    <a:srgbClr val="FFFFFF"/>
                  </a:solidFill>
                </a:endParaRPr>
              </a:p>
            </p:txBody>
          </p:sp>
          <p:sp>
            <p:nvSpPr>
              <p:cNvPr id="41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 sz="1800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sz="1800"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43" name="Oval 42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620737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25FA2-910B-7B46-8D26-DA8E4A201CB5}" type="datetime1">
              <a:rPr lang="en-NZ" smtClean="0"/>
              <a:t>19/07/2026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72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747E9-B010-D24E-939C-BDC2EA5A07EA}" type="datetime1">
              <a:rPr lang="en-NZ" smtClean="0"/>
              <a:t>19/07/2026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433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8488B-ADC6-7C49-8742-D83C4AC54E23}" type="datetime1">
              <a:rPr lang="en-NZ" smtClean="0"/>
              <a:t>19/07/2026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054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CD6B2-B0D4-5240-9B7D-B610FB3DA407}" type="datetime1">
              <a:rPr lang="en-NZ" smtClean="0"/>
              <a:t>19/07/2026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5199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C057-D8D4-C648-B480-FADEA029E041}" type="datetime1">
              <a:rPr lang="en-NZ" smtClean="0"/>
              <a:t>19/07/2026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0887F5-C076-F742-AAC5-46830061D9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83218" y="1468439"/>
            <a:ext cx="1439333" cy="4159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32506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7E375-FBB9-F746-BF76-7AAB6C271FBD}" type="datetime1">
              <a:rPr lang="en-NZ" smtClean="0"/>
              <a:t>19/07/2026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10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79F0-5028-6347-B14D-F76E71D1B039}" type="datetime1">
              <a:rPr lang="en-NZ" smtClean="0"/>
              <a:t>19/07/2026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3402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952A-18F2-7749-9A51-99C875B4C2D7}" type="datetime1">
              <a:rPr lang="en-NZ" smtClean="0"/>
              <a:t>19/07/2026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9096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2EC6-86F7-F243-AAE5-BA0E66720C9B}" type="datetime1">
              <a:rPr lang="en-NZ" smtClean="0"/>
              <a:t>19/07/2026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061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2539CE-EB13-B665-215B-E3005A7C3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ACB8C-1B4E-FADB-79ED-82557F22D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FCD7E-BC71-BED7-3A28-2F5B006DF6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517FE1-B45D-42B3-933F-B422C0A80C8C}" type="datetimeFigureOut">
              <a:rPr lang="en-AU" smtClean="0"/>
              <a:t>19/07/2026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FAB10-BE7F-205A-A18B-A67611BCC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75E5B-B82E-3B23-0490-9E4AC75A5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D2E9C0-E603-485A-A579-E2B3062377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4217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747DD-2B21-A240-B1D8-1A6A71FE901C}" type="datetime1">
              <a:rPr lang="en-NZ" smtClean="0"/>
              <a:t>19/07/2026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79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5F7DC-E521-47A4-93D6-38C80625A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3B07DFF-5531-8151-1DCD-740CB8DB88B8}"/>
              </a:ext>
            </a:extLst>
          </p:cNvPr>
          <p:cNvGrpSpPr>
            <a:grpSpLocks noChangeAspect="1"/>
          </p:cNvGrpSpPr>
          <p:nvPr/>
        </p:nvGrpSpPr>
        <p:grpSpPr>
          <a:xfrm>
            <a:off x="2017217" y="1747126"/>
            <a:ext cx="5952293" cy="5428911"/>
            <a:chOff x="2685692" y="715376"/>
            <a:chExt cx="4700774" cy="4581771"/>
          </a:xfrm>
        </p:grpSpPr>
        <p:sp>
          <p:nvSpPr>
            <p:cNvPr id="29" name="Shape 131">
              <a:extLst>
                <a:ext uri="{FF2B5EF4-FFF2-40B4-BE49-F238E27FC236}">
                  <a16:creationId xmlns:a16="http://schemas.microsoft.com/office/drawing/2014/main" id="{C8FEF481-2269-6255-1137-046BB74BC55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105970" y="468484"/>
              <a:ext cx="3860217" cy="470077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 defTabSz="457200">
                <a:defRPr/>
              </a:pPr>
              <a:endParaRPr lang="en-US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" name="Shape 131">
              <a:extLst>
                <a:ext uri="{FF2B5EF4-FFF2-40B4-BE49-F238E27FC236}">
                  <a16:creationId xmlns:a16="http://schemas.microsoft.com/office/drawing/2014/main" id="{F749B35B-3C63-4FD3-184D-077DE118B3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276147" y="892894"/>
              <a:ext cx="1396040" cy="51862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 defTabSz="457200">
                <a:defRPr/>
              </a:pPr>
              <a:endParaRPr lang="en-US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" name="Shape 131">
              <a:extLst>
                <a:ext uri="{FF2B5EF4-FFF2-40B4-BE49-F238E27FC236}">
                  <a16:creationId xmlns:a16="http://schemas.microsoft.com/office/drawing/2014/main" id="{D1BCDEDF-708A-A27A-7B1C-666CF3CF7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8903" y="888627"/>
              <a:ext cx="3290528" cy="141357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 defTabSz="457200">
                <a:defRPr/>
              </a:pPr>
              <a:endParaRPr lang="en-US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" name="Partial Circle 31">
              <a:extLst>
                <a:ext uri="{FF2B5EF4-FFF2-40B4-BE49-F238E27FC236}">
                  <a16:creationId xmlns:a16="http://schemas.microsoft.com/office/drawing/2014/main" id="{A6DF78DE-F743-0D78-363B-898CF8C67939}"/>
                </a:ext>
              </a:extLst>
            </p:cNvPr>
            <p:cNvSpPr/>
            <p:nvPr/>
          </p:nvSpPr>
          <p:spPr>
            <a:xfrm>
              <a:off x="4390052" y="1992385"/>
              <a:ext cx="1233197" cy="61631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25400" cap="flat">
              <a:solidFill>
                <a:schemeClr val="tx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n-AU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35" name="Partial Circle 34">
              <a:extLst>
                <a:ext uri="{FF2B5EF4-FFF2-40B4-BE49-F238E27FC236}">
                  <a16:creationId xmlns:a16="http://schemas.microsoft.com/office/drawing/2014/main" id="{0D0641CB-F4DF-1F86-388E-AC9AE225B03C}"/>
                </a:ext>
              </a:extLst>
            </p:cNvPr>
            <p:cNvSpPr/>
            <p:nvPr/>
          </p:nvSpPr>
          <p:spPr>
            <a:xfrm rot="10800000">
              <a:off x="4309371" y="4196860"/>
              <a:ext cx="1394556" cy="11002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25400" cap="flat">
              <a:solidFill>
                <a:schemeClr val="tx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n-AU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34" name="Shape 131">
              <a:extLst>
                <a:ext uri="{FF2B5EF4-FFF2-40B4-BE49-F238E27FC236}">
                  <a16:creationId xmlns:a16="http://schemas.microsoft.com/office/drawing/2014/main" id="{5AB61149-20A3-1BD4-23C0-12A069724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524" y="715376"/>
              <a:ext cx="648660" cy="17586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 defTabSz="457200">
                <a:defRPr/>
              </a:pPr>
              <a:endParaRPr lang="en-US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0FA4DF85-F3BE-C5CB-95FF-74A8828B92AC}"/>
              </a:ext>
            </a:extLst>
          </p:cNvPr>
          <p:cNvSpPr txBox="1"/>
          <p:nvPr/>
        </p:nvSpPr>
        <p:spPr>
          <a:xfrm>
            <a:off x="4634950" y="4304192"/>
            <a:ext cx="536817" cy="27699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ctr" defTabSz="457200">
              <a:defRPr/>
            </a:pPr>
            <a:r>
              <a:rPr lang="en-AU" sz="1200" b="1">
                <a:solidFill>
                  <a:prstClr val="black"/>
                </a:solidFill>
                <a:latin typeface="Century Gothic" panose="020B0502020202020204" pitchFamily="34" charset="0"/>
              </a:rPr>
              <a:t>An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7D4E47-77D0-3CA6-A582-9CBA6328F6C4}"/>
              </a:ext>
            </a:extLst>
          </p:cNvPr>
          <p:cNvSpPr txBox="1"/>
          <p:nvPr/>
        </p:nvSpPr>
        <p:spPr>
          <a:xfrm>
            <a:off x="1676831" y="1814927"/>
            <a:ext cx="555124" cy="27699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ctr" defTabSz="457200">
              <a:defRPr/>
            </a:pPr>
            <a:r>
              <a:rPr lang="en-AU" sz="1200" b="1" err="1">
                <a:solidFill>
                  <a:prstClr val="black"/>
                </a:solidFill>
                <a:latin typeface="Century Gothic" panose="020B0502020202020204" pitchFamily="34" charset="0"/>
              </a:rPr>
              <a:t>Iz</a:t>
            </a:r>
            <a:endParaRPr lang="en-AU" sz="1200" b="1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6C087F-FD37-DAB2-DB0F-4E73B51DF6C7}"/>
              </a:ext>
            </a:extLst>
          </p:cNvPr>
          <p:cNvSpPr txBox="1"/>
          <p:nvPr/>
        </p:nvSpPr>
        <p:spPr>
          <a:xfrm>
            <a:off x="4692983" y="6041935"/>
            <a:ext cx="478785" cy="25736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algn="ctr" defTabSz="457200">
              <a:defRPr/>
            </a:pPr>
            <a:r>
              <a:rPr lang="en-AU" sz="1200" b="1" dirty="0">
                <a:solidFill>
                  <a:prstClr val="black"/>
                </a:solidFill>
                <a:latin typeface="Century Gothic" panose="020B0502020202020204" pitchFamily="34" charset="0"/>
              </a:rPr>
              <a:t>Ai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F83D380-A8A2-B498-282F-75A98F8AF962}"/>
              </a:ext>
            </a:extLst>
          </p:cNvPr>
          <p:cNvSpPr txBox="1"/>
          <p:nvPr/>
        </p:nvSpPr>
        <p:spPr>
          <a:xfrm>
            <a:off x="5526165" y="5394185"/>
            <a:ext cx="496093" cy="25736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algn="ctr" defTabSz="457200">
              <a:defRPr/>
            </a:pPr>
            <a:r>
              <a:rPr lang="en-AU" sz="1200" b="1" dirty="0">
                <a:solidFill>
                  <a:prstClr val="black"/>
                </a:solidFill>
                <a:latin typeface="Century Gothic" panose="020B0502020202020204" pitchFamily="34" charset="0"/>
              </a:rPr>
              <a:t>Is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B35A20-6C83-7D0C-58A3-C994AE324922}"/>
              </a:ext>
            </a:extLst>
          </p:cNvPr>
          <p:cNvSpPr txBox="1"/>
          <p:nvPr/>
        </p:nvSpPr>
        <p:spPr>
          <a:xfrm>
            <a:off x="3493537" y="2136447"/>
            <a:ext cx="404418" cy="25736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algn="ctr" defTabSz="457200">
              <a:defRPr/>
            </a:pPr>
            <a:r>
              <a:rPr lang="en-AU" sz="1200" b="1">
                <a:solidFill>
                  <a:prstClr val="black"/>
                </a:solidFill>
                <a:latin typeface="Century Gothic" panose="020B0502020202020204" pitchFamily="34" charset="0"/>
              </a:rPr>
              <a:t>DC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481215-05F1-D818-7B8D-96AF6A6DED26}"/>
              </a:ext>
            </a:extLst>
          </p:cNvPr>
          <p:cNvSpPr txBox="1"/>
          <p:nvPr/>
        </p:nvSpPr>
        <p:spPr>
          <a:xfrm>
            <a:off x="3744127" y="3155663"/>
            <a:ext cx="403200" cy="25736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algn="ctr" defTabSz="457200">
              <a:defRPr/>
            </a:pPr>
            <a:r>
              <a:rPr lang="en-AU" sz="1200" b="1" dirty="0">
                <a:solidFill>
                  <a:prstClr val="black"/>
                </a:solidFill>
                <a:latin typeface="Century Gothic" panose="020B0502020202020204" pitchFamily="34" charset="0"/>
              </a:rPr>
              <a:t>Al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774DF7D-E07F-DFDD-F091-E988EF1765E0}"/>
              </a:ext>
            </a:extLst>
          </p:cNvPr>
          <p:cNvSpPr txBox="1"/>
          <p:nvPr/>
        </p:nvSpPr>
        <p:spPr>
          <a:xfrm>
            <a:off x="4224517" y="3154961"/>
            <a:ext cx="404418" cy="25736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algn="ctr" defTabSz="457200">
              <a:defRPr/>
            </a:pPr>
            <a:r>
              <a:rPr lang="en-AU" sz="1200" b="1">
                <a:solidFill>
                  <a:prstClr val="black"/>
                </a:solidFill>
                <a:latin typeface="Century Gothic" panose="020B0502020202020204" pitchFamily="34" charset="0"/>
              </a:rPr>
              <a:t>Le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0C7A49-A0F4-8EBC-8B67-03D4C01FBD4D}"/>
              </a:ext>
            </a:extLst>
          </p:cNvPr>
          <p:cNvSpPr txBox="1"/>
          <p:nvPr/>
        </p:nvSpPr>
        <p:spPr>
          <a:xfrm>
            <a:off x="3744127" y="3499003"/>
            <a:ext cx="404418" cy="25736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algn="ctr" defTabSz="457200">
              <a:defRPr/>
            </a:pPr>
            <a:r>
              <a:rPr lang="en-US" sz="1200" b="1">
                <a:solidFill>
                  <a:prstClr val="black"/>
                </a:solidFill>
                <a:latin typeface="Century Gothic" panose="020B0502020202020204" pitchFamily="34" charset="0"/>
              </a:rPr>
              <a:t>B</a:t>
            </a:r>
            <a:endParaRPr lang="en-AU" sz="1200" b="1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C0C9DF-0D10-550D-C3B2-3B533A996427}"/>
              </a:ext>
            </a:extLst>
          </p:cNvPr>
          <p:cNvSpPr txBox="1"/>
          <p:nvPr/>
        </p:nvSpPr>
        <p:spPr>
          <a:xfrm>
            <a:off x="4224517" y="3502256"/>
            <a:ext cx="404418" cy="25736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algn="ctr" defTabSz="457200">
              <a:defRPr/>
            </a:pPr>
            <a:r>
              <a:rPr lang="en-AU" sz="1200" b="1" dirty="0" err="1">
                <a:solidFill>
                  <a:prstClr val="black"/>
                </a:solidFill>
                <a:latin typeface="Century Gothic" panose="020B0502020202020204" pitchFamily="34" charset="0"/>
              </a:rPr>
              <a:t>Sk</a:t>
            </a:r>
            <a:r>
              <a:rPr lang="en-AU" sz="1200" b="1" dirty="0">
                <a:solidFill>
                  <a:prstClr val="black"/>
                </a:solidFill>
                <a:latin typeface="Century Gothic" panose="020B0502020202020204" pitchFamily="34" charset="0"/>
              </a:rPr>
              <a:t>/</a:t>
            </a:r>
            <a:r>
              <a:rPr lang="en-AU" sz="1200" b="1" dirty="0" err="1">
                <a:solidFill>
                  <a:prstClr val="black"/>
                </a:solidFill>
                <a:latin typeface="Century Gothic" panose="020B0502020202020204" pitchFamily="34" charset="0"/>
              </a:rPr>
              <a:t>Iz</a:t>
            </a:r>
            <a:endParaRPr lang="en-AU" sz="1200" b="1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083A4CCD-D5D3-CFC1-905B-C6FDB9A56385}"/>
              </a:ext>
            </a:extLst>
          </p:cNvPr>
          <p:cNvSpPr>
            <a:spLocks noChangeAspect="1"/>
          </p:cNvSpPr>
          <p:nvPr/>
        </p:nvSpPr>
        <p:spPr>
          <a:xfrm>
            <a:off x="7930229" y="1702285"/>
            <a:ext cx="431082" cy="4320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457200">
              <a:defRPr/>
            </a:pPr>
            <a:r>
              <a:rPr lang="en-AU" sz="1200" b="1" dirty="0" err="1">
                <a:solidFill>
                  <a:prstClr val="black"/>
                </a:solidFill>
                <a:latin typeface="Century Gothic" panose="020B0502020202020204" pitchFamily="34" charset="0"/>
              </a:rPr>
              <a:t>Sk</a:t>
            </a:r>
            <a:endParaRPr lang="en-AU" sz="1200" b="1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1" name="Picture 20" descr="nike-soccer-ball-png.jpg">
            <a:extLst>
              <a:ext uri="{FF2B5EF4-FFF2-40B4-BE49-F238E27FC236}">
                <a16:creationId xmlns:a16="http://schemas.microsoft.com/office/drawing/2014/main" id="{32D9906C-AFF9-222E-F2F3-7198CD143A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7724045" y="1999633"/>
            <a:ext cx="181536" cy="180000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CCEECC-D1A9-51F7-0DD4-7015FFBA289A}"/>
              </a:ext>
            </a:extLst>
          </p:cNvPr>
          <p:cNvSpPr txBox="1"/>
          <p:nvPr/>
        </p:nvSpPr>
        <p:spPr>
          <a:xfrm>
            <a:off x="4684904" y="3159644"/>
            <a:ext cx="404418" cy="25736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algn="ctr" defTabSz="457200">
              <a:defRPr/>
            </a:pPr>
            <a:r>
              <a:rPr lang="en-AU" sz="1200" b="1">
                <a:solidFill>
                  <a:prstClr val="black"/>
                </a:solidFill>
                <a:latin typeface="Century Gothic" panose="020B0502020202020204" pitchFamily="34" charset="0"/>
              </a:rPr>
              <a:t>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68E5A2-713B-7BF0-CEF3-B2729892C341}"/>
              </a:ext>
            </a:extLst>
          </p:cNvPr>
          <p:cNvSpPr txBox="1"/>
          <p:nvPr/>
        </p:nvSpPr>
        <p:spPr>
          <a:xfrm>
            <a:off x="1801091" y="208045"/>
            <a:ext cx="403792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AU" sz="1400" b="1">
                <a:solidFill>
                  <a:prstClr val="black"/>
                </a:solidFill>
                <a:latin typeface="Century Gothic" panose="020B0502020202020204" pitchFamily="34" charset="0"/>
              </a:rPr>
              <a:t>Attacking corners </a:t>
            </a:r>
            <a:r>
              <a:rPr lang="en-AU" sz="1400">
                <a:solidFill>
                  <a:prstClr val="black"/>
                </a:solidFill>
                <a:latin typeface="Century Gothic" panose="020B0502020202020204" pitchFamily="34" charset="0"/>
              </a:rPr>
              <a:t>(R15 Croatia)</a:t>
            </a:r>
            <a:endParaRPr lang="en-AU" sz="1400" b="1">
              <a:solidFill>
                <a:prstClr val="black"/>
              </a:solidFill>
              <a:latin typeface="Century Gothic" panose="020B0502020202020204" pitchFamily="34" charset="0"/>
            </a:endParaRPr>
          </a:p>
          <a:p>
            <a:pPr defTabSz="457200">
              <a:defRPr/>
            </a:pPr>
            <a:endParaRPr lang="en-AU" sz="1400" b="1">
              <a:solidFill>
                <a:prstClr val="black"/>
              </a:solidFill>
              <a:latin typeface="Century Gothic" panose="020B0502020202020204" pitchFamily="34" charset="0"/>
            </a:endParaRPr>
          </a:p>
          <a:p>
            <a:pPr defTabSz="457200">
              <a:defRPr/>
            </a:pPr>
            <a:r>
              <a:rPr lang="en-AU" sz="1400">
                <a:solidFill>
                  <a:prstClr val="black"/>
                </a:solidFill>
                <a:latin typeface="Century Gothic" panose="020B0502020202020204" pitchFamily="34" charset="0"/>
              </a:rPr>
              <a:t>Normal</a:t>
            </a:r>
          </a:p>
          <a:p>
            <a:pPr defTabSz="457200">
              <a:defRPr/>
            </a:pPr>
            <a:r>
              <a:rPr lang="en-AU" sz="1400">
                <a:solidFill>
                  <a:prstClr val="white"/>
                </a:solidFill>
                <a:latin typeface="Century Gothic" panose="020B0502020202020204" pitchFamily="34" charset="0"/>
              </a:rPr>
              <a:t>Far post</a:t>
            </a:r>
          </a:p>
          <a:p>
            <a:pPr defTabSz="457200">
              <a:defRPr/>
            </a:pPr>
            <a:r>
              <a:rPr lang="en-AU" sz="1400">
                <a:solidFill>
                  <a:prstClr val="white"/>
                </a:solidFill>
                <a:latin typeface="Century Gothic" panose="020B0502020202020204" pitchFamily="34" charset="0"/>
              </a:rPr>
              <a:t>Option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CCBC28-9017-D976-2981-208AFE4E53D7}"/>
              </a:ext>
            </a:extLst>
          </p:cNvPr>
          <p:cNvSpPr txBox="1"/>
          <p:nvPr/>
        </p:nvSpPr>
        <p:spPr>
          <a:xfrm rot="21176276">
            <a:off x="4370138" y="2288624"/>
            <a:ext cx="1040068" cy="25736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algn="ctr" defTabSz="457200">
              <a:defRPr/>
            </a:pPr>
            <a:r>
              <a:rPr lang="en-AU" sz="1200" b="1">
                <a:solidFill>
                  <a:srgbClr val="FF0000"/>
                </a:solidFill>
                <a:latin typeface="Century Gothic" panose="020B0502020202020204" pitchFamily="34" charset="0"/>
              </a:rPr>
              <a:t>4     3     2     1</a:t>
            </a:r>
          </a:p>
        </p:txBody>
      </p:sp>
    </p:spTree>
    <p:extLst>
      <p:ext uri="{BB962C8B-B14F-4D97-AF65-F5344CB8AC3E}">
        <p14:creationId xmlns:p14="http://schemas.microsoft.com/office/powerpoint/2010/main" val="144844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B575C-1ECD-9BFC-C3D5-4EF68F79C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81D0137-34CF-BEB2-6839-06418AA1C0B8}"/>
              </a:ext>
            </a:extLst>
          </p:cNvPr>
          <p:cNvGrpSpPr>
            <a:grpSpLocks noChangeAspect="1"/>
          </p:cNvGrpSpPr>
          <p:nvPr/>
        </p:nvGrpSpPr>
        <p:grpSpPr>
          <a:xfrm>
            <a:off x="2017217" y="1747126"/>
            <a:ext cx="5952293" cy="5428911"/>
            <a:chOff x="2685692" y="715376"/>
            <a:chExt cx="4700774" cy="4581771"/>
          </a:xfrm>
        </p:grpSpPr>
        <p:sp>
          <p:nvSpPr>
            <p:cNvPr id="29" name="Shape 131">
              <a:extLst>
                <a:ext uri="{FF2B5EF4-FFF2-40B4-BE49-F238E27FC236}">
                  <a16:creationId xmlns:a16="http://schemas.microsoft.com/office/drawing/2014/main" id="{0924DF54-2146-726C-2E9A-619E6E40D77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105970" y="468484"/>
              <a:ext cx="3860217" cy="470077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 defTabSz="457200">
                <a:defRPr/>
              </a:pPr>
              <a:endParaRPr lang="en-US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" name="Shape 131">
              <a:extLst>
                <a:ext uri="{FF2B5EF4-FFF2-40B4-BE49-F238E27FC236}">
                  <a16:creationId xmlns:a16="http://schemas.microsoft.com/office/drawing/2014/main" id="{D6770CEB-4E9C-28B7-A307-33C5BCEF714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276147" y="892894"/>
              <a:ext cx="1396040" cy="51862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 defTabSz="457200">
                <a:defRPr/>
              </a:pPr>
              <a:endParaRPr lang="en-US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" name="Shape 131">
              <a:extLst>
                <a:ext uri="{FF2B5EF4-FFF2-40B4-BE49-F238E27FC236}">
                  <a16:creationId xmlns:a16="http://schemas.microsoft.com/office/drawing/2014/main" id="{A8106204-31B0-CB45-7FD1-FA8EC7C8D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8903" y="888627"/>
              <a:ext cx="3290528" cy="141357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 defTabSz="457200">
                <a:defRPr/>
              </a:pPr>
              <a:endParaRPr lang="en-US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" name="Partial Circle 31">
              <a:extLst>
                <a:ext uri="{FF2B5EF4-FFF2-40B4-BE49-F238E27FC236}">
                  <a16:creationId xmlns:a16="http://schemas.microsoft.com/office/drawing/2014/main" id="{3A005D05-3588-09EE-6E48-E9E580EE7A3C}"/>
                </a:ext>
              </a:extLst>
            </p:cNvPr>
            <p:cNvSpPr/>
            <p:nvPr/>
          </p:nvSpPr>
          <p:spPr>
            <a:xfrm>
              <a:off x="4390052" y="1992385"/>
              <a:ext cx="1233197" cy="61631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25400" cap="flat">
              <a:solidFill>
                <a:schemeClr val="tx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n-AU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35" name="Partial Circle 34">
              <a:extLst>
                <a:ext uri="{FF2B5EF4-FFF2-40B4-BE49-F238E27FC236}">
                  <a16:creationId xmlns:a16="http://schemas.microsoft.com/office/drawing/2014/main" id="{3E2AC704-7227-FE37-C791-83CB3EA29A40}"/>
                </a:ext>
              </a:extLst>
            </p:cNvPr>
            <p:cNvSpPr/>
            <p:nvPr/>
          </p:nvSpPr>
          <p:spPr>
            <a:xfrm rot="10800000">
              <a:off x="4309371" y="4196860"/>
              <a:ext cx="1394556" cy="11002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25400" cap="flat">
              <a:solidFill>
                <a:schemeClr val="tx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n-AU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34" name="Shape 131">
              <a:extLst>
                <a:ext uri="{FF2B5EF4-FFF2-40B4-BE49-F238E27FC236}">
                  <a16:creationId xmlns:a16="http://schemas.microsoft.com/office/drawing/2014/main" id="{0CD601CF-B068-726E-CCEE-39EAE9C51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524" y="715376"/>
              <a:ext cx="648660" cy="17586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 defTabSz="457200">
                <a:defRPr/>
              </a:pPr>
              <a:endParaRPr lang="en-US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A064BD2-DF83-A71B-6E2D-286CBF61B7B4}"/>
              </a:ext>
            </a:extLst>
          </p:cNvPr>
          <p:cNvSpPr txBox="1"/>
          <p:nvPr/>
        </p:nvSpPr>
        <p:spPr>
          <a:xfrm>
            <a:off x="1801091" y="208045"/>
            <a:ext cx="403792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n-AU" sz="1400" b="1">
                <a:solidFill>
                  <a:prstClr val="black"/>
                </a:solidFill>
                <a:latin typeface="Century Gothic" panose="020B0502020202020204" pitchFamily="34" charset="0"/>
              </a:rPr>
              <a:t>Attacking corners </a:t>
            </a:r>
            <a:r>
              <a:rPr lang="en-AU" sz="1400">
                <a:solidFill>
                  <a:prstClr val="black"/>
                </a:solidFill>
                <a:latin typeface="Century Gothic" panose="020B0502020202020204" pitchFamily="34" charset="0"/>
              </a:rPr>
              <a:t>(R15 Croatia)</a:t>
            </a:r>
            <a:endParaRPr lang="en-AU" sz="1400" b="1">
              <a:solidFill>
                <a:prstClr val="black"/>
              </a:solidFill>
              <a:latin typeface="Century Gothic" panose="020B0502020202020204" pitchFamily="34" charset="0"/>
            </a:endParaRPr>
          </a:p>
          <a:p>
            <a:pPr defTabSz="457200">
              <a:defRPr/>
            </a:pPr>
            <a:endParaRPr lang="en-AU" sz="1400" b="1">
              <a:solidFill>
                <a:prstClr val="black"/>
              </a:solidFill>
              <a:latin typeface="Century Gothic" panose="020B0502020202020204" pitchFamily="34" charset="0"/>
            </a:endParaRPr>
          </a:p>
          <a:p>
            <a:pPr defTabSz="457200">
              <a:defRPr/>
            </a:pPr>
            <a:r>
              <a:rPr lang="en-AU" sz="1400">
                <a:solidFill>
                  <a:prstClr val="black"/>
                </a:solidFill>
                <a:latin typeface="Century Gothic" panose="020B0502020202020204" pitchFamily="34" charset="0"/>
              </a:rPr>
              <a:t>Crowd</a:t>
            </a:r>
          </a:p>
          <a:p>
            <a:pPr defTabSz="457200">
              <a:defRPr/>
            </a:pPr>
            <a:r>
              <a:rPr lang="en-AU" sz="1400">
                <a:solidFill>
                  <a:prstClr val="white"/>
                </a:solidFill>
                <a:latin typeface="Century Gothic" panose="020B0502020202020204" pitchFamily="34" charset="0"/>
              </a:rPr>
              <a:t>Far post</a:t>
            </a:r>
          </a:p>
          <a:p>
            <a:pPr defTabSz="457200">
              <a:defRPr/>
            </a:pPr>
            <a:r>
              <a:rPr lang="en-AU" sz="1400">
                <a:solidFill>
                  <a:prstClr val="white"/>
                </a:solidFill>
                <a:latin typeface="Century Gothic" panose="020B0502020202020204" pitchFamily="34" charset="0"/>
              </a:rPr>
              <a:t>Option 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676CCF-AA6A-76AC-8057-50054378C1EC}"/>
              </a:ext>
            </a:extLst>
          </p:cNvPr>
          <p:cNvSpPr txBox="1"/>
          <p:nvPr/>
        </p:nvSpPr>
        <p:spPr>
          <a:xfrm>
            <a:off x="5343916" y="4104918"/>
            <a:ext cx="536817" cy="27699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ctr" defTabSz="457200">
              <a:defRPr/>
            </a:pPr>
            <a:r>
              <a:rPr lang="en-AU" sz="1200" b="1">
                <a:solidFill>
                  <a:prstClr val="black"/>
                </a:solidFill>
                <a:latin typeface="Century Gothic" panose="020B0502020202020204" pitchFamily="34" charset="0"/>
              </a:rPr>
              <a:t>An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2E4963-61FF-3F71-BD5F-0332D41B779D}"/>
              </a:ext>
            </a:extLst>
          </p:cNvPr>
          <p:cNvSpPr txBox="1"/>
          <p:nvPr/>
        </p:nvSpPr>
        <p:spPr>
          <a:xfrm>
            <a:off x="1676831" y="1814927"/>
            <a:ext cx="555124" cy="27699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ctr" defTabSz="457200">
              <a:defRPr/>
            </a:pPr>
            <a:r>
              <a:rPr lang="en-AU" sz="1200" b="1" err="1">
                <a:solidFill>
                  <a:prstClr val="black"/>
                </a:solidFill>
                <a:latin typeface="Century Gothic" panose="020B0502020202020204" pitchFamily="34" charset="0"/>
              </a:rPr>
              <a:t>Iz</a:t>
            </a:r>
            <a:endParaRPr lang="en-AU" sz="1200" b="1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7D332B-ED02-0758-48DE-5AF972E465D3}"/>
              </a:ext>
            </a:extLst>
          </p:cNvPr>
          <p:cNvSpPr txBox="1"/>
          <p:nvPr/>
        </p:nvSpPr>
        <p:spPr>
          <a:xfrm>
            <a:off x="4692983" y="6041935"/>
            <a:ext cx="478785" cy="25736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algn="ctr" defTabSz="457200">
              <a:defRPr/>
            </a:pPr>
            <a:r>
              <a:rPr lang="en-US" sz="1200" b="1" dirty="0">
                <a:solidFill>
                  <a:prstClr val="black"/>
                </a:solidFill>
                <a:latin typeface="Century Gothic" panose="020B0502020202020204" pitchFamily="34" charset="0"/>
              </a:rPr>
              <a:t>Ai</a:t>
            </a:r>
            <a:endParaRPr lang="en-AU" sz="1200" b="1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D4C3D5-9B76-98FC-237E-CF5C5EBBB804}"/>
              </a:ext>
            </a:extLst>
          </p:cNvPr>
          <p:cNvSpPr txBox="1"/>
          <p:nvPr/>
        </p:nvSpPr>
        <p:spPr>
          <a:xfrm>
            <a:off x="5526165" y="5394185"/>
            <a:ext cx="496093" cy="25736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algn="ctr" defTabSz="457200">
              <a:defRPr/>
            </a:pPr>
            <a:r>
              <a:rPr lang="en-US" sz="1200" b="1" dirty="0">
                <a:solidFill>
                  <a:prstClr val="black"/>
                </a:solidFill>
                <a:latin typeface="Century Gothic" panose="020B0502020202020204" pitchFamily="34" charset="0"/>
              </a:rPr>
              <a:t>Is</a:t>
            </a:r>
            <a:endParaRPr lang="en-AU" sz="1200" b="1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8963B3-1D48-34DE-34B5-7336D61231BE}"/>
              </a:ext>
            </a:extLst>
          </p:cNvPr>
          <p:cNvSpPr txBox="1"/>
          <p:nvPr/>
        </p:nvSpPr>
        <p:spPr>
          <a:xfrm>
            <a:off x="4579643" y="3180033"/>
            <a:ext cx="404418" cy="25736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algn="ctr" defTabSz="457200">
              <a:defRPr/>
            </a:pPr>
            <a:r>
              <a:rPr lang="en-AU" sz="1200" b="1">
                <a:solidFill>
                  <a:prstClr val="black"/>
                </a:solidFill>
                <a:latin typeface="Century Gothic" panose="020B0502020202020204" pitchFamily="34" charset="0"/>
              </a:rPr>
              <a:t>B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798B564-4A68-D2B5-680C-1C77D957F4CB}"/>
              </a:ext>
            </a:extLst>
          </p:cNvPr>
          <p:cNvSpPr>
            <a:spLocks noChangeAspect="1"/>
          </p:cNvSpPr>
          <p:nvPr/>
        </p:nvSpPr>
        <p:spPr>
          <a:xfrm>
            <a:off x="7930229" y="1702285"/>
            <a:ext cx="431082" cy="4320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457200">
              <a:defRPr/>
            </a:pPr>
            <a:r>
              <a:rPr lang="en-AU" sz="1200" b="1" dirty="0" err="1">
                <a:solidFill>
                  <a:prstClr val="black"/>
                </a:solidFill>
                <a:latin typeface="Century Gothic" panose="020B0502020202020204" pitchFamily="34" charset="0"/>
              </a:rPr>
              <a:t>Sk</a:t>
            </a:r>
            <a:endParaRPr lang="en-AU" sz="1200" b="1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1" name="Picture 20" descr="nike-soccer-ball-png.jpg">
            <a:extLst>
              <a:ext uri="{FF2B5EF4-FFF2-40B4-BE49-F238E27FC236}">
                <a16:creationId xmlns:a16="http://schemas.microsoft.com/office/drawing/2014/main" id="{F735029A-6CD2-2FA1-E6C5-A2A9CE9C7D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7724045" y="1999633"/>
            <a:ext cx="181536" cy="180000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E36EF5B3-AAD2-97FD-3674-F8BE5504E9AF}"/>
              </a:ext>
            </a:extLst>
          </p:cNvPr>
          <p:cNvSpPr>
            <a:spLocks noChangeAspect="1"/>
          </p:cNvSpPr>
          <p:nvPr/>
        </p:nvSpPr>
        <p:spPr>
          <a:xfrm>
            <a:off x="5161957" y="2039442"/>
            <a:ext cx="324000" cy="32469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457200">
              <a:defRPr/>
            </a:pPr>
            <a:r>
              <a:rPr lang="en-AU" sz="1200" b="1">
                <a:solidFill>
                  <a:prstClr val="black"/>
                </a:solidFill>
                <a:latin typeface="Century Gothic" panose="020B0502020202020204" pitchFamily="34" charset="0"/>
              </a:rPr>
              <a:t>Le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8B0D05C-1962-6AFD-D17D-8AD7B2A585FD}"/>
              </a:ext>
            </a:extLst>
          </p:cNvPr>
          <p:cNvSpPr>
            <a:spLocks noChangeAspect="1"/>
          </p:cNvSpPr>
          <p:nvPr/>
        </p:nvSpPr>
        <p:spPr>
          <a:xfrm>
            <a:off x="4842668" y="2251794"/>
            <a:ext cx="385894" cy="38671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457200">
              <a:defRPr/>
            </a:pPr>
            <a:r>
              <a:rPr lang="en-AU" sz="1200" b="1" dirty="0" err="1">
                <a:solidFill>
                  <a:prstClr val="black"/>
                </a:solidFill>
                <a:latin typeface="Century Gothic" panose="020B0502020202020204" pitchFamily="34" charset="0"/>
              </a:rPr>
              <a:t>Sk</a:t>
            </a:r>
            <a:r>
              <a:rPr lang="en-AU" sz="1200" b="1" dirty="0">
                <a:solidFill>
                  <a:prstClr val="black"/>
                </a:solidFill>
                <a:latin typeface="Century Gothic" panose="020B0502020202020204" pitchFamily="34" charset="0"/>
              </a:rPr>
              <a:t>/</a:t>
            </a:r>
            <a:r>
              <a:rPr lang="en-AU" sz="1200" b="1" dirty="0" err="1">
                <a:solidFill>
                  <a:prstClr val="black"/>
                </a:solidFill>
                <a:latin typeface="Century Gothic" panose="020B0502020202020204" pitchFamily="34" charset="0"/>
              </a:rPr>
              <a:t>Iz</a:t>
            </a:r>
            <a:endParaRPr lang="en-AU" sz="1200" b="1" dirty="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0776E1-8368-F76A-CB75-073CB0D3C96C}"/>
              </a:ext>
            </a:extLst>
          </p:cNvPr>
          <p:cNvSpPr>
            <a:spLocks noChangeAspect="1"/>
          </p:cNvSpPr>
          <p:nvPr/>
        </p:nvSpPr>
        <p:spPr>
          <a:xfrm>
            <a:off x="4612886" y="1986643"/>
            <a:ext cx="324000" cy="32469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457200">
              <a:defRPr/>
            </a:pPr>
            <a:r>
              <a:rPr lang="en-AU" sz="1200" b="1">
                <a:solidFill>
                  <a:prstClr val="black"/>
                </a:solidFill>
                <a:latin typeface="Century Gothic" panose="020B0502020202020204" pitchFamily="34" charset="0"/>
              </a:rPr>
              <a:t>St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1C08FB5-FD37-B60A-3A04-DACFFEBC553D}"/>
              </a:ext>
            </a:extLst>
          </p:cNvPr>
          <p:cNvSpPr>
            <a:spLocks noChangeAspect="1"/>
          </p:cNvSpPr>
          <p:nvPr/>
        </p:nvSpPr>
        <p:spPr>
          <a:xfrm>
            <a:off x="4273084" y="2174901"/>
            <a:ext cx="385894" cy="38671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457200">
              <a:defRPr/>
            </a:pPr>
            <a:r>
              <a:rPr lang="en-AU" sz="1200" b="1" dirty="0">
                <a:solidFill>
                  <a:prstClr val="black"/>
                </a:solidFill>
                <a:latin typeface="Century Gothic" panose="020B0502020202020204" pitchFamily="34" charset="0"/>
              </a:rPr>
              <a:t>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D6AA1A-27C9-89E7-72D9-7C51A8A60663}"/>
              </a:ext>
            </a:extLst>
          </p:cNvPr>
          <p:cNvSpPr txBox="1"/>
          <p:nvPr/>
        </p:nvSpPr>
        <p:spPr>
          <a:xfrm>
            <a:off x="3493537" y="2136447"/>
            <a:ext cx="404418" cy="25736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algn="ctr" defTabSz="457200">
              <a:defRPr/>
            </a:pPr>
            <a:r>
              <a:rPr lang="en-AU" sz="1200" b="1">
                <a:solidFill>
                  <a:prstClr val="black"/>
                </a:solidFill>
                <a:latin typeface="Century Gothic" panose="020B0502020202020204" pitchFamily="34" charset="0"/>
              </a:rPr>
              <a:t>DC</a:t>
            </a:r>
          </a:p>
        </p:txBody>
      </p:sp>
    </p:spTree>
    <p:extLst>
      <p:ext uri="{BB962C8B-B14F-4D97-AF65-F5344CB8AC3E}">
        <p14:creationId xmlns:p14="http://schemas.microsoft.com/office/powerpoint/2010/main" val="2334350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FD9E0-9DA7-0D74-EA1E-EE0724752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14FE50C-44BE-1122-1B5A-0A782EC570D4}"/>
              </a:ext>
            </a:extLst>
          </p:cNvPr>
          <p:cNvGrpSpPr>
            <a:grpSpLocks noChangeAspect="1"/>
          </p:cNvGrpSpPr>
          <p:nvPr/>
        </p:nvGrpSpPr>
        <p:grpSpPr>
          <a:xfrm>
            <a:off x="2017217" y="1740036"/>
            <a:ext cx="5952293" cy="5429912"/>
            <a:chOff x="2685692" y="715825"/>
            <a:chExt cx="4700774" cy="4582615"/>
          </a:xfrm>
        </p:grpSpPr>
        <p:sp>
          <p:nvSpPr>
            <p:cNvPr id="29" name="Shape 131">
              <a:extLst>
                <a:ext uri="{FF2B5EF4-FFF2-40B4-BE49-F238E27FC236}">
                  <a16:creationId xmlns:a16="http://schemas.microsoft.com/office/drawing/2014/main" id="{92A67881-CA1A-30E0-AC6E-E92925B9AF2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105970" y="468484"/>
              <a:ext cx="3860217" cy="470077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 defTabSz="457200">
                <a:defRPr/>
              </a:pPr>
              <a:endParaRPr lang="en-US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" name="Shape 131">
              <a:extLst>
                <a:ext uri="{FF2B5EF4-FFF2-40B4-BE49-F238E27FC236}">
                  <a16:creationId xmlns:a16="http://schemas.microsoft.com/office/drawing/2014/main" id="{3DF2E021-EE7A-A787-F3C8-064FD924A48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276147" y="893342"/>
              <a:ext cx="1396040" cy="51862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 defTabSz="457200">
                <a:defRPr/>
              </a:pPr>
              <a:endParaRPr lang="en-US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" name="Shape 131">
              <a:extLst>
                <a:ext uri="{FF2B5EF4-FFF2-40B4-BE49-F238E27FC236}">
                  <a16:creationId xmlns:a16="http://schemas.microsoft.com/office/drawing/2014/main" id="{C3960CBF-400B-78D7-358B-E27B7AD31B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8903" y="888627"/>
              <a:ext cx="3290528" cy="141357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 defTabSz="457200">
                <a:defRPr/>
              </a:pPr>
              <a:endParaRPr lang="en-US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2" name="Partial Circle 31">
              <a:extLst>
                <a:ext uri="{FF2B5EF4-FFF2-40B4-BE49-F238E27FC236}">
                  <a16:creationId xmlns:a16="http://schemas.microsoft.com/office/drawing/2014/main" id="{43664593-8FE7-7782-718B-6583C721950F}"/>
                </a:ext>
              </a:extLst>
            </p:cNvPr>
            <p:cNvSpPr/>
            <p:nvPr/>
          </p:nvSpPr>
          <p:spPr>
            <a:xfrm>
              <a:off x="4390052" y="1994041"/>
              <a:ext cx="1233197" cy="61631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25400" cap="flat">
              <a:solidFill>
                <a:schemeClr val="tx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n-AU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35" name="Partial Circle 34">
              <a:extLst>
                <a:ext uri="{FF2B5EF4-FFF2-40B4-BE49-F238E27FC236}">
                  <a16:creationId xmlns:a16="http://schemas.microsoft.com/office/drawing/2014/main" id="{2272AAEC-032C-5677-5A42-83F42EE4E754}"/>
                </a:ext>
              </a:extLst>
            </p:cNvPr>
            <p:cNvSpPr/>
            <p:nvPr/>
          </p:nvSpPr>
          <p:spPr>
            <a:xfrm rot="10800000">
              <a:off x="4309371" y="4198153"/>
              <a:ext cx="1394556" cy="11002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25400" cap="flat">
              <a:solidFill>
                <a:schemeClr val="tx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n-AU">
                <a:solidFill>
                  <a:prstClr val="black"/>
                </a:solidFill>
                <a:latin typeface="Arial"/>
              </a:endParaRPr>
            </a:p>
          </p:txBody>
        </p:sp>
        <p:sp>
          <p:nvSpPr>
            <p:cNvPr id="34" name="Shape 131">
              <a:extLst>
                <a:ext uri="{FF2B5EF4-FFF2-40B4-BE49-F238E27FC236}">
                  <a16:creationId xmlns:a16="http://schemas.microsoft.com/office/drawing/2014/main" id="{751E8F21-2688-92A7-BD16-0B7C72BFD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524" y="715825"/>
              <a:ext cx="648660" cy="17586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 defTabSz="457200">
                <a:defRPr/>
              </a:pPr>
              <a:endParaRPr lang="en-US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FFCCE1F-4605-DC29-DFF0-B094D4FE3E35}"/>
              </a:ext>
            </a:extLst>
          </p:cNvPr>
          <p:cNvSpPr txBox="1"/>
          <p:nvPr/>
        </p:nvSpPr>
        <p:spPr>
          <a:xfrm>
            <a:off x="1843343" y="198322"/>
            <a:ext cx="43324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AU" sz="1400" b="1">
                <a:solidFill>
                  <a:prstClr val="black"/>
                </a:solidFill>
                <a:latin typeface="Century Gothic" panose="020B0502020202020204" pitchFamily="34" charset="0"/>
              </a:rPr>
              <a:t>Defending corners </a:t>
            </a:r>
            <a:r>
              <a:rPr lang="en-AU" sz="1400">
                <a:solidFill>
                  <a:prstClr val="black"/>
                </a:solidFill>
                <a:latin typeface="Century Gothic" panose="020B0502020202020204" pitchFamily="34" charset="0"/>
              </a:rPr>
              <a:t>(R15 Croatia)</a:t>
            </a:r>
          </a:p>
          <a:p>
            <a:pPr defTabSz="457200">
              <a:defRPr/>
            </a:pPr>
            <a:endParaRPr lang="en-AU" sz="1400">
              <a:solidFill>
                <a:prstClr val="black"/>
              </a:solidFill>
              <a:latin typeface="Century Gothic" panose="020B0502020202020204" pitchFamily="34" charset="0"/>
            </a:endParaRPr>
          </a:p>
          <a:p>
            <a:pPr defTabSz="457200">
              <a:defRPr/>
            </a:pPr>
            <a:endParaRPr lang="en-AU" sz="1400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B732D8-5D30-DAAD-D8E1-30E13DB2184A}"/>
              </a:ext>
            </a:extLst>
          </p:cNvPr>
          <p:cNvSpPr txBox="1"/>
          <p:nvPr/>
        </p:nvSpPr>
        <p:spPr>
          <a:xfrm>
            <a:off x="4250117" y="1784321"/>
            <a:ext cx="468000" cy="27699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ctr" defTabSz="457200">
              <a:defRPr/>
            </a:pPr>
            <a:r>
              <a:rPr lang="en-US" sz="1200" b="1">
                <a:solidFill>
                  <a:prstClr val="black"/>
                </a:solidFill>
                <a:latin typeface="Century Gothic" panose="020B0502020202020204" pitchFamily="34" charset="0"/>
              </a:rPr>
              <a:t>St</a:t>
            </a:r>
            <a:endParaRPr lang="en-AU" sz="1200" b="1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A29B3E-F03C-7D17-071C-7C7936276D98}"/>
              </a:ext>
            </a:extLst>
          </p:cNvPr>
          <p:cNvSpPr txBox="1"/>
          <p:nvPr/>
        </p:nvSpPr>
        <p:spPr>
          <a:xfrm>
            <a:off x="4791152" y="3506718"/>
            <a:ext cx="468000" cy="27699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ctr" defTabSz="457200">
              <a:defRPr/>
            </a:pPr>
            <a:r>
              <a:rPr lang="en-US" sz="1200" b="1" err="1">
                <a:solidFill>
                  <a:prstClr val="black"/>
                </a:solidFill>
                <a:latin typeface="Century Gothic" panose="020B0502020202020204" pitchFamily="34" charset="0"/>
              </a:rPr>
              <a:t>Iz</a:t>
            </a:r>
            <a:endParaRPr lang="en-AU" sz="1200" b="1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E01B3E-5243-E278-E48E-57F9ADBAF02B}"/>
              </a:ext>
            </a:extLst>
          </p:cNvPr>
          <p:cNvSpPr txBox="1"/>
          <p:nvPr/>
        </p:nvSpPr>
        <p:spPr>
          <a:xfrm>
            <a:off x="5323956" y="5507180"/>
            <a:ext cx="468000" cy="27699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ctr" defTabSz="457200">
              <a:defRPr/>
            </a:pPr>
            <a:r>
              <a:rPr lang="en-AU" sz="1200" b="1" err="1">
                <a:solidFill>
                  <a:prstClr val="black"/>
                </a:solidFill>
                <a:latin typeface="Century Gothic" panose="020B0502020202020204" pitchFamily="34" charset="0"/>
              </a:rPr>
              <a:t>Sk</a:t>
            </a:r>
            <a:endParaRPr lang="en-AU" sz="1200" b="1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3026AD-B03F-514B-DC10-FB199BC3D953}"/>
              </a:ext>
            </a:extLst>
          </p:cNvPr>
          <p:cNvSpPr txBox="1"/>
          <p:nvPr/>
        </p:nvSpPr>
        <p:spPr>
          <a:xfrm>
            <a:off x="5221365" y="1789602"/>
            <a:ext cx="527895" cy="27699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n-AU" sz="1200" b="1">
                <a:solidFill>
                  <a:prstClr val="black"/>
                </a:solidFill>
                <a:latin typeface="Century Gothic" panose="020B0502020202020204" pitchFamily="34" charset="0"/>
              </a:rPr>
              <a:t>Is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B233D8-6DE5-FA5C-85DA-F9813A7E8534}"/>
              </a:ext>
            </a:extLst>
          </p:cNvPr>
          <p:cNvSpPr txBox="1"/>
          <p:nvPr/>
        </p:nvSpPr>
        <p:spPr>
          <a:xfrm>
            <a:off x="5582450" y="2252196"/>
            <a:ext cx="468000" cy="27699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ctr" defTabSz="457200">
              <a:defRPr/>
            </a:pPr>
            <a:r>
              <a:rPr lang="en-AU" sz="1200" b="1">
                <a:solidFill>
                  <a:prstClr val="black"/>
                </a:solidFill>
                <a:latin typeface="Century Gothic" panose="020B0502020202020204" pitchFamily="34" charset="0"/>
              </a:rPr>
              <a:t>DC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83B7B63-56D8-A4C2-B872-D456F7178D03}"/>
              </a:ext>
            </a:extLst>
          </p:cNvPr>
          <p:cNvSpPr>
            <a:spLocks noChangeAspect="1"/>
          </p:cNvSpPr>
          <p:nvPr/>
        </p:nvSpPr>
        <p:spPr>
          <a:xfrm>
            <a:off x="5100462" y="2619117"/>
            <a:ext cx="431082" cy="4320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 defTabSz="457200">
              <a:defRPr/>
            </a:pPr>
            <a:r>
              <a:rPr lang="en-AU" sz="1200" b="1" dirty="0">
                <a:solidFill>
                  <a:prstClr val="black"/>
                </a:solidFill>
                <a:latin typeface="Century Gothic" panose="020B0502020202020204" pitchFamily="34" charset="0"/>
              </a:rPr>
              <a:t>Al</a:t>
            </a:r>
          </a:p>
        </p:txBody>
      </p:sp>
      <p:pic>
        <p:nvPicPr>
          <p:cNvPr id="22" name="Picture 21" descr="nike-soccer-ball-png.jpg">
            <a:extLst>
              <a:ext uri="{FF2B5EF4-FFF2-40B4-BE49-F238E27FC236}">
                <a16:creationId xmlns:a16="http://schemas.microsoft.com/office/drawing/2014/main" id="{209988B3-629D-0063-57D3-82555D0205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7724045" y="1999633"/>
            <a:ext cx="181536" cy="180000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2057054-0D89-2440-4CD3-22875ADBCF76}"/>
              </a:ext>
            </a:extLst>
          </p:cNvPr>
          <p:cNvSpPr>
            <a:spLocks noChangeAspect="1"/>
          </p:cNvSpPr>
          <p:nvPr/>
        </p:nvSpPr>
        <p:spPr>
          <a:xfrm>
            <a:off x="4312098" y="3018922"/>
            <a:ext cx="431082" cy="4320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457200">
              <a:defRPr/>
            </a:pPr>
            <a:r>
              <a:rPr lang="en-AU" sz="1200" b="1">
                <a:solidFill>
                  <a:prstClr val="black"/>
                </a:solidFill>
                <a:latin typeface="Century Gothic" panose="020B0502020202020204" pitchFamily="34" charset="0"/>
              </a:rPr>
              <a:t>An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A706F23-8F09-3DAA-A104-699C2694CF2A}"/>
              </a:ext>
            </a:extLst>
          </p:cNvPr>
          <p:cNvSpPr>
            <a:spLocks noChangeAspect="1"/>
          </p:cNvSpPr>
          <p:nvPr/>
        </p:nvSpPr>
        <p:spPr>
          <a:xfrm>
            <a:off x="4575611" y="2623783"/>
            <a:ext cx="431082" cy="4320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457200">
              <a:defRPr/>
            </a:pPr>
            <a:r>
              <a:rPr lang="en-US" sz="1200" b="1">
                <a:solidFill>
                  <a:prstClr val="black"/>
                </a:solidFill>
                <a:latin typeface="Century Gothic" panose="020B0502020202020204" pitchFamily="34" charset="0"/>
              </a:rPr>
              <a:t>B</a:t>
            </a:r>
            <a:endParaRPr lang="en-AU" sz="1200" b="1">
              <a:solidFill>
                <a:prstClr val="black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A9426BC-5856-68F9-BE0A-BFAD7E2D2C54}"/>
              </a:ext>
            </a:extLst>
          </p:cNvPr>
          <p:cNvSpPr>
            <a:spLocks noChangeAspect="1"/>
          </p:cNvSpPr>
          <p:nvPr/>
        </p:nvSpPr>
        <p:spPr>
          <a:xfrm>
            <a:off x="4841923" y="3022337"/>
            <a:ext cx="431082" cy="4320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457200">
              <a:defRPr/>
            </a:pPr>
            <a:r>
              <a:rPr lang="en-AU" sz="1200" b="1">
                <a:solidFill>
                  <a:prstClr val="black"/>
                </a:solidFill>
                <a:latin typeface="Century Gothic" panose="020B0502020202020204" pitchFamily="34" charset="0"/>
              </a:rPr>
              <a:t>Le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348DEEF-32EC-0F35-E5C1-9A5C3030AA7C}"/>
              </a:ext>
            </a:extLst>
          </p:cNvPr>
          <p:cNvSpPr>
            <a:spLocks noChangeAspect="1"/>
          </p:cNvSpPr>
          <p:nvPr/>
        </p:nvSpPr>
        <p:spPr>
          <a:xfrm>
            <a:off x="4071305" y="2609929"/>
            <a:ext cx="431082" cy="4320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457200">
              <a:defRPr/>
            </a:pPr>
            <a:r>
              <a:rPr lang="en-AU" sz="1200" b="1">
                <a:solidFill>
                  <a:prstClr val="black"/>
                </a:solidFill>
                <a:latin typeface="Century Gothic" panose="020B0502020202020204" pitchFamily="34" charset="0"/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3504010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E3447-C5D1-1A41-D475-3E2C6B26A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F6A25B9-5B58-8677-942C-54A373D63E39}"/>
              </a:ext>
            </a:extLst>
          </p:cNvPr>
          <p:cNvGrpSpPr>
            <a:grpSpLocks noChangeAspect="1"/>
          </p:cNvGrpSpPr>
          <p:nvPr/>
        </p:nvGrpSpPr>
        <p:grpSpPr>
          <a:xfrm>
            <a:off x="2008828" y="1749088"/>
            <a:ext cx="5952293" cy="5426947"/>
            <a:chOff x="2685692" y="717034"/>
            <a:chExt cx="4700774" cy="4580113"/>
          </a:xfrm>
        </p:grpSpPr>
        <p:sp>
          <p:nvSpPr>
            <p:cNvPr id="29" name="Shape 131">
              <a:extLst>
                <a:ext uri="{FF2B5EF4-FFF2-40B4-BE49-F238E27FC236}">
                  <a16:creationId xmlns:a16="http://schemas.microsoft.com/office/drawing/2014/main" id="{9C66290B-E7E5-63FE-E9DB-91A06307428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105970" y="468484"/>
              <a:ext cx="3860217" cy="470077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0" name="Shape 131">
              <a:extLst>
                <a:ext uri="{FF2B5EF4-FFF2-40B4-BE49-F238E27FC236}">
                  <a16:creationId xmlns:a16="http://schemas.microsoft.com/office/drawing/2014/main" id="{C28677A2-FC6A-ACBF-366A-FF24C033B37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276147" y="894552"/>
              <a:ext cx="1396040" cy="51862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1" name="Shape 131">
              <a:extLst>
                <a:ext uri="{FF2B5EF4-FFF2-40B4-BE49-F238E27FC236}">
                  <a16:creationId xmlns:a16="http://schemas.microsoft.com/office/drawing/2014/main" id="{752B503C-B831-6470-6C46-2C0B8B195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8903" y="888627"/>
              <a:ext cx="3290528" cy="141357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32" name="Partial Circle 31">
              <a:extLst>
                <a:ext uri="{FF2B5EF4-FFF2-40B4-BE49-F238E27FC236}">
                  <a16:creationId xmlns:a16="http://schemas.microsoft.com/office/drawing/2014/main" id="{F65D60A1-4293-C3CF-9BDF-6092AFAB21F5}"/>
                </a:ext>
              </a:extLst>
            </p:cNvPr>
            <p:cNvSpPr/>
            <p:nvPr/>
          </p:nvSpPr>
          <p:spPr>
            <a:xfrm>
              <a:off x="4390052" y="2001683"/>
              <a:ext cx="1233197" cy="61631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25400" cap="flat">
              <a:solidFill>
                <a:schemeClr val="tx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35" name="Partial Circle 34">
              <a:extLst>
                <a:ext uri="{FF2B5EF4-FFF2-40B4-BE49-F238E27FC236}">
                  <a16:creationId xmlns:a16="http://schemas.microsoft.com/office/drawing/2014/main" id="{FC1F6A66-1AFB-38BF-2E16-72113C3C9D5A}"/>
                </a:ext>
              </a:extLst>
            </p:cNvPr>
            <p:cNvSpPr/>
            <p:nvPr/>
          </p:nvSpPr>
          <p:spPr>
            <a:xfrm rot="10800000">
              <a:off x="4309371" y="4196860"/>
              <a:ext cx="1394556" cy="11002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25400" cap="flat">
              <a:solidFill>
                <a:schemeClr val="tx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34" name="Shape 131">
              <a:extLst>
                <a:ext uri="{FF2B5EF4-FFF2-40B4-BE49-F238E27FC236}">
                  <a16:creationId xmlns:a16="http://schemas.microsoft.com/office/drawing/2014/main" id="{1EF10F32-647E-AB71-C011-14BD966AC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524" y="717034"/>
              <a:ext cx="648660" cy="17586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F90C4D6-D179-BC60-B601-A94FBC8C2295}"/>
              </a:ext>
            </a:extLst>
          </p:cNvPr>
          <p:cNvSpPr txBox="1"/>
          <p:nvPr/>
        </p:nvSpPr>
        <p:spPr>
          <a:xfrm>
            <a:off x="1801091" y="208044"/>
            <a:ext cx="40379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>
                <a:latin typeface="Century Gothic" panose="020B0502020202020204" pitchFamily="34" charset="0"/>
              </a:rPr>
              <a:t>In-swinging Free kicks</a:t>
            </a:r>
          </a:p>
          <a:p>
            <a:r>
              <a:rPr lang="en-AU" sz="1400" dirty="0">
                <a:solidFill>
                  <a:schemeClr val="bg1"/>
                </a:solidFill>
                <a:latin typeface="Century Gothic" panose="020B0502020202020204" pitchFamily="34" charset="0"/>
              </a:rPr>
              <a:t>Far post</a:t>
            </a:r>
          </a:p>
          <a:p>
            <a:r>
              <a:rPr lang="en-AU" sz="1400" dirty="0">
                <a:solidFill>
                  <a:schemeClr val="bg1"/>
                </a:solidFill>
                <a:latin typeface="Century Gothic" panose="020B0502020202020204" pitchFamily="34" charset="0"/>
              </a:rPr>
              <a:t>Option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81717B-B028-F428-5645-2FAE283E2D2E}"/>
              </a:ext>
            </a:extLst>
          </p:cNvPr>
          <p:cNvSpPr txBox="1"/>
          <p:nvPr/>
        </p:nvSpPr>
        <p:spPr>
          <a:xfrm>
            <a:off x="1676831" y="1814927"/>
            <a:ext cx="555124" cy="27699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AU" sz="1200" b="1" dirty="0" err="1">
                <a:latin typeface="Century Gothic" panose="020B0502020202020204" pitchFamily="34" charset="0"/>
              </a:rPr>
              <a:t>Iz</a:t>
            </a:r>
            <a:endParaRPr lang="en-AU" sz="1200" b="1" dirty="0">
              <a:latin typeface="Century Gothic" panose="020B0502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4852CB-16D8-3705-0FB1-88AEFB2BBFC9}"/>
              </a:ext>
            </a:extLst>
          </p:cNvPr>
          <p:cNvSpPr txBox="1"/>
          <p:nvPr/>
        </p:nvSpPr>
        <p:spPr>
          <a:xfrm>
            <a:off x="2258282" y="3370070"/>
            <a:ext cx="403200" cy="25736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algn="ctr"/>
            <a:r>
              <a:rPr lang="en-AU" sz="1200" b="1" dirty="0" err="1">
                <a:latin typeface="Century Gothic" panose="020B0502020202020204" pitchFamily="34" charset="0"/>
              </a:rPr>
              <a:t>Iz</a:t>
            </a:r>
            <a:endParaRPr lang="en-AU" sz="1200" b="1" dirty="0">
              <a:latin typeface="Century Gothic" panose="020B0502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42197D0-7239-1293-DC82-F5435447AA84}"/>
              </a:ext>
            </a:extLst>
          </p:cNvPr>
          <p:cNvSpPr txBox="1"/>
          <p:nvPr/>
        </p:nvSpPr>
        <p:spPr>
          <a:xfrm>
            <a:off x="2187784" y="4029740"/>
            <a:ext cx="404418" cy="25736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algn="ctr"/>
            <a:r>
              <a:rPr lang="en-AU" sz="1200" b="1" dirty="0" err="1">
                <a:latin typeface="Century Gothic" panose="020B0502020202020204" pitchFamily="34" charset="0"/>
              </a:rPr>
              <a:t>Iz</a:t>
            </a:r>
            <a:endParaRPr lang="en-AU" sz="1200" b="1" dirty="0">
              <a:latin typeface="Century Gothic" panose="020B0502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D869D6-7259-788B-84C2-551300F195A9}"/>
              </a:ext>
            </a:extLst>
          </p:cNvPr>
          <p:cNvSpPr txBox="1"/>
          <p:nvPr/>
        </p:nvSpPr>
        <p:spPr>
          <a:xfrm>
            <a:off x="7176874" y="4003965"/>
            <a:ext cx="404418" cy="25736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algn="ctr"/>
            <a:r>
              <a:rPr lang="en-AU" sz="1200" b="1" dirty="0">
                <a:latin typeface="Century Gothic" panose="020B0502020202020204" pitchFamily="34" charset="0"/>
              </a:rPr>
              <a:t>Ai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F0F3EFF-E006-9DF7-EA62-4832A8B9C171}"/>
              </a:ext>
            </a:extLst>
          </p:cNvPr>
          <p:cNvSpPr>
            <a:spLocks noChangeAspect="1"/>
          </p:cNvSpPr>
          <p:nvPr/>
        </p:nvSpPr>
        <p:spPr>
          <a:xfrm>
            <a:off x="7930229" y="1702285"/>
            <a:ext cx="431082" cy="43200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AU" sz="1200" b="1" dirty="0">
                <a:solidFill>
                  <a:schemeClr val="tx1"/>
                </a:solidFill>
                <a:latin typeface="Century Gothic" panose="020B0502020202020204" pitchFamily="34" charset="0"/>
              </a:rPr>
              <a:t>Ai</a:t>
            </a:r>
          </a:p>
        </p:txBody>
      </p:sp>
      <p:pic>
        <p:nvPicPr>
          <p:cNvPr id="21" name="Picture 20" descr="nike-soccer-ball-png.jpg">
            <a:extLst>
              <a:ext uri="{FF2B5EF4-FFF2-40B4-BE49-F238E27FC236}">
                <a16:creationId xmlns:a16="http://schemas.microsoft.com/office/drawing/2014/main" id="{6158C6FE-BDC3-D8FA-58B6-4F3E983758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Grayscal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7724045" y="1999633"/>
            <a:ext cx="181536" cy="180000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BF2BA3-4D5E-72EB-92E6-CF75580F0F7B}"/>
              </a:ext>
            </a:extLst>
          </p:cNvPr>
          <p:cNvSpPr txBox="1"/>
          <p:nvPr/>
        </p:nvSpPr>
        <p:spPr>
          <a:xfrm>
            <a:off x="7079467" y="3343942"/>
            <a:ext cx="404418" cy="257369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36000" rIns="0" bIns="36000" rtlCol="0">
            <a:spAutoFit/>
          </a:bodyPr>
          <a:lstStyle/>
          <a:p>
            <a:pPr algn="ctr"/>
            <a:r>
              <a:rPr lang="en-AU" sz="1200" b="1" dirty="0">
                <a:latin typeface="Century Gothic" panose="020B0502020202020204" pitchFamily="34" charset="0"/>
              </a:rPr>
              <a:t>Ai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B0B9D38-F48E-8D67-A46C-0BFEC0EF7106}"/>
              </a:ext>
            </a:extLst>
          </p:cNvPr>
          <p:cNvSpPr/>
          <p:nvPr/>
        </p:nvSpPr>
        <p:spPr>
          <a:xfrm rot="14183994">
            <a:off x="3523416" y="1948527"/>
            <a:ext cx="703607" cy="2347171"/>
          </a:xfrm>
          <a:custGeom>
            <a:avLst/>
            <a:gdLst>
              <a:gd name="connsiteX0" fmla="*/ 755261 w 755261"/>
              <a:gd name="connsiteY0" fmla="*/ 0 h 3055434"/>
              <a:gd name="connsiteX1" fmla="*/ 90648 w 755261"/>
              <a:gd name="connsiteY1" fmla="*/ 945623 h 3055434"/>
              <a:gd name="connsiteX2" fmla="*/ 19280 w 755261"/>
              <a:gd name="connsiteY2" fmla="*/ 2087508 h 3055434"/>
              <a:gd name="connsiteX3" fmla="*/ 215542 w 755261"/>
              <a:gd name="connsiteY3" fmla="*/ 3055434 h 3055434"/>
              <a:gd name="connsiteX4" fmla="*/ 215542 w 755261"/>
              <a:gd name="connsiteY4" fmla="*/ 3055434 h 30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5261" h="3055434">
                <a:moveTo>
                  <a:pt x="755261" y="0"/>
                </a:moveTo>
                <a:cubicBezTo>
                  <a:pt x="484286" y="298852"/>
                  <a:pt x="213311" y="597705"/>
                  <a:pt x="90648" y="945623"/>
                </a:cubicBezTo>
                <a:cubicBezTo>
                  <a:pt x="-32016" y="1293541"/>
                  <a:pt x="-1536" y="1735873"/>
                  <a:pt x="19280" y="2087508"/>
                </a:cubicBezTo>
                <a:cubicBezTo>
                  <a:pt x="40096" y="2439143"/>
                  <a:pt x="215542" y="3055434"/>
                  <a:pt x="215542" y="3055434"/>
                </a:cubicBezTo>
                <a:lnTo>
                  <a:pt x="215542" y="3055434"/>
                </a:lnTo>
              </a:path>
            </a:pathLst>
          </a:custGeom>
          <a:noFill/>
          <a:ln w="15875">
            <a:solidFill>
              <a:srgbClr val="FF0000"/>
            </a:solidFill>
            <a:prstDash val="lgDash"/>
            <a:tailEnd type="triangle" w="lg" len="lg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9186308-006C-8CC3-B2F8-C3BF58093BA3}"/>
              </a:ext>
            </a:extLst>
          </p:cNvPr>
          <p:cNvSpPr/>
          <p:nvPr/>
        </p:nvSpPr>
        <p:spPr>
          <a:xfrm rot="13397698">
            <a:off x="3550936" y="1918760"/>
            <a:ext cx="703607" cy="2931816"/>
          </a:xfrm>
          <a:custGeom>
            <a:avLst/>
            <a:gdLst>
              <a:gd name="connsiteX0" fmla="*/ 755261 w 755261"/>
              <a:gd name="connsiteY0" fmla="*/ 0 h 3055434"/>
              <a:gd name="connsiteX1" fmla="*/ 90648 w 755261"/>
              <a:gd name="connsiteY1" fmla="*/ 945623 h 3055434"/>
              <a:gd name="connsiteX2" fmla="*/ 19280 w 755261"/>
              <a:gd name="connsiteY2" fmla="*/ 2087508 h 3055434"/>
              <a:gd name="connsiteX3" fmla="*/ 215542 w 755261"/>
              <a:gd name="connsiteY3" fmla="*/ 3055434 h 3055434"/>
              <a:gd name="connsiteX4" fmla="*/ 215542 w 755261"/>
              <a:gd name="connsiteY4" fmla="*/ 3055434 h 30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5261" h="3055434">
                <a:moveTo>
                  <a:pt x="755261" y="0"/>
                </a:moveTo>
                <a:cubicBezTo>
                  <a:pt x="484286" y="298852"/>
                  <a:pt x="213311" y="597705"/>
                  <a:pt x="90648" y="945623"/>
                </a:cubicBezTo>
                <a:cubicBezTo>
                  <a:pt x="-32016" y="1293541"/>
                  <a:pt x="-1536" y="1735873"/>
                  <a:pt x="19280" y="2087508"/>
                </a:cubicBezTo>
                <a:cubicBezTo>
                  <a:pt x="40096" y="2439143"/>
                  <a:pt x="215542" y="3055434"/>
                  <a:pt x="215542" y="3055434"/>
                </a:cubicBezTo>
                <a:lnTo>
                  <a:pt x="215542" y="3055434"/>
                </a:lnTo>
              </a:path>
            </a:pathLst>
          </a:custGeom>
          <a:noFill/>
          <a:ln w="15875">
            <a:solidFill>
              <a:srgbClr val="FF0000"/>
            </a:solidFill>
            <a:prstDash val="lgDash"/>
            <a:tailEnd type="triangle" w="lg" len="lg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2F9D68D-DC68-4821-BB48-D23130FB91BD}"/>
              </a:ext>
            </a:extLst>
          </p:cNvPr>
          <p:cNvSpPr/>
          <p:nvPr/>
        </p:nvSpPr>
        <p:spPr>
          <a:xfrm rot="7964649">
            <a:off x="5481264" y="1938038"/>
            <a:ext cx="703607" cy="2931816"/>
          </a:xfrm>
          <a:custGeom>
            <a:avLst/>
            <a:gdLst>
              <a:gd name="connsiteX0" fmla="*/ 755261 w 755261"/>
              <a:gd name="connsiteY0" fmla="*/ 0 h 3055434"/>
              <a:gd name="connsiteX1" fmla="*/ 90648 w 755261"/>
              <a:gd name="connsiteY1" fmla="*/ 945623 h 3055434"/>
              <a:gd name="connsiteX2" fmla="*/ 19280 w 755261"/>
              <a:gd name="connsiteY2" fmla="*/ 2087508 h 3055434"/>
              <a:gd name="connsiteX3" fmla="*/ 215542 w 755261"/>
              <a:gd name="connsiteY3" fmla="*/ 3055434 h 3055434"/>
              <a:gd name="connsiteX4" fmla="*/ 215542 w 755261"/>
              <a:gd name="connsiteY4" fmla="*/ 3055434 h 30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5261" h="3055434">
                <a:moveTo>
                  <a:pt x="755261" y="0"/>
                </a:moveTo>
                <a:cubicBezTo>
                  <a:pt x="484286" y="298852"/>
                  <a:pt x="213311" y="597705"/>
                  <a:pt x="90648" y="945623"/>
                </a:cubicBezTo>
                <a:cubicBezTo>
                  <a:pt x="-32016" y="1293541"/>
                  <a:pt x="-1536" y="1735873"/>
                  <a:pt x="19280" y="2087508"/>
                </a:cubicBezTo>
                <a:cubicBezTo>
                  <a:pt x="40096" y="2439143"/>
                  <a:pt x="215542" y="3055434"/>
                  <a:pt x="215542" y="3055434"/>
                </a:cubicBezTo>
                <a:lnTo>
                  <a:pt x="215542" y="3055434"/>
                </a:lnTo>
              </a:path>
            </a:pathLst>
          </a:custGeom>
          <a:noFill/>
          <a:ln w="15875">
            <a:solidFill>
              <a:srgbClr val="FF0000"/>
            </a:solidFill>
            <a:prstDash val="lgDash"/>
            <a:tailEnd type="triangle" w="lg" len="lg"/>
          </a:ln>
          <a:scene3d>
            <a:camera prst="orthographicFront">
              <a:rot lat="5" lon="10799954" rev="6066"/>
            </a:camera>
            <a:lightRig rig="threePt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CE4983-244D-0878-9822-8B9812B12A9A}"/>
              </a:ext>
            </a:extLst>
          </p:cNvPr>
          <p:cNvSpPr/>
          <p:nvPr/>
        </p:nvSpPr>
        <p:spPr>
          <a:xfrm rot="7964649">
            <a:off x="5531002" y="1800127"/>
            <a:ext cx="703607" cy="2451788"/>
          </a:xfrm>
          <a:custGeom>
            <a:avLst/>
            <a:gdLst>
              <a:gd name="connsiteX0" fmla="*/ 755261 w 755261"/>
              <a:gd name="connsiteY0" fmla="*/ 0 h 3055434"/>
              <a:gd name="connsiteX1" fmla="*/ 90648 w 755261"/>
              <a:gd name="connsiteY1" fmla="*/ 945623 h 3055434"/>
              <a:gd name="connsiteX2" fmla="*/ 19280 w 755261"/>
              <a:gd name="connsiteY2" fmla="*/ 2087508 h 3055434"/>
              <a:gd name="connsiteX3" fmla="*/ 215542 w 755261"/>
              <a:gd name="connsiteY3" fmla="*/ 3055434 h 3055434"/>
              <a:gd name="connsiteX4" fmla="*/ 215542 w 755261"/>
              <a:gd name="connsiteY4" fmla="*/ 3055434 h 30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5261" h="3055434">
                <a:moveTo>
                  <a:pt x="755261" y="0"/>
                </a:moveTo>
                <a:cubicBezTo>
                  <a:pt x="484286" y="298852"/>
                  <a:pt x="213311" y="597705"/>
                  <a:pt x="90648" y="945623"/>
                </a:cubicBezTo>
                <a:cubicBezTo>
                  <a:pt x="-32016" y="1293541"/>
                  <a:pt x="-1536" y="1735873"/>
                  <a:pt x="19280" y="2087508"/>
                </a:cubicBezTo>
                <a:cubicBezTo>
                  <a:pt x="40096" y="2439143"/>
                  <a:pt x="215542" y="3055434"/>
                  <a:pt x="215542" y="3055434"/>
                </a:cubicBezTo>
                <a:lnTo>
                  <a:pt x="215542" y="3055434"/>
                </a:lnTo>
              </a:path>
            </a:pathLst>
          </a:custGeom>
          <a:noFill/>
          <a:ln w="15875">
            <a:solidFill>
              <a:srgbClr val="FF0000"/>
            </a:solidFill>
            <a:prstDash val="lgDash"/>
            <a:tailEnd type="triangle" w="lg" len="lg"/>
          </a:ln>
          <a:scene3d>
            <a:camera prst="orthographicFront">
              <a:rot lat="5" lon="10799954" rev="6066"/>
            </a:camera>
            <a:lightRig rig="threePt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816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</Words>
  <Application>Microsoft Office PowerPoint</Application>
  <PresentationFormat>Widescreen</PresentationFormat>
  <Paragraphs>53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Century Gothic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conlon</dc:creator>
  <cp:lastModifiedBy>scott conlon</cp:lastModifiedBy>
  <cp:revision>1</cp:revision>
  <dcterms:created xsi:type="dcterms:W3CDTF">2026-07-18T23:12:19Z</dcterms:created>
  <dcterms:modified xsi:type="dcterms:W3CDTF">2026-07-18T23:13:37Z</dcterms:modified>
</cp:coreProperties>
</file>