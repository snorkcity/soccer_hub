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353" r:id="rId3"/>
    <p:sldId id="641" r:id="rId4"/>
    <p:sldId id="648" r:id="rId5"/>
    <p:sldId id="650" r:id="rId6"/>
    <p:sldId id="649" r:id="rId7"/>
  </p:sldIdLst>
  <p:sldSz cx="9144000" cy="6858000" type="screen4x3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Frost" initials="AF" lastIdx="2" clrIdx="0">
    <p:extLst>
      <p:ext uri="{19B8F6BF-5375-455C-9EA6-DF929625EA0E}">
        <p15:presenceInfo xmlns:p15="http://schemas.microsoft.com/office/powerpoint/2012/main" userId="ec08b7a8-6e9d-435a-90c9-0b707f07fc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F10FC6"/>
    <a:srgbClr val="2F00FF"/>
    <a:srgbClr val="E7DB02"/>
    <a:srgbClr val="00563B"/>
    <a:srgbClr val="FFDD33"/>
    <a:srgbClr val="CC7722"/>
    <a:srgbClr val="7B1C3D"/>
    <a:srgbClr val="00205B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C3E7C8-197B-456E-BF41-F3F64C6E5088}" v="53" dt="2026-04-18T10:03:49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42" autoAdjust="0"/>
    <p:restoredTop sz="80169" autoAdjust="0"/>
  </p:normalViewPr>
  <p:slideViewPr>
    <p:cSldViewPr snapToGrid="0" snapToObjects="1">
      <p:cViewPr varScale="1">
        <p:scale>
          <a:sx n="113" d="100"/>
          <a:sy n="113" d="100"/>
        </p:scale>
        <p:origin x="108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69B64073-9504-4B6E-9D0F-1C0AE143CAAC}"/>
    <pc:docChg chg="undo custSel addSld delSld modSld sldOrd">
      <pc:chgData name="scott conlon" userId="715640cfe8348987" providerId="LiveId" clId="{69B64073-9504-4B6E-9D0F-1C0AE143CAAC}" dt="2026-04-18T10:06:43.348" v="1864" actId="47"/>
      <pc:docMkLst>
        <pc:docMk/>
      </pc:docMkLst>
      <pc:sldChg chg="modSp mod">
        <pc:chgData name="scott conlon" userId="715640cfe8348987" providerId="LiveId" clId="{69B64073-9504-4B6E-9D0F-1C0AE143CAAC}" dt="2026-04-18T10:04:01.061" v="1602" actId="255"/>
        <pc:sldMkLst>
          <pc:docMk/>
          <pc:sldMk cId="1470261100" sldId="353"/>
        </pc:sldMkLst>
        <pc:spChg chg="mod">
          <ac:chgData name="scott conlon" userId="715640cfe8348987" providerId="LiveId" clId="{69B64073-9504-4B6E-9D0F-1C0AE143CAAC}" dt="2026-04-18T10:04:01.061" v="1602" actId="255"/>
          <ac:spMkLst>
            <pc:docMk/>
            <pc:sldMk cId="1470261100" sldId="353"/>
            <ac:spMk id="3" creationId="{B1711341-68F7-362C-75F1-F2C80DC26DCC}"/>
          </ac:spMkLst>
        </pc:spChg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2504118082" sldId="382"/>
        </pc:sldMkLst>
      </pc:sldChg>
      <pc:sldChg chg="del">
        <pc:chgData name="scott conlon" userId="715640cfe8348987" providerId="LiveId" clId="{69B64073-9504-4B6E-9D0F-1C0AE143CAAC}" dt="2026-04-18T10:06:43.348" v="1864" actId="47"/>
        <pc:sldMkLst>
          <pc:docMk/>
          <pc:sldMk cId="802466451" sldId="408"/>
        </pc:sldMkLst>
      </pc:sldChg>
      <pc:sldChg chg="del">
        <pc:chgData name="scott conlon" userId="715640cfe8348987" providerId="LiveId" clId="{69B64073-9504-4B6E-9D0F-1C0AE143CAAC}" dt="2026-04-18T10:06:43.348" v="1864" actId="47"/>
        <pc:sldMkLst>
          <pc:docMk/>
          <pc:sldMk cId="153816750" sldId="566"/>
        </pc:sldMkLst>
      </pc:sldChg>
      <pc:sldChg chg="del">
        <pc:chgData name="scott conlon" userId="715640cfe8348987" providerId="LiveId" clId="{69B64073-9504-4B6E-9D0F-1C0AE143CAAC}" dt="2026-04-18T10:03:28.284" v="1585" actId="47"/>
        <pc:sldMkLst>
          <pc:docMk/>
          <pc:sldMk cId="605639947" sldId="613"/>
        </pc:sldMkLst>
      </pc:sldChg>
      <pc:sldChg chg="del">
        <pc:chgData name="scott conlon" userId="715640cfe8348987" providerId="LiveId" clId="{69B64073-9504-4B6E-9D0F-1C0AE143CAAC}" dt="2026-04-18T10:03:28.284" v="1585" actId="47"/>
        <pc:sldMkLst>
          <pc:docMk/>
          <pc:sldMk cId="2025347170" sldId="614"/>
        </pc:sldMkLst>
      </pc:sldChg>
      <pc:sldChg chg="del">
        <pc:chgData name="scott conlon" userId="715640cfe8348987" providerId="LiveId" clId="{69B64073-9504-4B6E-9D0F-1C0AE143CAAC}" dt="2026-04-18T10:03:28.284" v="1585" actId="47"/>
        <pc:sldMkLst>
          <pc:docMk/>
          <pc:sldMk cId="1054723861" sldId="622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3311182815" sldId="623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3273058702" sldId="628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2400316696" sldId="629"/>
        </pc:sldMkLst>
      </pc:sldChg>
      <pc:sldChg chg="del">
        <pc:chgData name="scott conlon" userId="715640cfe8348987" providerId="LiveId" clId="{69B64073-9504-4B6E-9D0F-1C0AE143CAAC}" dt="2026-04-18T10:03:28.284" v="1585" actId="47"/>
        <pc:sldMkLst>
          <pc:docMk/>
          <pc:sldMk cId="1009537305" sldId="630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1804855554" sldId="632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665551087" sldId="636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3536790548" sldId="637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2495661562" sldId="638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3190249143" sldId="639"/>
        </pc:sldMkLst>
      </pc:sldChg>
      <pc:sldChg chg="del">
        <pc:chgData name="scott conlon" userId="715640cfe8348987" providerId="LiveId" clId="{69B64073-9504-4B6E-9D0F-1C0AE143CAAC}" dt="2026-04-18T10:06:36.685" v="1863" actId="47"/>
        <pc:sldMkLst>
          <pc:docMk/>
          <pc:sldMk cId="2580090772" sldId="640"/>
        </pc:sldMkLst>
      </pc:sldChg>
      <pc:sldChg chg="addSp modSp mod ord modAnim">
        <pc:chgData name="scott conlon" userId="715640cfe8348987" providerId="LiveId" clId="{69B64073-9504-4B6E-9D0F-1C0AE143CAAC}" dt="2026-04-18T10:00:32.865" v="1381" actId="6549"/>
        <pc:sldMkLst>
          <pc:docMk/>
          <pc:sldMk cId="659735155" sldId="641"/>
        </pc:sldMkLst>
        <pc:spChg chg="mod">
          <ac:chgData name="scott conlon" userId="715640cfe8348987" providerId="LiveId" clId="{69B64073-9504-4B6E-9D0F-1C0AE143CAAC}" dt="2026-04-18T09:47:24.272" v="544" actId="20577"/>
          <ac:spMkLst>
            <pc:docMk/>
            <pc:sldMk cId="659735155" sldId="641"/>
            <ac:spMk id="2" creationId="{7381FFAE-A1FA-3B85-2158-2B6FD5A2C0FF}"/>
          </ac:spMkLst>
        </pc:spChg>
        <pc:spChg chg="mod">
          <ac:chgData name="scott conlon" userId="715640cfe8348987" providerId="LiveId" clId="{69B64073-9504-4B6E-9D0F-1C0AE143CAAC}" dt="2026-04-18T09:32:14.772" v="55" actId="2085"/>
          <ac:spMkLst>
            <pc:docMk/>
            <pc:sldMk cId="659735155" sldId="641"/>
            <ac:spMk id="3" creationId="{D8A72D58-8876-2542-D83D-81DB77A07B3C}"/>
          </ac:spMkLst>
        </pc:spChg>
        <pc:spChg chg="mod">
          <ac:chgData name="scott conlon" userId="715640cfe8348987" providerId="LiveId" clId="{69B64073-9504-4B6E-9D0F-1C0AE143CAAC}" dt="2026-04-18T09:35:27.406" v="175" actId="1076"/>
          <ac:spMkLst>
            <pc:docMk/>
            <pc:sldMk cId="659735155" sldId="641"/>
            <ac:spMk id="4" creationId="{356899C8-1670-CEA0-3542-CC064DC12C96}"/>
          </ac:spMkLst>
        </pc:spChg>
        <pc:spChg chg="mod">
          <ac:chgData name="scott conlon" userId="715640cfe8348987" providerId="LiveId" clId="{69B64073-9504-4B6E-9D0F-1C0AE143CAAC}" dt="2026-04-18T09:32:25.105" v="57" actId="2085"/>
          <ac:spMkLst>
            <pc:docMk/>
            <pc:sldMk cId="659735155" sldId="641"/>
            <ac:spMk id="5" creationId="{E5B16A05-3673-C3E5-4D89-5B8C8A5D94EA}"/>
          </ac:spMkLst>
        </pc:spChg>
        <pc:spChg chg="mod">
          <ac:chgData name="scott conlon" userId="715640cfe8348987" providerId="LiveId" clId="{69B64073-9504-4B6E-9D0F-1C0AE143CAAC}" dt="2026-04-18T09:32:57.949" v="81" actId="255"/>
          <ac:spMkLst>
            <pc:docMk/>
            <pc:sldMk cId="659735155" sldId="641"/>
            <ac:spMk id="6" creationId="{AE3B60AC-09E3-CB50-69BD-7B0D33F0F8B2}"/>
          </ac:spMkLst>
        </pc:spChg>
        <pc:spChg chg="mod">
          <ac:chgData name="scott conlon" userId="715640cfe8348987" providerId="LiveId" clId="{69B64073-9504-4B6E-9D0F-1C0AE143CAAC}" dt="2026-04-18T09:35:18.497" v="153" actId="1035"/>
          <ac:spMkLst>
            <pc:docMk/>
            <pc:sldMk cId="659735155" sldId="641"/>
            <ac:spMk id="7" creationId="{7BA39B69-2509-9BF5-623E-10E698836284}"/>
          </ac:spMkLst>
        </pc:spChg>
        <pc:spChg chg="mod">
          <ac:chgData name="scott conlon" userId="715640cfe8348987" providerId="LiveId" clId="{69B64073-9504-4B6E-9D0F-1C0AE143CAAC}" dt="2026-04-18T09:36:05.334" v="213" actId="1076"/>
          <ac:spMkLst>
            <pc:docMk/>
            <pc:sldMk cId="659735155" sldId="641"/>
            <ac:spMk id="8" creationId="{3C490298-40A1-BE9B-DA4C-DFF45FB9FFDB}"/>
          </ac:spMkLst>
        </pc:spChg>
        <pc:spChg chg="mod">
          <ac:chgData name="scott conlon" userId="715640cfe8348987" providerId="LiveId" clId="{69B64073-9504-4B6E-9D0F-1C0AE143CAAC}" dt="2026-04-18T09:35:40.891" v="179" actId="1076"/>
          <ac:spMkLst>
            <pc:docMk/>
            <pc:sldMk cId="659735155" sldId="641"/>
            <ac:spMk id="9" creationId="{69FAF304-DB22-6B07-7C1F-3190E2C98537}"/>
          </ac:spMkLst>
        </pc:spChg>
        <pc:spChg chg="mod">
          <ac:chgData name="scott conlon" userId="715640cfe8348987" providerId="LiveId" clId="{69B64073-9504-4B6E-9D0F-1C0AE143CAAC}" dt="2026-04-18T09:36:03.415" v="212" actId="1076"/>
          <ac:spMkLst>
            <pc:docMk/>
            <pc:sldMk cId="659735155" sldId="641"/>
            <ac:spMk id="10" creationId="{140EB716-6E35-7B3C-4E45-C611BE519E3A}"/>
          </ac:spMkLst>
        </pc:spChg>
        <pc:spChg chg="mod">
          <ac:chgData name="scott conlon" userId="715640cfe8348987" providerId="LiveId" clId="{69B64073-9504-4B6E-9D0F-1C0AE143CAAC}" dt="2026-04-18T09:36:22.104" v="225" actId="1035"/>
          <ac:spMkLst>
            <pc:docMk/>
            <pc:sldMk cId="659735155" sldId="641"/>
            <ac:spMk id="11" creationId="{19ADAC03-4A36-1F7B-A995-A3DF73AAD314}"/>
          </ac:spMkLst>
        </pc:spChg>
        <pc:spChg chg="mod">
          <ac:chgData name="scott conlon" userId="715640cfe8348987" providerId="LiveId" clId="{69B64073-9504-4B6E-9D0F-1C0AE143CAAC}" dt="2026-04-18T09:35:59.304" v="211" actId="1036"/>
          <ac:spMkLst>
            <pc:docMk/>
            <pc:sldMk cId="659735155" sldId="641"/>
            <ac:spMk id="12" creationId="{07676775-5397-EAD6-6FB3-76E9166CB9BF}"/>
          </ac:spMkLst>
        </pc:spChg>
        <pc:spChg chg="mod">
          <ac:chgData name="scott conlon" userId="715640cfe8348987" providerId="LiveId" clId="{69B64073-9504-4B6E-9D0F-1C0AE143CAAC}" dt="2026-04-18T09:36:20.616" v="223" actId="1037"/>
          <ac:spMkLst>
            <pc:docMk/>
            <pc:sldMk cId="659735155" sldId="641"/>
            <ac:spMk id="13" creationId="{ACF3CF79-A37C-E22A-81D1-19667E282036}"/>
          </ac:spMkLst>
        </pc:spChg>
        <pc:spChg chg="mod">
          <ac:chgData name="scott conlon" userId="715640cfe8348987" providerId="LiveId" clId="{69B64073-9504-4B6E-9D0F-1C0AE143CAAC}" dt="2026-04-18T09:35:43.066" v="180" actId="1076"/>
          <ac:spMkLst>
            <pc:docMk/>
            <pc:sldMk cId="659735155" sldId="641"/>
            <ac:spMk id="14" creationId="{08107B58-9D8C-C79D-AD5A-F148149BFEEE}"/>
          </ac:spMkLst>
        </pc:spChg>
        <pc:spChg chg="mod">
          <ac:chgData name="scott conlon" userId="715640cfe8348987" providerId="LiveId" clId="{69B64073-9504-4B6E-9D0F-1C0AE143CAAC}" dt="2026-04-18T09:36:11.510" v="217" actId="1037"/>
          <ac:spMkLst>
            <pc:docMk/>
            <pc:sldMk cId="659735155" sldId="641"/>
            <ac:spMk id="15" creationId="{93AA081A-82EF-698D-AECB-6B06932173AB}"/>
          </ac:spMkLst>
        </pc:spChg>
        <pc:spChg chg="add mod">
          <ac:chgData name="scott conlon" userId="715640cfe8348987" providerId="LiveId" clId="{69B64073-9504-4B6E-9D0F-1C0AE143CAAC}" dt="2026-04-18T10:00:32.865" v="1381" actId="6549"/>
          <ac:spMkLst>
            <pc:docMk/>
            <pc:sldMk cId="659735155" sldId="641"/>
            <ac:spMk id="17" creationId="{B5E1BCDF-B8A7-E7E1-2FD0-8799B47B43F8}"/>
          </ac:spMkLst>
        </pc:spChg>
        <pc:spChg chg="mod">
          <ac:chgData name="scott conlon" userId="715640cfe8348987" providerId="LiveId" clId="{69B64073-9504-4B6E-9D0F-1C0AE143CAAC}" dt="2026-04-18T09:33:32.283" v="90" actId="20577"/>
          <ac:spMkLst>
            <pc:docMk/>
            <pc:sldMk cId="659735155" sldId="641"/>
            <ac:spMk id="36" creationId="{5299F54F-7A4F-5A35-0BAD-F864479A5A45}"/>
          </ac:spMkLst>
        </pc:spChg>
        <pc:spChg chg="add mod">
          <ac:chgData name="scott conlon" userId="715640cfe8348987" providerId="LiveId" clId="{69B64073-9504-4B6E-9D0F-1C0AE143CAAC}" dt="2026-04-18T10:00:15.467" v="1334" actId="113"/>
          <ac:spMkLst>
            <pc:docMk/>
            <pc:sldMk cId="659735155" sldId="641"/>
            <ac:spMk id="37" creationId="{4A3AD17A-7061-84B5-4CC2-81D61FE757A0}"/>
          </ac:spMkLst>
        </pc:spChg>
        <pc:grpChg chg="mod">
          <ac:chgData name="scott conlon" userId="715640cfe8348987" providerId="LiveId" clId="{69B64073-9504-4B6E-9D0F-1C0AE143CAAC}" dt="2026-04-18T09:36:08.952" v="215" actId="1036"/>
          <ac:grpSpMkLst>
            <pc:docMk/>
            <pc:sldMk cId="659735155" sldId="641"/>
            <ac:grpSpMk id="18" creationId="{BBFE19F4-0F0F-E39E-CBD1-6E5301AE0C54}"/>
          </ac:grpSpMkLst>
        </pc:grpChg>
        <pc:graphicFrameChg chg="add mod">
          <ac:chgData name="scott conlon" userId="715640cfe8348987" providerId="LiveId" clId="{69B64073-9504-4B6E-9D0F-1C0AE143CAAC}" dt="2026-04-18T09:36:49.575" v="227"/>
          <ac:graphicFrameMkLst>
            <pc:docMk/>
            <pc:sldMk cId="659735155" sldId="641"/>
            <ac:graphicFrameMk id="16" creationId="{5813EA33-187E-668A-CCA9-6757A33DCED4}"/>
          </ac:graphicFrameMkLst>
        </pc:graphicFrameChg>
        <pc:picChg chg="add mod">
          <ac:chgData name="scott conlon" userId="715640cfe8348987" providerId="LiveId" clId="{69B64073-9504-4B6E-9D0F-1C0AE143CAAC}" dt="2026-04-18T10:00:14.320" v="1332"/>
          <ac:picMkLst>
            <pc:docMk/>
            <pc:sldMk cId="659735155" sldId="641"/>
            <ac:picMk id="38" creationId="{E2DFD432-7BA2-8A13-CCE4-6C193F16F252}"/>
          </ac:picMkLst>
        </pc:picChg>
      </pc:sldChg>
      <pc:sldChg chg="del">
        <pc:chgData name="scott conlon" userId="715640cfe8348987" providerId="LiveId" clId="{69B64073-9504-4B6E-9D0F-1C0AE143CAAC}" dt="2026-04-18T10:03:28.284" v="1585" actId="47"/>
        <pc:sldMkLst>
          <pc:docMk/>
          <pc:sldMk cId="1467773655" sldId="642"/>
        </pc:sldMkLst>
      </pc:sldChg>
      <pc:sldChg chg="del">
        <pc:chgData name="scott conlon" userId="715640cfe8348987" providerId="LiveId" clId="{69B64073-9504-4B6E-9D0F-1C0AE143CAAC}" dt="2026-04-18T10:06:43.348" v="1864" actId="47"/>
        <pc:sldMkLst>
          <pc:docMk/>
          <pc:sldMk cId="863712945" sldId="643"/>
        </pc:sldMkLst>
      </pc:sldChg>
      <pc:sldChg chg="del">
        <pc:chgData name="scott conlon" userId="715640cfe8348987" providerId="LiveId" clId="{69B64073-9504-4B6E-9D0F-1C0AE143CAAC}" dt="2026-04-18T10:06:43.348" v="1864" actId="47"/>
        <pc:sldMkLst>
          <pc:docMk/>
          <pc:sldMk cId="1252312418" sldId="644"/>
        </pc:sldMkLst>
      </pc:sldChg>
      <pc:sldChg chg="add del setBg">
        <pc:chgData name="scott conlon" userId="715640cfe8348987" providerId="LiveId" clId="{69B64073-9504-4B6E-9D0F-1C0AE143CAAC}" dt="2026-04-18T09:37:00.221" v="229"/>
        <pc:sldMkLst>
          <pc:docMk/>
          <pc:sldMk cId="1603517435" sldId="645"/>
        </pc:sldMkLst>
      </pc:sldChg>
      <pc:sldChg chg="add del modAnim">
        <pc:chgData name="scott conlon" userId="715640cfe8348987" providerId="LiveId" clId="{69B64073-9504-4B6E-9D0F-1C0AE143CAAC}" dt="2026-04-18T10:03:32.050" v="1587" actId="47"/>
        <pc:sldMkLst>
          <pc:docMk/>
          <pc:sldMk cId="1868078058" sldId="645"/>
        </pc:sldMkLst>
      </pc:sldChg>
      <pc:sldChg chg="add del setBg">
        <pc:chgData name="scott conlon" userId="715640cfe8348987" providerId="LiveId" clId="{69B64073-9504-4B6E-9D0F-1C0AE143CAAC}" dt="2026-04-18T09:39:48.047" v="434"/>
        <pc:sldMkLst>
          <pc:docMk/>
          <pc:sldMk cId="2886471240" sldId="645"/>
        </pc:sldMkLst>
      </pc:sldChg>
      <pc:sldChg chg="add del">
        <pc:chgData name="scott conlon" userId="715640cfe8348987" providerId="LiveId" clId="{69B64073-9504-4B6E-9D0F-1C0AE143CAAC}" dt="2026-04-18T10:03:30.197" v="1586" actId="47"/>
        <pc:sldMkLst>
          <pc:docMk/>
          <pc:sldMk cId="3326295804" sldId="646"/>
        </pc:sldMkLst>
      </pc:sldChg>
      <pc:sldChg chg="modSp add del mod ord">
        <pc:chgData name="scott conlon" userId="715640cfe8348987" providerId="LiveId" clId="{69B64073-9504-4B6E-9D0F-1C0AE143CAAC}" dt="2026-04-18T10:06:36.685" v="1863" actId="47"/>
        <pc:sldMkLst>
          <pc:docMk/>
          <pc:sldMk cId="323439435" sldId="647"/>
        </pc:sldMkLst>
        <pc:spChg chg="mod">
          <ac:chgData name="scott conlon" userId="715640cfe8348987" providerId="LiveId" clId="{69B64073-9504-4B6E-9D0F-1C0AE143CAAC}" dt="2026-04-18T09:47:55.618" v="559" actId="20577"/>
          <ac:spMkLst>
            <pc:docMk/>
            <pc:sldMk cId="323439435" sldId="647"/>
            <ac:spMk id="2" creationId="{C5D34E50-D2C6-881B-3CC7-3ECC942E1DDE}"/>
          </ac:spMkLst>
        </pc:spChg>
        <pc:spChg chg="mod">
          <ac:chgData name="scott conlon" userId="715640cfe8348987" providerId="LiveId" clId="{69B64073-9504-4B6E-9D0F-1C0AE143CAAC}" dt="2026-04-18T09:48:07.829" v="562" actId="1076"/>
          <ac:spMkLst>
            <pc:docMk/>
            <pc:sldMk cId="323439435" sldId="647"/>
            <ac:spMk id="4" creationId="{4B2E5685-F048-7FDB-3016-76A0432502EA}"/>
          </ac:spMkLst>
        </pc:spChg>
        <pc:spChg chg="mod">
          <ac:chgData name="scott conlon" userId="715640cfe8348987" providerId="LiveId" clId="{69B64073-9504-4B6E-9D0F-1C0AE143CAAC}" dt="2026-04-18T09:48:13.116" v="564" actId="1076"/>
          <ac:spMkLst>
            <pc:docMk/>
            <pc:sldMk cId="323439435" sldId="647"/>
            <ac:spMk id="7" creationId="{7EF63FE9-F659-9EF1-ECCD-66FF82E6150A}"/>
          </ac:spMkLst>
        </pc:spChg>
        <pc:spChg chg="mod">
          <ac:chgData name="scott conlon" userId="715640cfe8348987" providerId="LiveId" clId="{69B64073-9504-4B6E-9D0F-1C0AE143CAAC}" dt="2026-04-18T09:49:07.154" v="603" actId="1076"/>
          <ac:spMkLst>
            <pc:docMk/>
            <pc:sldMk cId="323439435" sldId="647"/>
            <ac:spMk id="8" creationId="{58F4F390-AA0A-6F79-7FCD-012AC8790A5A}"/>
          </ac:spMkLst>
        </pc:spChg>
        <pc:spChg chg="mod">
          <ac:chgData name="scott conlon" userId="715640cfe8348987" providerId="LiveId" clId="{69B64073-9504-4B6E-9D0F-1C0AE143CAAC}" dt="2026-04-18T09:48:50.011" v="572" actId="1076"/>
          <ac:spMkLst>
            <pc:docMk/>
            <pc:sldMk cId="323439435" sldId="647"/>
            <ac:spMk id="9" creationId="{4D36E107-FF77-EFEB-791A-DDB798FFAEC7}"/>
          </ac:spMkLst>
        </pc:spChg>
        <pc:spChg chg="mod">
          <ac:chgData name="scott conlon" userId="715640cfe8348987" providerId="LiveId" clId="{69B64073-9504-4B6E-9D0F-1C0AE143CAAC}" dt="2026-04-18T09:48:11.132" v="563" actId="1076"/>
          <ac:spMkLst>
            <pc:docMk/>
            <pc:sldMk cId="323439435" sldId="647"/>
            <ac:spMk id="10" creationId="{F599D409-10B7-7138-ECD2-4EB342C59DCB}"/>
          </ac:spMkLst>
        </pc:spChg>
        <pc:spChg chg="mod">
          <ac:chgData name="scott conlon" userId="715640cfe8348987" providerId="LiveId" clId="{69B64073-9504-4B6E-9D0F-1C0AE143CAAC}" dt="2026-04-18T09:48:17.418" v="565" actId="1076"/>
          <ac:spMkLst>
            <pc:docMk/>
            <pc:sldMk cId="323439435" sldId="647"/>
            <ac:spMk id="11" creationId="{41B926EF-08A7-8105-99F9-B8EBDDDD90D2}"/>
          </ac:spMkLst>
        </pc:spChg>
        <pc:spChg chg="mod">
          <ac:chgData name="scott conlon" userId="715640cfe8348987" providerId="LiveId" clId="{69B64073-9504-4B6E-9D0F-1C0AE143CAAC}" dt="2026-04-18T09:48:19.671" v="566" actId="1076"/>
          <ac:spMkLst>
            <pc:docMk/>
            <pc:sldMk cId="323439435" sldId="647"/>
            <ac:spMk id="12" creationId="{F288ABEF-2DFF-D270-A571-A759FACC3847}"/>
          </ac:spMkLst>
        </pc:spChg>
        <pc:spChg chg="mod">
          <ac:chgData name="scott conlon" userId="715640cfe8348987" providerId="LiveId" clId="{69B64073-9504-4B6E-9D0F-1C0AE143CAAC}" dt="2026-04-18T09:48:57.462" v="575" actId="1076"/>
          <ac:spMkLst>
            <pc:docMk/>
            <pc:sldMk cId="323439435" sldId="647"/>
            <ac:spMk id="13" creationId="{BBBEC696-55D1-A428-2589-A5F0BBC04399}"/>
          </ac:spMkLst>
        </pc:spChg>
        <pc:spChg chg="mod">
          <ac:chgData name="scott conlon" userId="715640cfe8348987" providerId="LiveId" clId="{69B64073-9504-4B6E-9D0F-1C0AE143CAAC}" dt="2026-04-18T09:49:02.442" v="601" actId="1035"/>
          <ac:spMkLst>
            <pc:docMk/>
            <pc:sldMk cId="323439435" sldId="647"/>
            <ac:spMk id="14" creationId="{3F42CA10-FA5D-BD66-127B-D2B2D4159574}"/>
          </ac:spMkLst>
        </pc:spChg>
        <pc:spChg chg="mod">
          <ac:chgData name="scott conlon" userId="715640cfe8348987" providerId="LiveId" clId="{69B64073-9504-4B6E-9D0F-1C0AE143CAAC}" dt="2026-04-18T09:48:02.942" v="560" actId="1076"/>
          <ac:spMkLst>
            <pc:docMk/>
            <pc:sldMk cId="323439435" sldId="647"/>
            <ac:spMk id="15" creationId="{F700887C-6A6C-1058-3B60-9DCFEA9FCBA0}"/>
          </ac:spMkLst>
        </pc:spChg>
        <pc:spChg chg="mod">
          <ac:chgData name="scott conlon" userId="715640cfe8348987" providerId="LiveId" clId="{69B64073-9504-4B6E-9D0F-1C0AE143CAAC}" dt="2026-04-18T09:49:04.243" v="602" actId="1076"/>
          <ac:spMkLst>
            <pc:docMk/>
            <pc:sldMk cId="323439435" sldId="647"/>
            <ac:spMk id="36" creationId="{FEDD169E-BB59-2FF1-DE16-41F825A5DD75}"/>
          </ac:spMkLst>
        </pc:spChg>
      </pc:sldChg>
      <pc:sldChg chg="addSp modSp add mod">
        <pc:chgData name="scott conlon" userId="715640cfe8348987" providerId="LiveId" clId="{69B64073-9504-4B6E-9D0F-1C0AE143CAAC}" dt="2026-04-18T10:06:03.859" v="1862" actId="20577"/>
        <pc:sldMkLst>
          <pc:docMk/>
          <pc:sldMk cId="3683275849" sldId="648"/>
        </pc:sldMkLst>
        <pc:spChg chg="mod">
          <ac:chgData name="scott conlon" userId="715640cfe8348987" providerId="LiveId" clId="{69B64073-9504-4B6E-9D0F-1C0AE143CAAC}" dt="2026-04-18T10:06:03.859" v="1862" actId="20577"/>
          <ac:spMkLst>
            <pc:docMk/>
            <pc:sldMk cId="3683275849" sldId="648"/>
            <ac:spMk id="17" creationId="{C9A784EA-F213-0EC4-5575-FC0B3EF3C857}"/>
          </ac:spMkLst>
        </pc:spChg>
        <pc:cxnChg chg="add mod">
          <ac:chgData name="scott conlon" userId="715640cfe8348987" providerId="LiveId" clId="{69B64073-9504-4B6E-9D0F-1C0AE143CAAC}" dt="2026-04-18T09:50:24.503" v="608" actId="14100"/>
          <ac:cxnSpMkLst>
            <pc:docMk/>
            <pc:sldMk cId="3683275849" sldId="648"/>
            <ac:cxnSpMk id="37" creationId="{5CE62DE0-C5D9-1DF1-EFE6-3B2E8401930F}"/>
          </ac:cxnSpMkLst>
        </pc:cxnChg>
        <pc:cxnChg chg="add mod">
          <ac:chgData name="scott conlon" userId="715640cfe8348987" providerId="LiveId" clId="{69B64073-9504-4B6E-9D0F-1C0AE143CAAC}" dt="2026-04-18T09:50:33.410" v="611" actId="14100"/>
          <ac:cxnSpMkLst>
            <pc:docMk/>
            <pc:sldMk cId="3683275849" sldId="648"/>
            <ac:cxnSpMk id="40" creationId="{4463862C-2A17-CA06-E4B9-1F2577FF7A8B}"/>
          </ac:cxnSpMkLst>
        </pc:cxnChg>
        <pc:cxnChg chg="add mod">
          <ac:chgData name="scott conlon" userId="715640cfe8348987" providerId="LiveId" clId="{69B64073-9504-4B6E-9D0F-1C0AE143CAAC}" dt="2026-04-18T09:50:39.996" v="614" actId="14100"/>
          <ac:cxnSpMkLst>
            <pc:docMk/>
            <pc:sldMk cId="3683275849" sldId="648"/>
            <ac:cxnSpMk id="43" creationId="{DDBA9389-BA75-B8C9-5D4A-7E1C7C6D92E9}"/>
          </ac:cxnSpMkLst>
        </pc:cxnChg>
        <pc:cxnChg chg="add mod">
          <ac:chgData name="scott conlon" userId="715640cfe8348987" providerId="LiveId" clId="{69B64073-9504-4B6E-9D0F-1C0AE143CAAC}" dt="2026-04-18T09:50:47.097" v="617" actId="14100"/>
          <ac:cxnSpMkLst>
            <pc:docMk/>
            <pc:sldMk cId="3683275849" sldId="648"/>
            <ac:cxnSpMk id="46" creationId="{9508C42B-B946-60EA-4C88-58E243F2CCE7}"/>
          </ac:cxnSpMkLst>
        </pc:cxnChg>
        <pc:cxnChg chg="add mod">
          <ac:chgData name="scott conlon" userId="715640cfe8348987" providerId="LiveId" clId="{69B64073-9504-4B6E-9D0F-1C0AE143CAAC}" dt="2026-04-18T09:51:04.142" v="623" actId="14100"/>
          <ac:cxnSpMkLst>
            <pc:docMk/>
            <pc:sldMk cId="3683275849" sldId="648"/>
            <ac:cxnSpMk id="49" creationId="{65C95578-AD65-CE86-6D85-CCA447D45E6F}"/>
          </ac:cxnSpMkLst>
        </pc:cxnChg>
        <pc:cxnChg chg="add mod">
          <ac:chgData name="scott conlon" userId="715640cfe8348987" providerId="LiveId" clId="{69B64073-9504-4B6E-9D0F-1C0AE143CAAC}" dt="2026-04-18T09:50:59.155" v="621" actId="14100"/>
          <ac:cxnSpMkLst>
            <pc:docMk/>
            <pc:sldMk cId="3683275849" sldId="648"/>
            <ac:cxnSpMk id="50" creationId="{55A11AB0-C8BB-9362-A385-4EC448195529}"/>
          </ac:cxnSpMkLst>
        </pc:cxnChg>
        <pc:cxnChg chg="add mod">
          <ac:chgData name="scott conlon" userId="715640cfe8348987" providerId="LiveId" clId="{69B64073-9504-4B6E-9D0F-1C0AE143CAAC}" dt="2026-04-18T09:51:12.681" v="626" actId="14100"/>
          <ac:cxnSpMkLst>
            <pc:docMk/>
            <pc:sldMk cId="3683275849" sldId="648"/>
            <ac:cxnSpMk id="55" creationId="{F4415043-AA44-CFF9-44B3-08BC1088DBDE}"/>
          </ac:cxnSpMkLst>
        </pc:cxnChg>
        <pc:cxnChg chg="add mod">
          <ac:chgData name="scott conlon" userId="715640cfe8348987" providerId="LiveId" clId="{69B64073-9504-4B6E-9D0F-1C0AE143CAAC}" dt="2026-04-18T09:51:18.802" v="629" actId="14100"/>
          <ac:cxnSpMkLst>
            <pc:docMk/>
            <pc:sldMk cId="3683275849" sldId="648"/>
            <ac:cxnSpMk id="58" creationId="{901181BF-D026-3353-A095-138122F8CB02}"/>
          </ac:cxnSpMkLst>
        </pc:cxnChg>
      </pc:sldChg>
      <pc:sldChg chg="addSp delSp modSp add mod">
        <pc:chgData name="scott conlon" userId="715640cfe8348987" providerId="LiveId" clId="{69B64073-9504-4B6E-9D0F-1C0AE143CAAC}" dt="2026-04-18T10:02:38.873" v="1584" actId="20577"/>
        <pc:sldMkLst>
          <pc:docMk/>
          <pc:sldMk cId="540627705" sldId="649"/>
        </pc:sldMkLst>
        <pc:spChg chg="mod">
          <ac:chgData name="scott conlon" userId="715640cfe8348987" providerId="LiveId" clId="{69B64073-9504-4B6E-9D0F-1C0AE143CAAC}" dt="2026-04-18T09:51:57.774" v="656" actId="6549"/>
          <ac:spMkLst>
            <pc:docMk/>
            <pc:sldMk cId="540627705" sldId="649"/>
            <ac:spMk id="2" creationId="{999C53E1-567F-312D-D606-EC463E08729E}"/>
          </ac:spMkLst>
        </pc:spChg>
        <pc:spChg chg="mod">
          <ac:chgData name="scott conlon" userId="715640cfe8348987" providerId="LiveId" clId="{69B64073-9504-4B6E-9D0F-1C0AE143CAAC}" dt="2026-04-18T09:52:05.774" v="658" actId="1076"/>
          <ac:spMkLst>
            <pc:docMk/>
            <pc:sldMk cId="540627705" sldId="649"/>
            <ac:spMk id="4" creationId="{E6756E80-3604-F1F2-F14E-1E97914DFEC5}"/>
          </ac:spMkLst>
        </pc:spChg>
        <pc:spChg chg="del">
          <ac:chgData name="scott conlon" userId="715640cfe8348987" providerId="LiveId" clId="{69B64073-9504-4B6E-9D0F-1C0AE143CAAC}" dt="2026-04-18T09:59:36.280" v="1318" actId="478"/>
          <ac:spMkLst>
            <pc:docMk/>
            <pc:sldMk cId="540627705" sldId="649"/>
            <ac:spMk id="7" creationId="{0CC25DAE-F83B-9FB4-60C2-2613E1499D95}"/>
          </ac:spMkLst>
        </pc:spChg>
        <pc:spChg chg="mod">
          <ac:chgData name="scott conlon" userId="715640cfe8348987" providerId="LiveId" clId="{69B64073-9504-4B6E-9D0F-1C0AE143CAAC}" dt="2026-04-18T09:52:09.100" v="659" actId="1076"/>
          <ac:spMkLst>
            <pc:docMk/>
            <pc:sldMk cId="540627705" sldId="649"/>
            <ac:spMk id="8" creationId="{63B0B7D8-88A0-FE6B-DA7F-4E4DD6FF1682}"/>
          </ac:spMkLst>
        </pc:spChg>
        <pc:spChg chg="mod">
          <ac:chgData name="scott conlon" userId="715640cfe8348987" providerId="LiveId" clId="{69B64073-9504-4B6E-9D0F-1C0AE143CAAC}" dt="2026-04-18T09:52:25.357" v="665" actId="1076"/>
          <ac:spMkLst>
            <pc:docMk/>
            <pc:sldMk cId="540627705" sldId="649"/>
            <ac:spMk id="9" creationId="{F5065E84-E106-4426-3EE4-801F386CDA37}"/>
          </ac:spMkLst>
        </pc:spChg>
        <pc:spChg chg="mod">
          <ac:chgData name="scott conlon" userId="715640cfe8348987" providerId="LiveId" clId="{69B64073-9504-4B6E-9D0F-1C0AE143CAAC}" dt="2026-04-18T09:52:03.452" v="657" actId="1076"/>
          <ac:spMkLst>
            <pc:docMk/>
            <pc:sldMk cId="540627705" sldId="649"/>
            <ac:spMk id="10" creationId="{B6A1371D-5464-FCEC-3CC6-2B5B77E8774B}"/>
          </ac:spMkLst>
        </pc:spChg>
        <pc:spChg chg="mod">
          <ac:chgData name="scott conlon" userId="715640cfe8348987" providerId="LiveId" clId="{69B64073-9504-4B6E-9D0F-1C0AE143CAAC}" dt="2026-04-18T09:52:15.012" v="661" actId="1076"/>
          <ac:spMkLst>
            <pc:docMk/>
            <pc:sldMk cId="540627705" sldId="649"/>
            <ac:spMk id="11" creationId="{404F3CB7-0A86-1013-DEE6-1322A0F6B9B5}"/>
          </ac:spMkLst>
        </pc:spChg>
        <pc:spChg chg="mod">
          <ac:chgData name="scott conlon" userId="715640cfe8348987" providerId="LiveId" clId="{69B64073-9504-4B6E-9D0F-1C0AE143CAAC}" dt="2026-04-18T09:52:21.394" v="664" actId="1076"/>
          <ac:spMkLst>
            <pc:docMk/>
            <pc:sldMk cId="540627705" sldId="649"/>
            <ac:spMk id="12" creationId="{08FEFD3A-A280-FF36-7872-DC4B947A129C}"/>
          </ac:spMkLst>
        </pc:spChg>
        <pc:spChg chg="mod">
          <ac:chgData name="scott conlon" userId="715640cfe8348987" providerId="LiveId" clId="{69B64073-9504-4B6E-9D0F-1C0AE143CAAC}" dt="2026-04-18T09:52:29.310" v="667" actId="1076"/>
          <ac:spMkLst>
            <pc:docMk/>
            <pc:sldMk cId="540627705" sldId="649"/>
            <ac:spMk id="13" creationId="{AE491688-E75E-873E-E538-339DDE4A45EC}"/>
          </ac:spMkLst>
        </pc:spChg>
        <pc:spChg chg="mod">
          <ac:chgData name="scott conlon" userId="715640cfe8348987" providerId="LiveId" clId="{69B64073-9504-4B6E-9D0F-1C0AE143CAAC}" dt="2026-04-18T09:52:31.444" v="668" actId="1076"/>
          <ac:spMkLst>
            <pc:docMk/>
            <pc:sldMk cId="540627705" sldId="649"/>
            <ac:spMk id="14" creationId="{F08FB1BB-94F9-6574-255E-B2B8EC5B8448}"/>
          </ac:spMkLst>
        </pc:spChg>
        <pc:spChg chg="mod">
          <ac:chgData name="scott conlon" userId="715640cfe8348987" providerId="LiveId" clId="{69B64073-9504-4B6E-9D0F-1C0AE143CAAC}" dt="2026-04-18T09:52:12.284" v="660" actId="1076"/>
          <ac:spMkLst>
            <pc:docMk/>
            <pc:sldMk cId="540627705" sldId="649"/>
            <ac:spMk id="15" creationId="{20EC2E7E-DCA6-461C-DFF2-197A0B989D7C}"/>
          </ac:spMkLst>
        </pc:spChg>
        <pc:spChg chg="mod">
          <ac:chgData name="scott conlon" userId="715640cfe8348987" providerId="LiveId" clId="{69B64073-9504-4B6E-9D0F-1C0AE143CAAC}" dt="2026-04-18T10:02:38.873" v="1584" actId="20577"/>
          <ac:spMkLst>
            <pc:docMk/>
            <pc:sldMk cId="540627705" sldId="649"/>
            <ac:spMk id="17" creationId="{D835B1D9-9746-6869-CB16-DB465E0A093C}"/>
          </ac:spMkLst>
        </pc:spChg>
        <pc:spChg chg="mod">
          <ac:chgData name="scott conlon" userId="715640cfe8348987" providerId="LiveId" clId="{69B64073-9504-4B6E-9D0F-1C0AE143CAAC}" dt="2026-04-18T09:52:35.020" v="669" actId="1076"/>
          <ac:spMkLst>
            <pc:docMk/>
            <pc:sldMk cId="540627705" sldId="649"/>
            <ac:spMk id="36" creationId="{627DF8E2-AF2D-0F57-383E-BA84F58AD771}"/>
          </ac:spMkLst>
        </pc:spChg>
        <pc:spChg chg="add mod">
          <ac:chgData name="scott conlon" userId="715640cfe8348987" providerId="LiveId" clId="{69B64073-9504-4B6E-9D0F-1C0AE143CAAC}" dt="2026-04-18T09:59:36.905" v="1319"/>
          <ac:spMkLst>
            <pc:docMk/>
            <pc:sldMk cId="540627705" sldId="649"/>
            <ac:spMk id="61" creationId="{844EA821-C33D-B442-F3A6-7BDD31080640}"/>
          </ac:spMkLst>
        </pc:spChg>
        <pc:picChg chg="add mod">
          <ac:chgData name="scott conlon" userId="715640cfe8348987" providerId="LiveId" clId="{69B64073-9504-4B6E-9D0F-1C0AE143CAAC}" dt="2026-04-18T09:59:36.905" v="1319"/>
          <ac:picMkLst>
            <pc:docMk/>
            <pc:sldMk cId="540627705" sldId="649"/>
            <ac:picMk id="62" creationId="{6897EB7E-B5FE-8BFF-1F0A-DB90CBE6006D}"/>
          </ac:picMkLst>
        </pc:picChg>
        <pc:cxnChg chg="mod">
          <ac:chgData name="scott conlon" userId="715640cfe8348987" providerId="LiveId" clId="{69B64073-9504-4B6E-9D0F-1C0AE143CAAC}" dt="2026-04-18T09:52:09.100" v="659" actId="1076"/>
          <ac:cxnSpMkLst>
            <pc:docMk/>
            <pc:sldMk cId="540627705" sldId="649"/>
            <ac:cxnSpMk id="37" creationId="{0654C7E3-F8BD-5104-004E-773F297921CC}"/>
          </ac:cxnSpMkLst>
        </pc:cxnChg>
        <pc:cxnChg chg="mod">
          <ac:chgData name="scott conlon" userId="715640cfe8348987" providerId="LiveId" clId="{69B64073-9504-4B6E-9D0F-1C0AE143CAAC}" dt="2026-04-18T09:52:05.774" v="658" actId="1076"/>
          <ac:cxnSpMkLst>
            <pc:docMk/>
            <pc:sldMk cId="540627705" sldId="649"/>
            <ac:cxnSpMk id="40" creationId="{F3C3540B-BD8A-2428-CF5E-9DBC4F3974B2}"/>
          </ac:cxnSpMkLst>
        </pc:cxnChg>
        <pc:cxnChg chg="mod">
          <ac:chgData name="scott conlon" userId="715640cfe8348987" providerId="LiveId" clId="{69B64073-9504-4B6E-9D0F-1C0AE143CAAC}" dt="2026-04-18T09:52:25.357" v="665" actId="1076"/>
          <ac:cxnSpMkLst>
            <pc:docMk/>
            <pc:sldMk cId="540627705" sldId="649"/>
            <ac:cxnSpMk id="43" creationId="{EAA48527-1E20-B1CE-ED02-0DB19C41C4AC}"/>
          </ac:cxnSpMkLst>
        </pc:cxnChg>
        <pc:cxnChg chg="mod">
          <ac:chgData name="scott conlon" userId="715640cfe8348987" providerId="LiveId" clId="{69B64073-9504-4B6E-9D0F-1C0AE143CAAC}" dt="2026-04-18T09:52:15.012" v="661" actId="1076"/>
          <ac:cxnSpMkLst>
            <pc:docMk/>
            <pc:sldMk cId="540627705" sldId="649"/>
            <ac:cxnSpMk id="46" creationId="{BA3C4BFE-F768-ADC2-86E1-75FF574F063A}"/>
          </ac:cxnSpMkLst>
        </pc:cxnChg>
        <pc:cxnChg chg="mod">
          <ac:chgData name="scott conlon" userId="715640cfe8348987" providerId="LiveId" clId="{69B64073-9504-4B6E-9D0F-1C0AE143CAAC}" dt="2026-04-18T09:52:21.394" v="664" actId="1076"/>
          <ac:cxnSpMkLst>
            <pc:docMk/>
            <pc:sldMk cId="540627705" sldId="649"/>
            <ac:cxnSpMk id="49" creationId="{7B31C748-09B5-7E76-567B-EC74D888FB02}"/>
          </ac:cxnSpMkLst>
        </pc:cxnChg>
        <pc:cxnChg chg="mod">
          <ac:chgData name="scott conlon" userId="715640cfe8348987" providerId="LiveId" clId="{69B64073-9504-4B6E-9D0F-1C0AE143CAAC}" dt="2026-04-18T09:52:25.357" v="665" actId="1076"/>
          <ac:cxnSpMkLst>
            <pc:docMk/>
            <pc:sldMk cId="540627705" sldId="649"/>
            <ac:cxnSpMk id="50" creationId="{AA505A9A-58FC-A3A8-F1D2-38B50E82CFFD}"/>
          </ac:cxnSpMkLst>
        </pc:cxnChg>
        <pc:cxnChg chg="mod">
          <ac:chgData name="scott conlon" userId="715640cfe8348987" providerId="LiveId" clId="{69B64073-9504-4B6E-9D0F-1C0AE143CAAC}" dt="2026-04-18T09:52:31.444" v="668" actId="1076"/>
          <ac:cxnSpMkLst>
            <pc:docMk/>
            <pc:sldMk cId="540627705" sldId="649"/>
            <ac:cxnSpMk id="55" creationId="{F59EDE0F-90C3-24AF-B9C1-1800EC901347}"/>
          </ac:cxnSpMkLst>
        </pc:cxnChg>
        <pc:cxnChg chg="mod">
          <ac:chgData name="scott conlon" userId="715640cfe8348987" providerId="LiveId" clId="{69B64073-9504-4B6E-9D0F-1C0AE143CAAC}" dt="2026-04-18T09:52:35.020" v="669" actId="1076"/>
          <ac:cxnSpMkLst>
            <pc:docMk/>
            <pc:sldMk cId="540627705" sldId="649"/>
            <ac:cxnSpMk id="58" creationId="{4FCEC2E0-3D02-EC50-3F9D-B587D15B8DF7}"/>
          </ac:cxnSpMkLst>
        </pc:cxnChg>
      </pc:sldChg>
      <pc:sldChg chg="addSp delSp modSp add mod ord">
        <pc:chgData name="scott conlon" userId="715640cfe8348987" providerId="LiveId" clId="{69B64073-9504-4B6E-9D0F-1C0AE143CAAC}" dt="2026-04-18T09:59:29.225" v="1317" actId="1036"/>
        <pc:sldMkLst>
          <pc:docMk/>
          <pc:sldMk cId="836836666" sldId="650"/>
        </pc:sldMkLst>
        <pc:spChg chg="mod">
          <ac:chgData name="scott conlon" userId="715640cfe8348987" providerId="LiveId" clId="{69B64073-9504-4B6E-9D0F-1C0AE143CAAC}" dt="2026-04-18T09:59:25.543" v="1296" actId="1036"/>
          <ac:spMkLst>
            <pc:docMk/>
            <pc:sldMk cId="836836666" sldId="650"/>
            <ac:spMk id="7" creationId="{9ECC1320-01D2-7235-35C9-9E77C2DAB536}"/>
          </ac:spMkLst>
        </pc:spChg>
        <pc:spChg chg="mod">
          <ac:chgData name="scott conlon" userId="715640cfe8348987" providerId="LiveId" clId="{69B64073-9504-4B6E-9D0F-1C0AE143CAAC}" dt="2026-04-18T09:58:40.173" v="1162" actId="6549"/>
          <ac:spMkLst>
            <pc:docMk/>
            <pc:sldMk cId="836836666" sldId="650"/>
            <ac:spMk id="17" creationId="{4D063E1C-7E02-9451-680F-523225CFA5EA}"/>
          </ac:spMkLst>
        </pc:spChg>
        <pc:picChg chg="add mod">
          <ac:chgData name="scott conlon" userId="715640cfe8348987" providerId="LiveId" clId="{69B64073-9504-4B6E-9D0F-1C0AE143CAAC}" dt="2026-04-18T09:59:29.225" v="1317" actId="1036"/>
          <ac:picMkLst>
            <pc:docMk/>
            <pc:sldMk cId="836836666" sldId="650"/>
            <ac:picMk id="16" creationId="{89943F1D-577C-EF72-CD66-8212ED87A117}"/>
          </ac:picMkLst>
        </pc:picChg>
        <pc:cxnChg chg="del mod">
          <ac:chgData name="scott conlon" userId="715640cfe8348987" providerId="LiveId" clId="{69B64073-9504-4B6E-9D0F-1C0AE143CAAC}" dt="2026-04-18T09:54:55.379" v="681" actId="478"/>
          <ac:cxnSpMkLst>
            <pc:docMk/>
            <pc:sldMk cId="836836666" sldId="650"/>
            <ac:cxnSpMk id="37" creationId="{1CE93D6E-ED04-7560-7D0D-9799296564A3}"/>
          </ac:cxnSpMkLst>
        </pc:cxnChg>
        <pc:cxnChg chg="del mod">
          <ac:chgData name="scott conlon" userId="715640cfe8348987" providerId="LiveId" clId="{69B64073-9504-4B6E-9D0F-1C0AE143CAAC}" dt="2026-04-18T09:54:56.598" v="682" actId="478"/>
          <ac:cxnSpMkLst>
            <pc:docMk/>
            <pc:sldMk cId="836836666" sldId="650"/>
            <ac:cxnSpMk id="40" creationId="{0A959C28-3CC4-DB6E-F3B0-60CC047DDC03}"/>
          </ac:cxnSpMkLst>
        </pc:cxnChg>
        <pc:cxnChg chg="del mod">
          <ac:chgData name="scott conlon" userId="715640cfe8348987" providerId="LiveId" clId="{69B64073-9504-4B6E-9D0F-1C0AE143CAAC}" dt="2026-04-18T09:54:54.123" v="680" actId="478"/>
          <ac:cxnSpMkLst>
            <pc:docMk/>
            <pc:sldMk cId="836836666" sldId="650"/>
            <ac:cxnSpMk id="43" creationId="{650FCF32-F17F-DC5A-F224-1D6F9B21DD04}"/>
          </ac:cxnSpMkLst>
        </pc:cxnChg>
        <pc:cxnChg chg="del mod">
          <ac:chgData name="scott conlon" userId="715640cfe8348987" providerId="LiveId" clId="{69B64073-9504-4B6E-9D0F-1C0AE143CAAC}" dt="2026-04-18T09:54:53.234" v="679" actId="478"/>
          <ac:cxnSpMkLst>
            <pc:docMk/>
            <pc:sldMk cId="836836666" sldId="650"/>
            <ac:cxnSpMk id="46" creationId="{63C12889-C29A-324B-37AF-890E521C76D3}"/>
          </ac:cxnSpMkLst>
        </pc:cxnChg>
        <pc:cxnChg chg="del mod">
          <ac:chgData name="scott conlon" userId="715640cfe8348987" providerId="LiveId" clId="{69B64073-9504-4B6E-9D0F-1C0AE143CAAC}" dt="2026-04-18T09:54:51.080" v="677" actId="478"/>
          <ac:cxnSpMkLst>
            <pc:docMk/>
            <pc:sldMk cId="836836666" sldId="650"/>
            <ac:cxnSpMk id="49" creationId="{5B3A7A08-F4D4-3874-A774-EA288D723F06}"/>
          </ac:cxnSpMkLst>
        </pc:cxnChg>
        <pc:cxnChg chg="del mod">
          <ac:chgData name="scott conlon" userId="715640cfe8348987" providerId="LiveId" clId="{69B64073-9504-4B6E-9D0F-1C0AE143CAAC}" dt="2026-04-18T09:54:52.304" v="678" actId="478"/>
          <ac:cxnSpMkLst>
            <pc:docMk/>
            <pc:sldMk cId="836836666" sldId="650"/>
            <ac:cxnSpMk id="50" creationId="{423B098D-ED61-BF7E-0DB8-D64FE7ADC8FB}"/>
          </ac:cxnSpMkLst>
        </pc:cxnChg>
        <pc:cxnChg chg="del mod">
          <ac:chgData name="scott conlon" userId="715640cfe8348987" providerId="LiveId" clId="{69B64073-9504-4B6E-9D0F-1C0AE143CAAC}" dt="2026-04-18T09:54:49.961" v="676" actId="478"/>
          <ac:cxnSpMkLst>
            <pc:docMk/>
            <pc:sldMk cId="836836666" sldId="650"/>
            <ac:cxnSpMk id="55" creationId="{FDE37EF2-FCF0-41D3-48A9-994FCA880165}"/>
          </ac:cxnSpMkLst>
        </pc:cxnChg>
        <pc:cxnChg chg="del mod">
          <ac:chgData name="scott conlon" userId="715640cfe8348987" providerId="LiveId" clId="{69B64073-9504-4B6E-9D0F-1C0AE143CAAC}" dt="2026-04-18T09:54:48.901" v="675" actId="478"/>
          <ac:cxnSpMkLst>
            <pc:docMk/>
            <pc:sldMk cId="836836666" sldId="650"/>
            <ac:cxnSpMk id="58" creationId="{B67431EE-BF38-2EFD-2C15-69B5AD0AB77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40B77F8D-ABD0-9740-A21A-E007A3A720AE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4A05F985-EC8F-124C-BA94-03844164D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9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2CD3914B-C950-6748-8DBF-9E6BBADF3CD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0" tIns="45689" rIns="91380" bIns="45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1380" tIns="45689" rIns="91380" bIns="45689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C997C1D0-CF01-9C45-B233-E59ABBF52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60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1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5EEC-E053-5242-603D-D5C45AF0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29B43-B4DF-3E51-CED0-A1BC22F8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78712-0C09-A5BD-0642-6E55F05C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A135-A313-8A80-661E-CF0E936D5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21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B1AF-60D4-2431-DEB2-D1A4D6E1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AA49A-518A-EAF3-51E1-63392650C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C6870-53B6-F0AF-D759-FE7C75854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8DD1F-1952-0850-1BCD-447C872DE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249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C80D-3E6B-7138-9618-D7D5E7CC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A725C-8DE2-60B1-41A5-D877563C7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26ED4-BE16-4323-9886-E848AB7BB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CCD02-B124-3F45-FD59-DB2C6688D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985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A3A3-7CB7-36BE-EC10-92A3460B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A27F6-10C8-9187-963F-AA7778F22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B972A-20E1-0018-558E-1273D689C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C78B5-3295-D9EB-7F98-758ADC9A8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088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162000" y="152399"/>
          <a:ext cx="882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Illustrate the scenario below</a:t>
                      </a:r>
                      <a:r>
                        <a:rPr lang="en-US" sz="1200" baseline="0" dirty="0"/>
                        <a:t>, showing examples of key trends linked to your 5W breakdown.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62000" y="904462"/>
            <a:ext cx="4281981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4700019" y="904462"/>
            <a:ext cx="4281981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18/04/2026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18/04/2026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18/04/2026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413" y="1468438"/>
            <a:ext cx="1079500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0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35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6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9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9914-65BE-C845-9ED8-7D9C21A479D6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11341-68F7-362C-75F1-F2C80DC26DCC}"/>
              </a:ext>
            </a:extLst>
          </p:cNvPr>
          <p:cNvSpPr txBox="1"/>
          <p:nvPr/>
        </p:nvSpPr>
        <p:spPr>
          <a:xfrm>
            <a:off x="895082" y="2584752"/>
            <a:ext cx="726640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R3 – </a:t>
            </a:r>
            <a:r>
              <a:rPr lang="en-US" sz="32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Majura</a:t>
            </a:r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18-04-2026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6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B9541-7AA7-4033-E9E9-0458B732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81FFAE-A1FA-3B85-2158-2B6FD5A2C0F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R3 – Majura – 343 formation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16A05-3673-C3E5-4D89-5B8C8A5D94EA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72D58-8876-2542-D83D-81DB77A07B3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B60AC-09E3-CB50-69BD-7B0D33F0F8B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lang="en-AU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18-04-2026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FE19F4-0F0F-E39E-CBD1-6E5301AE0C5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FB6425-B6E8-2F20-25B5-30DE960656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257E538-E5C6-F60E-1005-A9328A9E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E116CFB2-95FA-72C1-AE77-E74EF9A4DB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116EED8-0EB3-9B79-2ACE-582C110076D7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7FF8D1D-107B-63BB-6528-B6479111E3F9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B673393-6CC9-C6FD-19A4-35A76F2C0F76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9503D36-9011-F064-6674-224B7F3BC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3F3647D-5CD8-4309-C167-2E41620AC0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F51F26-90A3-FB1B-F0E0-F6F6CC4CB3C3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298CBD6-583E-BB70-6F53-B3DC7084F4BE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83D2B0B-82E6-9A2C-AA81-E758506747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9B044D0-0E30-B76E-345D-654AA299C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3161E71-28A4-77D7-179D-8C757FC60AE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093AC21-46C9-F944-8711-9DBB5459E732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F9B51EE-9750-297F-5D8A-8BCA2F2E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791EF37-2959-127B-F6AC-F00FFDAA1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3BDA1BC2-495E-53C2-DED4-470B84C7D90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56899C8-1670-CEA0-3542-CC064DC12C96}"/>
              </a:ext>
            </a:extLst>
          </p:cNvPr>
          <p:cNvSpPr/>
          <p:nvPr/>
        </p:nvSpPr>
        <p:spPr>
          <a:xfrm>
            <a:off x="2503077" y="449254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39B69-2509-9BF5-623E-10E698836284}"/>
              </a:ext>
            </a:extLst>
          </p:cNvPr>
          <p:cNvSpPr/>
          <p:nvPr/>
        </p:nvSpPr>
        <p:spPr>
          <a:xfrm>
            <a:off x="2509823" y="5457251"/>
            <a:ext cx="252000" cy="252000"/>
          </a:xfrm>
          <a:prstGeom prst="ellipse">
            <a:avLst/>
          </a:prstGeom>
          <a:solidFill>
            <a:srgbClr val="F10FC6"/>
          </a:solidFill>
          <a:ln w="22225">
            <a:solidFill>
              <a:srgbClr val="F10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490298-40A1-BE9B-DA4C-DFF45FB9FFDB}"/>
              </a:ext>
            </a:extLst>
          </p:cNvPr>
          <p:cNvSpPr/>
          <p:nvPr/>
        </p:nvSpPr>
        <p:spPr>
          <a:xfrm>
            <a:off x="1700032" y="435397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FAF304-DB22-6B07-7C1F-3190E2C98537}"/>
              </a:ext>
            </a:extLst>
          </p:cNvPr>
          <p:cNvSpPr/>
          <p:nvPr/>
        </p:nvSpPr>
        <p:spPr>
          <a:xfrm>
            <a:off x="1223820" y="3639718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0EB716-6E35-7B3C-4E45-C611BE519E3A}"/>
              </a:ext>
            </a:extLst>
          </p:cNvPr>
          <p:cNvSpPr/>
          <p:nvPr/>
        </p:nvSpPr>
        <p:spPr>
          <a:xfrm>
            <a:off x="3157918" y="4385201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ADAC03-4A36-1F7B-A995-A3DF73AAD314}"/>
              </a:ext>
            </a:extLst>
          </p:cNvPr>
          <p:cNvSpPr/>
          <p:nvPr/>
        </p:nvSpPr>
        <p:spPr>
          <a:xfrm>
            <a:off x="2517127" y="395714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DM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676775-5397-EAD6-6FB3-76E9166CB9BF}"/>
              </a:ext>
            </a:extLst>
          </p:cNvPr>
          <p:cNvSpPr/>
          <p:nvPr/>
        </p:nvSpPr>
        <p:spPr>
          <a:xfrm>
            <a:off x="2509975" y="3408845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F3CF79-A37C-E22A-81D1-19667E282036}"/>
              </a:ext>
            </a:extLst>
          </p:cNvPr>
          <p:cNvSpPr/>
          <p:nvPr/>
        </p:nvSpPr>
        <p:spPr>
          <a:xfrm>
            <a:off x="2489116" y="282337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107B58-9D8C-C79D-AD5A-F148149BFEEE}"/>
              </a:ext>
            </a:extLst>
          </p:cNvPr>
          <p:cNvSpPr/>
          <p:nvPr/>
        </p:nvSpPr>
        <p:spPr>
          <a:xfrm>
            <a:off x="3503489" y="2848544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AA081A-82EF-698D-AECB-6B06932173AB}"/>
              </a:ext>
            </a:extLst>
          </p:cNvPr>
          <p:cNvSpPr/>
          <p:nvPr/>
        </p:nvSpPr>
        <p:spPr>
          <a:xfrm>
            <a:off x="3887315" y="3633731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99F54F-7A4F-5A35-0BAD-F864479A5A45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E1BCDF-B8A7-E7E1-2FD0-8799B47B43F8}"/>
              </a:ext>
            </a:extLst>
          </p:cNvPr>
          <p:cNvSpPr txBox="1"/>
          <p:nvPr/>
        </p:nvSpPr>
        <p:spPr>
          <a:xfrm>
            <a:off x="5112853" y="1325288"/>
            <a:ext cx="37207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Against Majura we will play a 343, not the usual 433.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b="1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Positions: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CB – Centre back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WB – Wing back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DM – Defensive midfielder (or 6)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 – Attacking midfielder (or 10)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 – Winger (or 7 and 11)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 – Striker (or 9)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3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E4D0D-EA02-7CE4-289A-8DDF4467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67E5C-A831-8503-A4D4-AAC649C74F9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R3 – Majura – 343 formation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CBBC1-BC52-D304-299A-3E46DE818BC5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E9896-A1C4-4A54-9C9E-24E39825CE3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BC2D8-91B6-48BB-7935-3F002FF4086B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lang="en-AU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18-04-2026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D55300-E78F-235B-3549-164EE8B0FB4F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D73B32E-F154-DA02-A6B1-370E6F164B7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B19E9DC9-4CD4-8A5D-BBED-A30D0AECB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049046E1-AE5E-49AE-52BE-1F930DF687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6804412-4FE7-E2B8-B808-66F73C31A43E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CD641E-A607-67AC-5D04-8F7FFF0F1E4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F2ABC67-FDBA-8D96-8F11-54BF6E55439B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C50330F-E67C-FCD6-C32B-01B523E22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B4893FC8-2EA7-88F9-6E2A-4B6473A18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746751E-7F29-550D-F358-F36BCD46C815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EAAEBBF-49BD-394F-2AFA-FAB08B554532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5B5959AD-C049-752C-D0FF-BB07A071A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219643B-200D-7E3D-E26D-46481818F7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9C0F7F4-8F28-6A25-0B4C-34D81C1EC7B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27FB2B96-C59F-FB95-276C-8D9D5AA2C3FA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998A31A-5E14-BD4C-ECBA-2F53E7102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DE175D3D-1C24-2E49-4BA8-082D3C77F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92CFECEB-2015-24D8-0268-E1D64E16FEF4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D9E0F8F6-13F1-9712-AE7F-01DFB617E373}"/>
              </a:ext>
            </a:extLst>
          </p:cNvPr>
          <p:cNvSpPr/>
          <p:nvPr/>
        </p:nvSpPr>
        <p:spPr>
          <a:xfrm>
            <a:off x="2503077" y="449254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29566F-2C18-4435-D2BF-79D5185E2EE4}"/>
              </a:ext>
            </a:extLst>
          </p:cNvPr>
          <p:cNvSpPr/>
          <p:nvPr/>
        </p:nvSpPr>
        <p:spPr>
          <a:xfrm>
            <a:off x="2509823" y="5457251"/>
            <a:ext cx="252000" cy="252000"/>
          </a:xfrm>
          <a:prstGeom prst="ellipse">
            <a:avLst/>
          </a:prstGeom>
          <a:solidFill>
            <a:srgbClr val="F10FC6"/>
          </a:solidFill>
          <a:ln w="22225">
            <a:solidFill>
              <a:srgbClr val="F10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C1314E-DE88-6D81-2D91-B7247E6CE057}"/>
              </a:ext>
            </a:extLst>
          </p:cNvPr>
          <p:cNvSpPr/>
          <p:nvPr/>
        </p:nvSpPr>
        <p:spPr>
          <a:xfrm>
            <a:off x="1700032" y="435397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74BAB6-54A2-20EE-E56F-1EA2B70ED321}"/>
              </a:ext>
            </a:extLst>
          </p:cNvPr>
          <p:cNvSpPr/>
          <p:nvPr/>
        </p:nvSpPr>
        <p:spPr>
          <a:xfrm>
            <a:off x="1223820" y="3639718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D8BC65-39A1-52C2-3A5B-05043C82163D}"/>
              </a:ext>
            </a:extLst>
          </p:cNvPr>
          <p:cNvSpPr/>
          <p:nvPr/>
        </p:nvSpPr>
        <p:spPr>
          <a:xfrm>
            <a:off x="3157918" y="4385201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DEF30-0E80-101A-6036-82F8BC899B52}"/>
              </a:ext>
            </a:extLst>
          </p:cNvPr>
          <p:cNvSpPr/>
          <p:nvPr/>
        </p:nvSpPr>
        <p:spPr>
          <a:xfrm>
            <a:off x="2517127" y="395714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DM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72EC0E-A818-F57A-1807-499CA91C25F9}"/>
              </a:ext>
            </a:extLst>
          </p:cNvPr>
          <p:cNvSpPr/>
          <p:nvPr/>
        </p:nvSpPr>
        <p:spPr>
          <a:xfrm>
            <a:off x="2509975" y="3408845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C73787-8B36-BE6D-4B33-5FCBF06D667E}"/>
              </a:ext>
            </a:extLst>
          </p:cNvPr>
          <p:cNvSpPr/>
          <p:nvPr/>
        </p:nvSpPr>
        <p:spPr>
          <a:xfrm>
            <a:off x="2489116" y="282337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FD4A374-D7DE-8C44-6011-BDA2DC190C33}"/>
              </a:ext>
            </a:extLst>
          </p:cNvPr>
          <p:cNvSpPr/>
          <p:nvPr/>
        </p:nvSpPr>
        <p:spPr>
          <a:xfrm>
            <a:off x="3503489" y="2848544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F8BE54-7FB6-DCF0-2019-3FACA6782D69}"/>
              </a:ext>
            </a:extLst>
          </p:cNvPr>
          <p:cNvSpPr/>
          <p:nvPr/>
        </p:nvSpPr>
        <p:spPr>
          <a:xfrm>
            <a:off x="3887315" y="3633731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75C178B-187B-E398-526A-9F58F4C25792}"/>
              </a:ext>
            </a:extLst>
          </p:cNvPr>
          <p:cNvSpPr/>
          <p:nvPr/>
        </p:nvSpPr>
        <p:spPr>
          <a:xfrm>
            <a:off x="1449416" y="2840283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784EA-F213-0EC4-5575-FC0B3EF3C857}"/>
              </a:ext>
            </a:extLst>
          </p:cNvPr>
          <p:cNvSpPr txBox="1"/>
          <p:nvPr/>
        </p:nvSpPr>
        <p:spPr>
          <a:xfrm>
            <a:off x="5112853" y="1325288"/>
            <a:ext cx="37207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lines help to show the 3 defenders, 4 midfielders and 3 forwards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next slide will show what we look like </a:t>
            </a: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we are building up from the back, e.g. like when you have the ball.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E62DE0-C5D9-1DF1-EFE6-3B2E8401930F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>
            <a:off x="1952032" y="4479970"/>
            <a:ext cx="551045" cy="138577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63862C-2A17-CA06-E4B9-1F2577FF7A8B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 flipV="1">
            <a:off x="2755077" y="4511201"/>
            <a:ext cx="402841" cy="107346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DBA9389-BA75-B8C9-5D4A-7E1C7C6D92E9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1475820" y="3765718"/>
            <a:ext cx="1041307" cy="317429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08C42B-B946-60EA-4C88-58E243F2CCE7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2769127" y="3759731"/>
            <a:ext cx="1118188" cy="323416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5C95578-AD65-CE86-6D85-CCA447D45E6F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2761975" y="3534845"/>
            <a:ext cx="1125340" cy="224886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A11AB0-C8BB-9362-A385-4EC448195529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1475820" y="3534845"/>
            <a:ext cx="1034155" cy="230873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4415043-AA44-CFF9-44B3-08BC1088DBDE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2741116" y="2949377"/>
            <a:ext cx="762373" cy="25167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01181BF-D026-3353-A095-138122F8CB02}"/>
              </a:ext>
            </a:extLst>
          </p:cNvPr>
          <p:cNvCxnSpPr>
            <a:cxnSpLocks/>
            <a:stCxn id="36" idx="6"/>
            <a:endCxn id="13" idx="2"/>
          </p:cNvCxnSpPr>
          <p:nvPr/>
        </p:nvCxnSpPr>
        <p:spPr>
          <a:xfrm flipV="1">
            <a:off x="1701416" y="2949377"/>
            <a:ext cx="787700" cy="16906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7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32498-1C56-4FF2-29F7-45AE9434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3E1429-6349-4D31-AA14-99AFA0D863CA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R3 – Majura – Buildup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1BAF7-E9CE-5226-4ED8-674A6F1E3B4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F2DC1C-922F-272B-81A9-5CFC3367F6DB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E17D6-7BE6-575E-754D-67C210ACC57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lang="en-AU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18-04-2026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842896-2F9D-C46B-BF5A-F5EB2D210A90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9470413-B880-DE7F-404B-363F270B57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C39CDF6E-C487-E3C4-9528-9E78DD956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BA2762E7-4BDE-2F36-3A08-635E92A586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892DF1E-EE63-1EC9-90F7-ECDDC44003BF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308D084-CBF1-5F8B-5989-7CED715F3561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6411691-3FC4-59EF-C790-398DC725CE02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49FCE152-9BD4-7ACE-4EE4-43FD30EE18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6C56EFA0-1C8F-AE62-96E5-AB0E3B5686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2A0B8A79-15F6-3544-D1F0-78E87EA5DFB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5A9A76D-AA6F-2CF5-3E84-E1C013107509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DE1CFA14-EDD1-BEC7-A44C-35F762B513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21533AAE-2336-5555-2A6B-698A748FAE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8ED4DCE-7849-DFF3-EC62-D0C7A4A4ACD4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395CA3B4-37E1-3B9E-4C33-5FE7C2A77922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805B530F-9F0C-4E49-65DC-D32AA78DD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AD34C37F-3CCC-B537-1DA8-9B0A2BC47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9FB96A9F-F20A-F02B-F067-889B2EFFC85C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75788CC7-EE58-0CDB-0970-DE8E6EB495B7}"/>
              </a:ext>
            </a:extLst>
          </p:cNvPr>
          <p:cNvSpPr/>
          <p:nvPr/>
        </p:nvSpPr>
        <p:spPr>
          <a:xfrm>
            <a:off x="1687465" y="5293309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CC1320-01D2-7235-35C9-9E77C2DAB536}"/>
              </a:ext>
            </a:extLst>
          </p:cNvPr>
          <p:cNvSpPr/>
          <p:nvPr/>
        </p:nvSpPr>
        <p:spPr>
          <a:xfrm>
            <a:off x="2509823" y="5591475"/>
            <a:ext cx="252000" cy="252000"/>
          </a:xfrm>
          <a:prstGeom prst="ellipse">
            <a:avLst/>
          </a:prstGeom>
          <a:solidFill>
            <a:srgbClr val="F10FC6"/>
          </a:solidFill>
          <a:ln w="22225">
            <a:solidFill>
              <a:srgbClr val="F10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A495E6-F96F-BC44-B312-D0C9BA9AC63B}"/>
              </a:ext>
            </a:extLst>
          </p:cNvPr>
          <p:cNvSpPr/>
          <p:nvPr/>
        </p:nvSpPr>
        <p:spPr>
          <a:xfrm>
            <a:off x="971820" y="4525829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29DAFE-17F9-0E56-8288-5D8AD4693533}"/>
              </a:ext>
            </a:extLst>
          </p:cNvPr>
          <p:cNvSpPr/>
          <p:nvPr/>
        </p:nvSpPr>
        <p:spPr>
          <a:xfrm>
            <a:off x="2004322" y="380785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3D7818-F10C-4B1C-E034-9CB9777B0FB6}"/>
              </a:ext>
            </a:extLst>
          </p:cNvPr>
          <p:cNvSpPr/>
          <p:nvPr/>
        </p:nvSpPr>
        <p:spPr>
          <a:xfrm>
            <a:off x="3722755" y="527799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26540F-417D-425F-049E-6ECF8DCFF473}"/>
              </a:ext>
            </a:extLst>
          </p:cNvPr>
          <p:cNvSpPr/>
          <p:nvPr/>
        </p:nvSpPr>
        <p:spPr>
          <a:xfrm>
            <a:off x="2324340" y="4670813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DM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18C632-A822-AECB-90EB-B42D6DC48514}"/>
              </a:ext>
            </a:extLst>
          </p:cNvPr>
          <p:cNvSpPr/>
          <p:nvPr/>
        </p:nvSpPr>
        <p:spPr>
          <a:xfrm>
            <a:off x="2860379" y="401454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4CCA81-DDDD-B558-5BE7-D3B9549875A5}"/>
              </a:ext>
            </a:extLst>
          </p:cNvPr>
          <p:cNvSpPr/>
          <p:nvPr/>
        </p:nvSpPr>
        <p:spPr>
          <a:xfrm>
            <a:off x="2531256" y="327730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A2813E-8D1F-B5D3-0520-05581A72742D}"/>
              </a:ext>
            </a:extLst>
          </p:cNvPr>
          <p:cNvSpPr/>
          <p:nvPr/>
        </p:nvSpPr>
        <p:spPr>
          <a:xfrm>
            <a:off x="3910525" y="3603464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59FE88-E1D4-4090-1358-4523037F1733}"/>
              </a:ext>
            </a:extLst>
          </p:cNvPr>
          <p:cNvSpPr/>
          <p:nvPr/>
        </p:nvSpPr>
        <p:spPr>
          <a:xfrm>
            <a:off x="4139315" y="4394785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93A79C8-3D6C-A41F-21DD-09C89CDE21FE}"/>
              </a:ext>
            </a:extLst>
          </p:cNvPr>
          <p:cNvSpPr/>
          <p:nvPr/>
        </p:nvSpPr>
        <p:spPr>
          <a:xfrm>
            <a:off x="1121819" y="358941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63E1C-7E02-9451-680F-523225CFA5EA}"/>
              </a:ext>
            </a:extLst>
          </p:cNvPr>
          <p:cNvSpPr txBox="1"/>
          <p:nvPr/>
        </p:nvSpPr>
        <p:spPr>
          <a:xfrm>
            <a:off x="5112853" y="1325288"/>
            <a:ext cx="37207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we buildup from the back (the ball is with you), the players will move to make a shape that you are familiar with seeing.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will look like our normal 433.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next slide will show you those connected lines so you can see how the 343 has moved.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Picture 15" descr="nike-soccer-ball-png.jpg">
            <a:extLst>
              <a:ext uri="{FF2B5EF4-FFF2-40B4-BE49-F238E27FC236}">
                <a16:creationId xmlns:a16="http://schemas.microsoft.com/office/drawing/2014/main" id="{89943F1D-577C-EF72-CD66-8212ED87A1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563688" y="5416288"/>
            <a:ext cx="145229" cy="144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683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4B2B9-7D57-A969-F235-9CD580E5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9C53E1-567F-312D-D606-EC463E08729E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R3 – Majura – Buildup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2B45B-5CA1-C1D1-B990-57D0132C6187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C087A0-882B-8F76-7E3D-042E870DAA4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F02359-B382-9E9A-C593-8971238E80E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r>
              <a:rPr kumimoji="0" lang="en-AU" sz="1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18-04-2026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FC8E45-B585-954C-7EF6-88B3FE0D502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A03BAB7-C062-0F5F-F21B-C3FF223115F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5DFD8191-E3BB-C1F8-B75F-6DAF13952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59C5640B-2BDD-F153-DB74-93BE059C0D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96584D7-59F4-E0D0-F6F6-B3EB1FAE15AB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063C7975-ECB3-D971-E329-9380C8528CE8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9B0628F-A956-ADE7-E216-369A9FA73EAC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1A6036B-D733-77A5-ACAA-7267697A2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163E6011-7088-6B06-BCF3-5DF776D1B6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4AAC4EB-4B70-A5C5-79D1-70549652A4D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5C74434-8A34-9C6C-0E5F-A551BDC78E15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43C2C8EB-FAA5-4D11-2292-DC5528483A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78F78701-DB92-7147-A7FC-0786ABDEF3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99FBDA2B-08AC-2EA7-3A6C-54E8CD4F5215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9B934C8-9F65-E538-D8E2-55A7B5989C8C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7E3A89BC-21C1-3BC9-A38F-4316DA287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CCF432E6-1996-E730-D1D4-B0A3299F6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AFE02651-5D42-C822-498B-65272B5164ED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E6756E80-3604-F1F2-F14E-1E97914DFEC5}"/>
              </a:ext>
            </a:extLst>
          </p:cNvPr>
          <p:cNvSpPr/>
          <p:nvPr/>
        </p:nvSpPr>
        <p:spPr>
          <a:xfrm>
            <a:off x="1687465" y="5293309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B0B7D8-88A0-FE6B-DA7F-4E4DD6FF1682}"/>
              </a:ext>
            </a:extLst>
          </p:cNvPr>
          <p:cNvSpPr/>
          <p:nvPr/>
        </p:nvSpPr>
        <p:spPr>
          <a:xfrm>
            <a:off x="971820" y="4525829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065E84-E106-4426-3EE4-801F386CDA37}"/>
              </a:ext>
            </a:extLst>
          </p:cNvPr>
          <p:cNvSpPr/>
          <p:nvPr/>
        </p:nvSpPr>
        <p:spPr>
          <a:xfrm>
            <a:off x="2004322" y="380785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A1371D-5464-FCEC-3CC6-2B5B77E8774B}"/>
              </a:ext>
            </a:extLst>
          </p:cNvPr>
          <p:cNvSpPr/>
          <p:nvPr/>
        </p:nvSpPr>
        <p:spPr>
          <a:xfrm>
            <a:off x="3722755" y="5277997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CB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4F3CB7-0A86-1013-DEE6-1322A0F6B9B5}"/>
              </a:ext>
            </a:extLst>
          </p:cNvPr>
          <p:cNvSpPr/>
          <p:nvPr/>
        </p:nvSpPr>
        <p:spPr>
          <a:xfrm>
            <a:off x="2324340" y="4670813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DM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FEFD3A-A280-FF36-7872-DC4B947A129C}"/>
              </a:ext>
            </a:extLst>
          </p:cNvPr>
          <p:cNvSpPr/>
          <p:nvPr/>
        </p:nvSpPr>
        <p:spPr>
          <a:xfrm>
            <a:off x="2860379" y="401454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AM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491688-E75E-873E-E538-339DDE4A45EC}"/>
              </a:ext>
            </a:extLst>
          </p:cNvPr>
          <p:cNvSpPr/>
          <p:nvPr/>
        </p:nvSpPr>
        <p:spPr>
          <a:xfrm>
            <a:off x="2531256" y="327730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8FB1BB-94F9-6574-255E-B2B8EC5B8448}"/>
              </a:ext>
            </a:extLst>
          </p:cNvPr>
          <p:cNvSpPr/>
          <p:nvPr/>
        </p:nvSpPr>
        <p:spPr>
          <a:xfrm>
            <a:off x="3910525" y="3603464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EC2E7E-DCA6-461C-DFF2-197A0B989D7C}"/>
              </a:ext>
            </a:extLst>
          </p:cNvPr>
          <p:cNvSpPr/>
          <p:nvPr/>
        </p:nvSpPr>
        <p:spPr>
          <a:xfrm>
            <a:off x="4139315" y="4394785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EEECE1"/>
                </a:solidFill>
                <a:latin typeface="Arial"/>
              </a:rPr>
              <a:t>WB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7DF8E2-AF2D-0F57-383E-BA84F58AD771}"/>
              </a:ext>
            </a:extLst>
          </p:cNvPr>
          <p:cNvSpPr/>
          <p:nvPr/>
        </p:nvSpPr>
        <p:spPr>
          <a:xfrm>
            <a:off x="1121819" y="3589410"/>
            <a:ext cx="252000" cy="2520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rgbClr val="EEECE1"/>
                </a:solidFill>
                <a:latin typeface="Arial"/>
              </a:rPr>
              <a:t>W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35B1D9-9746-6869-CB16-DB465E0A093C}"/>
              </a:ext>
            </a:extLst>
          </p:cNvPr>
          <p:cNvSpPr txBox="1"/>
          <p:nvPr/>
        </p:nvSpPr>
        <p:spPr>
          <a:xfrm>
            <a:off x="5112853" y="1325288"/>
            <a:ext cx="37207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You can see that the 343 has shifted to make that shape to help increase our passing options during build up.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AU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Then as we take the ball forward it will move back into a 343.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654C7E3-F8BD-5104-004E-773F297921CC}"/>
              </a:ext>
            </a:extLst>
          </p:cNvPr>
          <p:cNvCxnSpPr>
            <a:cxnSpLocks/>
            <a:stCxn id="8" idx="6"/>
            <a:endCxn id="4" idx="2"/>
          </p:cNvCxnSpPr>
          <p:nvPr/>
        </p:nvCxnSpPr>
        <p:spPr>
          <a:xfrm>
            <a:off x="1223820" y="4651829"/>
            <a:ext cx="463645" cy="767480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C3540B-BD8A-2428-CF5E-9DBC4F3974B2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 flipV="1">
            <a:off x="1939465" y="5403997"/>
            <a:ext cx="1783290" cy="15312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AA48527-1E20-B1CE-ED02-0DB19C41C4AC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2256322" y="3933857"/>
            <a:ext cx="68018" cy="862956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3C4BFE-F768-ADC2-86E1-75FF574F063A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2576340" y="4520785"/>
            <a:ext cx="1562975" cy="276028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B31C748-09B5-7E76-567B-EC74D888FB02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3112379" y="4140540"/>
            <a:ext cx="1026936" cy="380245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505A9A-58FC-A3A8-F1D2-38B50E82CFFD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2256322" y="3933857"/>
            <a:ext cx="604057" cy="206683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59EDE0F-90C3-24AF-B9C1-1800EC901347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2783256" y="3403300"/>
            <a:ext cx="1127269" cy="326164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FCEC2E0-3D02-EC50-3F9D-B587D15B8DF7}"/>
              </a:ext>
            </a:extLst>
          </p:cNvPr>
          <p:cNvCxnSpPr>
            <a:cxnSpLocks/>
            <a:stCxn id="36" idx="6"/>
            <a:endCxn id="13" idx="2"/>
          </p:cNvCxnSpPr>
          <p:nvPr/>
        </p:nvCxnSpPr>
        <p:spPr>
          <a:xfrm flipV="1">
            <a:off x="1373819" y="3403300"/>
            <a:ext cx="1157437" cy="312110"/>
          </a:xfrm>
          <a:prstGeom prst="line">
            <a:avLst/>
          </a:prstGeom>
          <a:ln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844EA821-C33D-B442-F3A6-7BDD31080640}"/>
              </a:ext>
            </a:extLst>
          </p:cNvPr>
          <p:cNvSpPr/>
          <p:nvPr/>
        </p:nvSpPr>
        <p:spPr>
          <a:xfrm>
            <a:off x="2509823" y="5591475"/>
            <a:ext cx="252000" cy="252000"/>
          </a:xfrm>
          <a:prstGeom prst="ellipse">
            <a:avLst/>
          </a:prstGeom>
          <a:solidFill>
            <a:srgbClr val="F10FC6"/>
          </a:solidFill>
          <a:ln w="22225">
            <a:solidFill>
              <a:srgbClr val="F10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pic>
        <p:nvPicPr>
          <p:cNvPr id="62" name="Picture 61" descr="nike-soccer-ball-png.jpg">
            <a:extLst>
              <a:ext uri="{FF2B5EF4-FFF2-40B4-BE49-F238E27FC236}">
                <a16:creationId xmlns:a16="http://schemas.microsoft.com/office/drawing/2014/main" id="{6897EB7E-B5FE-8BFF-1F0A-DB90CBE60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563688" y="5416288"/>
            <a:ext cx="145229" cy="144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062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71250</TotalTime>
  <Words>456</Words>
  <Application>Microsoft Office PowerPoint</Application>
  <PresentationFormat>On-screen Show (4:3)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Segoe UI</vt:lpstr>
      <vt:lpstr>Segoe UI Black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Stefan Busso / Anthony Frost</dc:creator>
  <cp:keywords/>
  <dc:description/>
  <cp:lastModifiedBy>scott conlon</cp:lastModifiedBy>
  <cp:revision>308</cp:revision>
  <cp:lastPrinted>2025-05-31T08:37:08Z</cp:lastPrinted>
  <dcterms:created xsi:type="dcterms:W3CDTF">2012-12-19T23:59:41Z</dcterms:created>
  <dcterms:modified xsi:type="dcterms:W3CDTF">2026-04-18T10:06:45Z</dcterms:modified>
  <cp:category/>
</cp:coreProperties>
</file>