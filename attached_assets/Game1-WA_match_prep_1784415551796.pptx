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353" r:id="rId3"/>
    <p:sldId id="607" r:id="rId4"/>
    <p:sldId id="614" r:id="rId5"/>
    <p:sldId id="613" r:id="rId6"/>
    <p:sldId id="630" r:id="rId7"/>
    <p:sldId id="631" r:id="rId8"/>
    <p:sldId id="622" r:id="rId9"/>
    <p:sldId id="632" r:id="rId10"/>
    <p:sldId id="633" r:id="rId11"/>
    <p:sldId id="623" r:id="rId12"/>
    <p:sldId id="626" r:id="rId13"/>
    <p:sldId id="627" r:id="rId14"/>
    <p:sldId id="609" r:id="rId15"/>
    <p:sldId id="610" r:id="rId16"/>
    <p:sldId id="608" r:id="rId17"/>
    <p:sldId id="624" r:id="rId18"/>
    <p:sldId id="612" r:id="rId19"/>
    <p:sldId id="625" r:id="rId20"/>
    <p:sldId id="628" r:id="rId21"/>
    <p:sldId id="629" r:id="rId22"/>
  </p:sldIdLst>
  <p:sldSz cx="9144000" cy="6858000" type="screen4x3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hony Frost" initials="AF" lastIdx="2" clrIdx="0">
    <p:extLst>
      <p:ext uri="{19B8F6BF-5375-455C-9EA6-DF929625EA0E}">
        <p15:presenceInfo xmlns:p15="http://schemas.microsoft.com/office/powerpoint/2012/main" userId="ec08b7a8-6e9d-435a-90c9-0b707f07fc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FFDD33"/>
    <a:srgbClr val="CC7722"/>
    <a:srgbClr val="00563B"/>
    <a:srgbClr val="7B1C3D"/>
    <a:srgbClr val="00205B"/>
    <a:srgbClr val="0099CC"/>
    <a:srgbClr val="87CEEB"/>
    <a:srgbClr val="2F00FF"/>
    <a:srgbClr val="E7DB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48B93-8464-438F-ADB9-CD2585BE6BC9}" v="75" dt="2025-07-22T12:53:42.4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42" autoAdjust="0"/>
    <p:restoredTop sz="81435" autoAdjust="0"/>
  </p:normalViewPr>
  <p:slideViewPr>
    <p:cSldViewPr snapToGrid="0" snapToObjects="1">
      <p:cViewPr varScale="1">
        <p:scale>
          <a:sx n="85" d="100"/>
          <a:sy n="85" d="100"/>
        </p:scale>
        <p:origin x="84" y="5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nlon" userId="715640cfe8348987" providerId="LiveId" clId="{2A9D1B6D-9661-483D-918B-60E6E2D15BA5}"/>
    <pc:docChg chg="addSld modSld">
      <pc:chgData name="scott conlon" userId="715640cfe8348987" providerId="LiveId" clId="{2A9D1B6D-9661-483D-918B-60E6E2D15BA5}" dt="2025-06-28T11:00:03.279" v="204" actId="20577"/>
      <pc:docMkLst>
        <pc:docMk/>
      </pc:docMkLst>
      <pc:sldChg chg="modSp add mod">
        <pc:chgData name="scott conlon" userId="715640cfe8348987" providerId="LiveId" clId="{2A9D1B6D-9661-483D-918B-60E6E2D15BA5}" dt="2025-06-14T00:37:25.765" v="56" actId="20577"/>
        <pc:sldMkLst>
          <pc:docMk/>
          <pc:sldMk cId="1889674401" sldId="591"/>
        </pc:sldMkLst>
      </pc:sldChg>
      <pc:sldChg chg="modSp add mod">
        <pc:chgData name="scott conlon" userId="715640cfe8348987" providerId="LiveId" clId="{2A9D1B6D-9661-483D-918B-60E6E2D15BA5}" dt="2025-06-14T00:38:53.390" v="79" actId="20577"/>
        <pc:sldMkLst>
          <pc:docMk/>
          <pc:sldMk cId="1262386658" sldId="592"/>
        </pc:sldMkLst>
      </pc:sldChg>
      <pc:sldChg chg="modSp add mod">
        <pc:chgData name="scott conlon" userId="715640cfe8348987" providerId="LiveId" clId="{2A9D1B6D-9661-483D-918B-60E6E2D15BA5}" dt="2025-06-21T03:16:36.198" v="136" actId="20577"/>
        <pc:sldMkLst>
          <pc:docMk/>
          <pc:sldMk cId="754796198" sldId="593"/>
        </pc:sldMkLst>
      </pc:sldChg>
      <pc:sldChg chg="modSp add mod">
        <pc:chgData name="scott conlon" userId="715640cfe8348987" providerId="LiveId" clId="{2A9D1B6D-9661-483D-918B-60E6E2D15BA5}" dt="2025-06-21T03:17:04.445" v="147" actId="20577"/>
        <pc:sldMkLst>
          <pc:docMk/>
          <pc:sldMk cId="166011121" sldId="594"/>
        </pc:sldMkLst>
      </pc:sldChg>
      <pc:sldChg chg="modSp add mod">
        <pc:chgData name="scott conlon" userId="715640cfe8348987" providerId="LiveId" clId="{2A9D1B6D-9661-483D-918B-60E6E2D15BA5}" dt="2025-06-28T10:59:19.289" v="191" actId="20577"/>
        <pc:sldMkLst>
          <pc:docMk/>
          <pc:sldMk cId="3453193644" sldId="595"/>
        </pc:sldMkLst>
      </pc:sldChg>
      <pc:sldChg chg="modSp add mod">
        <pc:chgData name="scott conlon" userId="715640cfe8348987" providerId="LiveId" clId="{2A9D1B6D-9661-483D-918B-60E6E2D15BA5}" dt="2025-06-28T11:00:03.279" v="204" actId="20577"/>
        <pc:sldMkLst>
          <pc:docMk/>
          <pc:sldMk cId="2428817532" sldId="596"/>
        </pc:sldMkLst>
      </pc:sldChg>
    </pc:docChg>
  </pc:docChgLst>
  <pc:docChgLst>
    <pc:chgData name="scott conlon" userId="715640cfe8348987" providerId="LiveId" clId="{E6D48B93-8464-438F-ADB9-CD2585BE6BC9}"/>
    <pc:docChg chg="undo custSel addSld delSld modSld sldOrd">
      <pc:chgData name="scott conlon" userId="715640cfe8348987" providerId="LiveId" clId="{E6D48B93-8464-438F-ADB9-CD2585BE6BC9}" dt="2025-07-22T12:55:51.746" v="3458" actId="47"/>
      <pc:docMkLst>
        <pc:docMk/>
      </pc:docMkLst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31738560" sldId="298"/>
        </pc:sldMkLst>
      </pc:sldChg>
      <pc:sldChg chg="modSp mod">
        <pc:chgData name="scott conlon" userId="715640cfe8348987" providerId="LiveId" clId="{E6D48B93-8464-438F-ADB9-CD2585BE6BC9}" dt="2025-07-09T02:14:50.832" v="20" actId="20577"/>
        <pc:sldMkLst>
          <pc:docMk/>
          <pc:sldMk cId="1470261100" sldId="353"/>
        </pc:sldMkLst>
        <pc:spChg chg="mod">
          <ac:chgData name="scott conlon" userId="715640cfe8348987" providerId="LiveId" clId="{E6D48B93-8464-438F-ADB9-CD2585BE6BC9}" dt="2025-07-09T02:14:50.832" v="20" actId="20577"/>
          <ac:spMkLst>
            <pc:docMk/>
            <pc:sldMk cId="1470261100" sldId="353"/>
            <ac:spMk id="3" creationId="{B1711341-68F7-362C-75F1-F2C80DC26DCC}"/>
          </ac:spMkLst>
        </pc:spChg>
      </pc:sldChg>
      <pc:sldChg chg="del">
        <pc:chgData name="scott conlon" userId="715640cfe8348987" providerId="LiveId" clId="{E6D48B93-8464-438F-ADB9-CD2585BE6BC9}" dt="2025-07-09T02:16:27.141" v="23" actId="47"/>
        <pc:sldMkLst>
          <pc:docMk/>
          <pc:sldMk cId="2277098697" sldId="354"/>
        </pc:sldMkLst>
      </pc:sldChg>
      <pc:sldChg chg="del">
        <pc:chgData name="scott conlon" userId="715640cfe8348987" providerId="LiveId" clId="{E6D48B93-8464-438F-ADB9-CD2585BE6BC9}" dt="2025-07-09T02:16:25.244" v="22" actId="47"/>
        <pc:sldMkLst>
          <pc:docMk/>
          <pc:sldMk cId="3748627366" sldId="357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257711775" sldId="372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503707641" sldId="378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3360255077" sldId="379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41412464" sldId="380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4124718261" sldId="381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504118082" sldId="382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512537571" sldId="383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121719713" sldId="384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614548409" sldId="386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393315445" sldId="387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37054154" sldId="388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972810513" sldId="389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4114606657" sldId="390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935626584" sldId="391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07509023" sldId="392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459407818" sldId="393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480931766" sldId="394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3184735787" sldId="395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3005858727" sldId="396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3457266644" sldId="397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739547121" sldId="398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484199974" sldId="399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366385392" sldId="400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3915120208" sldId="402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557972830" sldId="403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766829293" sldId="404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4089603631" sldId="405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802466451" sldId="408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929158868" sldId="413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90010738" sldId="505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62501487" sldId="517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307566715" sldId="518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94075924" sldId="519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404967280" sldId="564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53816750" sldId="566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87817071" sldId="597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3698612364" sldId="598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660170854" sldId="599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429252242" sldId="600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3378191098" sldId="601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520727093" sldId="602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383193301" sldId="603"/>
        </pc:sldMkLst>
      </pc:sldChg>
      <pc:sldChg chg="del">
        <pc:chgData name="scott conlon" userId="715640cfe8348987" providerId="LiveId" clId="{E6D48B93-8464-438F-ADB9-CD2585BE6BC9}" dt="2025-07-09T02:16:23.565" v="21" actId="47"/>
        <pc:sldMkLst>
          <pc:docMk/>
          <pc:sldMk cId="545862966" sldId="604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2944006091" sldId="606"/>
        </pc:sldMkLst>
      </pc:sldChg>
      <pc:sldChg chg="addSp modSp mod ord modAnim">
        <pc:chgData name="scott conlon" userId="715640cfe8348987" providerId="LiveId" clId="{E6D48B93-8464-438F-ADB9-CD2585BE6BC9}" dt="2025-07-22T12:53:42.466" v="3453"/>
        <pc:sldMkLst>
          <pc:docMk/>
          <pc:sldMk cId="4082367831" sldId="607"/>
        </pc:sldMkLst>
        <pc:spChg chg="mod">
          <ac:chgData name="scott conlon" userId="715640cfe8348987" providerId="LiveId" clId="{E6D48B93-8464-438F-ADB9-CD2585BE6BC9}" dt="2025-07-14T13:29:36.388" v="1172" actId="20577"/>
          <ac:spMkLst>
            <pc:docMk/>
            <pc:sldMk cId="4082367831" sldId="607"/>
            <ac:spMk id="2" creationId="{E3E8A889-5B6B-8C8D-C8C2-94CAD55FDC31}"/>
          </ac:spMkLst>
        </pc:spChg>
        <pc:spChg chg="mod">
          <ac:chgData name="scott conlon" userId="715640cfe8348987" providerId="LiveId" clId="{E6D48B93-8464-438F-ADB9-CD2585BE6BC9}" dt="2025-07-14T10:36:18.488" v="476" actId="20577"/>
          <ac:spMkLst>
            <pc:docMk/>
            <pc:sldMk cId="4082367831" sldId="607"/>
            <ac:spMk id="4" creationId="{2E5ACF41-A60D-5FCB-0622-ABDD2ADBFC7B}"/>
          </ac:spMkLst>
        </pc:spChg>
        <pc:spChg chg="mod">
          <ac:chgData name="scott conlon" userId="715640cfe8348987" providerId="LiveId" clId="{E6D48B93-8464-438F-ADB9-CD2585BE6BC9}" dt="2025-07-14T13:22:31.036" v="939" actId="6549"/>
          <ac:spMkLst>
            <pc:docMk/>
            <pc:sldMk cId="4082367831" sldId="607"/>
            <ac:spMk id="7" creationId="{C3597D03-0825-1958-7CB6-4E535D525233}"/>
          </ac:spMkLst>
        </pc:spChg>
        <pc:spChg chg="mod">
          <ac:chgData name="scott conlon" userId="715640cfe8348987" providerId="LiveId" clId="{E6D48B93-8464-438F-ADB9-CD2585BE6BC9}" dt="2025-07-14T10:36:15.299" v="473" actId="20577"/>
          <ac:spMkLst>
            <pc:docMk/>
            <pc:sldMk cId="4082367831" sldId="607"/>
            <ac:spMk id="8" creationId="{5C615F6C-C0E6-13C0-57C1-088AA8857CA1}"/>
          </ac:spMkLst>
        </pc:spChg>
        <pc:spChg chg="mod">
          <ac:chgData name="scott conlon" userId="715640cfe8348987" providerId="LiveId" clId="{E6D48B93-8464-438F-ADB9-CD2585BE6BC9}" dt="2025-07-14T10:32:45.135" v="355" actId="20577"/>
          <ac:spMkLst>
            <pc:docMk/>
            <pc:sldMk cId="4082367831" sldId="607"/>
            <ac:spMk id="9" creationId="{5D5E238E-FF23-87B4-82EC-D72A3650E809}"/>
          </ac:spMkLst>
        </pc:spChg>
        <pc:spChg chg="mod">
          <ac:chgData name="scott conlon" userId="715640cfe8348987" providerId="LiveId" clId="{E6D48B93-8464-438F-ADB9-CD2585BE6BC9}" dt="2025-07-14T10:31:32.541" v="333" actId="20577"/>
          <ac:spMkLst>
            <pc:docMk/>
            <pc:sldMk cId="4082367831" sldId="607"/>
            <ac:spMk id="10" creationId="{5FBD13AF-A3A4-FFC8-3B93-3BD9F8AE2E8F}"/>
          </ac:spMkLst>
        </pc:spChg>
        <pc:spChg chg="mod">
          <ac:chgData name="scott conlon" userId="715640cfe8348987" providerId="LiveId" clId="{E6D48B93-8464-438F-ADB9-CD2585BE6BC9}" dt="2025-07-14T10:31:59.445" v="347" actId="20577"/>
          <ac:spMkLst>
            <pc:docMk/>
            <pc:sldMk cId="4082367831" sldId="607"/>
            <ac:spMk id="11" creationId="{F748A016-0839-343B-A238-57EE1B601B5B}"/>
          </ac:spMkLst>
        </pc:spChg>
        <pc:spChg chg="mod">
          <ac:chgData name="scott conlon" userId="715640cfe8348987" providerId="LiveId" clId="{E6D48B93-8464-438F-ADB9-CD2585BE6BC9}" dt="2025-07-14T10:33:38.412" v="374" actId="20577"/>
          <ac:spMkLst>
            <pc:docMk/>
            <pc:sldMk cId="4082367831" sldId="607"/>
            <ac:spMk id="12" creationId="{5C773610-AD90-6863-6DE3-9556BF28211F}"/>
          </ac:spMkLst>
        </pc:spChg>
        <pc:spChg chg="mod">
          <ac:chgData name="scott conlon" userId="715640cfe8348987" providerId="LiveId" clId="{E6D48B93-8464-438F-ADB9-CD2585BE6BC9}" dt="2025-07-14T10:33:20.607" v="370" actId="20577"/>
          <ac:spMkLst>
            <pc:docMk/>
            <pc:sldMk cId="4082367831" sldId="607"/>
            <ac:spMk id="13" creationId="{30D5846F-DD36-14D1-6FEF-06EC334F2F09}"/>
          </ac:spMkLst>
        </pc:spChg>
        <pc:spChg chg="mod">
          <ac:chgData name="scott conlon" userId="715640cfe8348987" providerId="LiveId" clId="{E6D48B93-8464-438F-ADB9-CD2585BE6BC9}" dt="2025-07-14T10:32:55.193" v="364" actId="20577"/>
          <ac:spMkLst>
            <pc:docMk/>
            <pc:sldMk cId="4082367831" sldId="607"/>
            <ac:spMk id="14" creationId="{696BB5A4-ADE6-DBFF-7454-CEB4952A7222}"/>
          </ac:spMkLst>
        </pc:spChg>
        <pc:spChg chg="mod">
          <ac:chgData name="scott conlon" userId="715640cfe8348987" providerId="LiveId" clId="{E6D48B93-8464-438F-ADB9-CD2585BE6BC9}" dt="2025-07-14T11:09:38.331" v="648" actId="20577"/>
          <ac:spMkLst>
            <pc:docMk/>
            <pc:sldMk cId="4082367831" sldId="607"/>
            <ac:spMk id="15" creationId="{612D1D69-CE6A-B343-964E-51EB9EA6AD6E}"/>
          </ac:spMkLst>
        </pc:spChg>
        <pc:spChg chg="add mod">
          <ac:chgData name="scott conlon" userId="715640cfe8348987" providerId="LiveId" clId="{E6D48B93-8464-438F-ADB9-CD2585BE6BC9}" dt="2025-07-14T22:44:31.997" v="3241" actId="6549"/>
          <ac:spMkLst>
            <pc:docMk/>
            <pc:sldMk cId="4082367831" sldId="607"/>
            <ac:spMk id="16" creationId="{8A4CEF2F-3386-7F40-60D8-8F593427D1EF}"/>
          </ac:spMkLst>
        </pc:spChg>
        <pc:spChg chg="add mod">
          <ac:chgData name="scott conlon" userId="715640cfe8348987" providerId="LiveId" clId="{E6D48B93-8464-438F-ADB9-CD2585BE6BC9}" dt="2025-07-14T22:43:40.737" v="3235" actId="20577"/>
          <ac:spMkLst>
            <pc:docMk/>
            <pc:sldMk cId="4082367831" sldId="607"/>
            <ac:spMk id="17" creationId="{AFB23999-6136-3860-A7D0-46AD12F0BA63}"/>
          </ac:spMkLst>
        </pc:spChg>
        <pc:spChg chg="mod">
          <ac:chgData name="scott conlon" userId="715640cfe8348987" providerId="LiveId" clId="{E6D48B93-8464-438F-ADB9-CD2585BE6BC9}" dt="2025-07-15T01:56:18.510" v="3422" actId="1076"/>
          <ac:spMkLst>
            <pc:docMk/>
            <pc:sldMk cId="4082367831" sldId="607"/>
            <ac:spMk id="36" creationId="{ED498A7D-94B6-1617-0C3E-94A6B8F429A8}"/>
          </ac:spMkLst>
        </pc:spChg>
      </pc:sldChg>
      <pc:sldChg chg="addSp delSp modSp mod">
        <pc:chgData name="scott conlon" userId="715640cfe8348987" providerId="LiveId" clId="{E6D48B93-8464-438F-ADB9-CD2585BE6BC9}" dt="2025-07-14T22:45:20.560" v="3287" actId="6549"/>
        <pc:sldMkLst>
          <pc:docMk/>
          <pc:sldMk cId="1998711551" sldId="608"/>
        </pc:sldMkLst>
        <pc:spChg chg="mod">
          <ac:chgData name="scott conlon" userId="715640cfe8348987" providerId="LiveId" clId="{E6D48B93-8464-438F-ADB9-CD2585BE6BC9}" dt="2025-07-14T13:27:38.490" v="1069" actId="20577"/>
          <ac:spMkLst>
            <pc:docMk/>
            <pc:sldMk cId="1998711551" sldId="608"/>
            <ac:spMk id="2" creationId="{D37A1CC5-91DD-A9E3-0E15-9F1B725DF6C9}"/>
          </ac:spMkLst>
        </pc:spChg>
        <pc:spChg chg="add mod">
          <ac:chgData name="scott conlon" userId="715640cfe8348987" providerId="LiveId" clId="{E6D48B93-8464-438F-ADB9-CD2585BE6BC9}" dt="2025-07-14T22:45:20.560" v="3287" actId="6549"/>
          <ac:spMkLst>
            <pc:docMk/>
            <pc:sldMk cId="1998711551" sldId="608"/>
            <ac:spMk id="4" creationId="{3802AD10-2215-C1A6-EB9C-D6B424AB7015}"/>
          </ac:spMkLst>
        </pc:spChg>
        <pc:spChg chg="add mod">
          <ac:chgData name="scott conlon" userId="715640cfe8348987" providerId="LiveId" clId="{E6D48B93-8464-438F-ADB9-CD2585BE6BC9}" dt="2025-07-14T22:44:26.088" v="3240" actId="6549"/>
          <ac:spMkLst>
            <pc:docMk/>
            <pc:sldMk cId="1998711551" sldId="608"/>
            <ac:spMk id="7" creationId="{0CAB41FB-810C-CA23-75D8-F97810D4959F}"/>
          </ac:spMkLst>
        </pc:spChg>
        <pc:spChg chg="add mod">
          <ac:chgData name="scott conlon" userId="715640cfe8348987" providerId="LiveId" clId="{E6D48B93-8464-438F-ADB9-CD2585BE6BC9}" dt="2025-07-14T11:38:06.820" v="870"/>
          <ac:spMkLst>
            <pc:docMk/>
            <pc:sldMk cId="1998711551" sldId="608"/>
            <ac:spMk id="8" creationId="{CF128F2A-B18D-364D-1248-59160970CCCF}"/>
          </ac:spMkLst>
        </pc:spChg>
        <pc:spChg chg="add mod">
          <ac:chgData name="scott conlon" userId="715640cfe8348987" providerId="LiveId" clId="{E6D48B93-8464-438F-ADB9-CD2585BE6BC9}" dt="2025-07-14T13:23:20.101" v="973" actId="6549"/>
          <ac:spMkLst>
            <pc:docMk/>
            <pc:sldMk cId="1998711551" sldId="608"/>
            <ac:spMk id="9" creationId="{8E8F1E99-5FF2-0F39-9DD6-42951634BDBD}"/>
          </ac:spMkLst>
        </pc:spChg>
        <pc:spChg chg="add mod">
          <ac:chgData name="scott conlon" userId="715640cfe8348987" providerId="LiveId" clId="{E6D48B93-8464-438F-ADB9-CD2585BE6BC9}" dt="2025-07-14T11:39:25.760" v="873" actId="6549"/>
          <ac:spMkLst>
            <pc:docMk/>
            <pc:sldMk cId="1998711551" sldId="608"/>
            <ac:spMk id="10" creationId="{C3405FA4-9D25-3E45-42F7-48FC6AC19538}"/>
          </ac:spMkLst>
        </pc:spChg>
        <pc:spChg chg="add mod">
          <ac:chgData name="scott conlon" userId="715640cfe8348987" providerId="LiveId" clId="{E6D48B93-8464-438F-ADB9-CD2585BE6BC9}" dt="2025-07-14T11:39:32.979" v="876" actId="20577"/>
          <ac:spMkLst>
            <pc:docMk/>
            <pc:sldMk cId="1998711551" sldId="608"/>
            <ac:spMk id="11" creationId="{202FD771-8427-953A-C0DC-167E0B3D2428}"/>
          </ac:spMkLst>
        </pc:spChg>
        <pc:spChg chg="add mod">
          <ac:chgData name="scott conlon" userId="715640cfe8348987" providerId="LiveId" clId="{E6D48B93-8464-438F-ADB9-CD2585BE6BC9}" dt="2025-07-14T11:38:06.820" v="870"/>
          <ac:spMkLst>
            <pc:docMk/>
            <pc:sldMk cId="1998711551" sldId="608"/>
            <ac:spMk id="12" creationId="{14103CFE-5D23-6660-2CF6-0DCD0713BF27}"/>
          </ac:spMkLst>
        </pc:spChg>
        <pc:spChg chg="add mod">
          <ac:chgData name="scott conlon" userId="715640cfe8348987" providerId="LiveId" clId="{E6D48B93-8464-438F-ADB9-CD2585BE6BC9}" dt="2025-07-14T11:40:09.031" v="881" actId="20577"/>
          <ac:spMkLst>
            <pc:docMk/>
            <pc:sldMk cId="1998711551" sldId="608"/>
            <ac:spMk id="13" creationId="{D804873B-80A5-C6CA-F960-DD0F0300B7F5}"/>
          </ac:spMkLst>
        </pc:spChg>
        <pc:spChg chg="mod">
          <ac:chgData name="scott conlon" userId="715640cfe8348987" providerId="LiveId" clId="{E6D48B93-8464-438F-ADB9-CD2585BE6BC9}" dt="2025-07-14T11:40:12.198" v="885" actId="20577"/>
          <ac:spMkLst>
            <pc:docMk/>
            <pc:sldMk cId="1998711551" sldId="608"/>
            <ac:spMk id="14" creationId="{F1A2FAB3-3B67-AF37-A265-602FBABA3898}"/>
          </ac:spMkLst>
        </pc:spChg>
        <pc:spChg chg="add mod">
          <ac:chgData name="scott conlon" userId="715640cfe8348987" providerId="LiveId" clId="{E6D48B93-8464-438F-ADB9-CD2585BE6BC9}" dt="2025-07-14T11:38:06.820" v="870"/>
          <ac:spMkLst>
            <pc:docMk/>
            <pc:sldMk cId="1998711551" sldId="608"/>
            <ac:spMk id="15" creationId="{86565F03-7372-944B-DCFB-1D30F5976760}"/>
          </ac:spMkLst>
        </pc:spChg>
        <pc:spChg chg="add mod">
          <ac:chgData name="scott conlon" userId="715640cfe8348987" providerId="LiveId" clId="{E6D48B93-8464-438F-ADB9-CD2585BE6BC9}" dt="2025-07-14T11:38:06.820" v="870"/>
          <ac:spMkLst>
            <pc:docMk/>
            <pc:sldMk cId="1998711551" sldId="608"/>
            <ac:spMk id="16" creationId="{5861C748-9310-08E0-D5DF-6748C658D454}"/>
          </ac:spMkLst>
        </pc:spChg>
        <pc:spChg chg="add mod">
          <ac:chgData name="scott conlon" userId="715640cfe8348987" providerId="LiveId" clId="{E6D48B93-8464-438F-ADB9-CD2585BE6BC9}" dt="2025-07-14T11:39:53.923" v="880" actId="20577"/>
          <ac:spMkLst>
            <pc:docMk/>
            <pc:sldMk cId="1998711551" sldId="608"/>
            <ac:spMk id="17" creationId="{72D3BE1C-1F8E-D1E1-1804-FC5DDDE123ED}"/>
          </ac:spMkLst>
        </pc:spChg>
        <pc:spChg chg="add mod">
          <ac:chgData name="scott conlon" userId="715640cfe8348987" providerId="LiveId" clId="{E6D48B93-8464-438F-ADB9-CD2585BE6BC9}" dt="2025-07-14T11:38:06.820" v="870"/>
          <ac:spMkLst>
            <pc:docMk/>
            <pc:sldMk cId="1998711551" sldId="608"/>
            <ac:spMk id="36" creationId="{841EF3AF-5C3E-55BF-73DD-57F944420178}"/>
          </ac:spMkLst>
        </pc:spChg>
      </pc:sldChg>
      <pc:sldChg chg="modSp mod">
        <pc:chgData name="scott conlon" userId="715640cfe8348987" providerId="LiveId" clId="{E6D48B93-8464-438F-ADB9-CD2585BE6BC9}" dt="2025-07-14T22:49:40.661" v="3308" actId="14100"/>
        <pc:sldMkLst>
          <pc:docMk/>
          <pc:sldMk cId="1569679593" sldId="609"/>
        </pc:sldMkLst>
        <pc:spChg chg="mod">
          <ac:chgData name="scott conlon" userId="715640cfe8348987" providerId="LiveId" clId="{E6D48B93-8464-438F-ADB9-CD2585BE6BC9}" dt="2025-07-14T13:29:23.608" v="1170"/>
          <ac:spMkLst>
            <pc:docMk/>
            <pc:sldMk cId="1569679593" sldId="609"/>
            <ac:spMk id="2" creationId="{A621F75F-B609-D900-9FDC-A7CEC53BF437}"/>
          </ac:spMkLst>
        </pc:spChg>
        <pc:spChg chg="mod">
          <ac:chgData name="scott conlon" userId="715640cfe8348987" providerId="LiveId" clId="{E6D48B93-8464-438F-ADB9-CD2585BE6BC9}" dt="2025-07-14T10:39:37.576" v="593" actId="20577"/>
          <ac:spMkLst>
            <pc:docMk/>
            <pc:sldMk cId="1569679593" sldId="609"/>
            <ac:spMk id="16" creationId="{4137D568-40F8-1577-A37A-C44C80AB6B64}"/>
          </ac:spMkLst>
        </pc:spChg>
        <pc:spChg chg="mod">
          <ac:chgData name="scott conlon" userId="715640cfe8348987" providerId="LiveId" clId="{E6D48B93-8464-438F-ADB9-CD2585BE6BC9}" dt="2025-07-14T22:49:40.661" v="3308" actId="14100"/>
          <ac:spMkLst>
            <pc:docMk/>
            <pc:sldMk cId="1569679593" sldId="609"/>
            <ac:spMk id="17" creationId="{5B2C8B95-521D-302C-B486-B818CB133010}"/>
          </ac:spMkLst>
        </pc:spChg>
        <pc:spChg chg="mod">
          <ac:chgData name="scott conlon" userId="715640cfe8348987" providerId="LiveId" clId="{E6D48B93-8464-438F-ADB9-CD2585BE6BC9}" dt="2025-07-14T10:39:48.559" v="596" actId="20577"/>
          <ac:spMkLst>
            <pc:docMk/>
            <pc:sldMk cId="1569679593" sldId="609"/>
            <ac:spMk id="18" creationId="{2E402E64-CD40-51AF-0AC8-D38AC2F53FF0}"/>
          </ac:spMkLst>
        </pc:spChg>
        <pc:spChg chg="mod">
          <ac:chgData name="scott conlon" userId="715640cfe8348987" providerId="LiveId" clId="{E6D48B93-8464-438F-ADB9-CD2585BE6BC9}" dt="2025-07-14T11:08:12.526" v="621" actId="20577"/>
          <ac:spMkLst>
            <pc:docMk/>
            <pc:sldMk cId="1569679593" sldId="609"/>
            <ac:spMk id="19" creationId="{EB8C2930-421D-E502-9B40-1F34D1C2CF02}"/>
          </ac:spMkLst>
        </pc:spChg>
        <pc:spChg chg="mod">
          <ac:chgData name="scott conlon" userId="715640cfe8348987" providerId="LiveId" clId="{E6D48B93-8464-438F-ADB9-CD2585BE6BC9}" dt="2025-07-14T11:08:08.995" v="617" actId="20577"/>
          <ac:spMkLst>
            <pc:docMk/>
            <pc:sldMk cId="1569679593" sldId="609"/>
            <ac:spMk id="20" creationId="{2CE68533-7E57-B4B5-5F9B-DC96F68B4F37}"/>
          </ac:spMkLst>
        </pc:spChg>
        <pc:spChg chg="mod">
          <ac:chgData name="scott conlon" userId="715640cfe8348987" providerId="LiveId" clId="{E6D48B93-8464-438F-ADB9-CD2585BE6BC9}" dt="2025-07-14T11:08:30.687" v="628" actId="20577"/>
          <ac:spMkLst>
            <pc:docMk/>
            <pc:sldMk cId="1569679593" sldId="609"/>
            <ac:spMk id="21" creationId="{DA1E22FE-49E4-87EA-2F2D-EB1A3F80B96A}"/>
          </ac:spMkLst>
        </pc:spChg>
        <pc:spChg chg="mod">
          <ac:chgData name="scott conlon" userId="715640cfe8348987" providerId="LiveId" clId="{E6D48B93-8464-438F-ADB9-CD2585BE6BC9}" dt="2025-07-14T11:08:15.298" v="624" actId="20577"/>
          <ac:spMkLst>
            <pc:docMk/>
            <pc:sldMk cId="1569679593" sldId="609"/>
            <ac:spMk id="22" creationId="{20079895-1915-C6E3-5688-B15EAE3C61C6}"/>
          </ac:spMkLst>
        </pc:spChg>
        <pc:spChg chg="mod">
          <ac:chgData name="scott conlon" userId="715640cfe8348987" providerId="LiveId" clId="{E6D48B93-8464-438F-ADB9-CD2585BE6BC9}" dt="2025-07-14T11:09:44.713" v="652" actId="20577"/>
          <ac:spMkLst>
            <pc:docMk/>
            <pc:sldMk cId="1569679593" sldId="609"/>
            <ac:spMk id="23" creationId="{6FC8AE3D-75E4-1A11-E07B-E399F25D4230}"/>
          </ac:spMkLst>
        </pc:spChg>
        <pc:spChg chg="mod">
          <ac:chgData name="scott conlon" userId="715640cfe8348987" providerId="LiveId" clId="{E6D48B93-8464-438F-ADB9-CD2585BE6BC9}" dt="2025-07-14T11:08:59.820" v="639" actId="20577"/>
          <ac:spMkLst>
            <pc:docMk/>
            <pc:sldMk cId="1569679593" sldId="609"/>
            <ac:spMk id="24" creationId="{19C1C38D-389A-129A-3190-E88EC634476C}"/>
          </ac:spMkLst>
        </pc:spChg>
        <pc:spChg chg="mod">
          <ac:chgData name="scott conlon" userId="715640cfe8348987" providerId="LiveId" clId="{E6D48B93-8464-438F-ADB9-CD2585BE6BC9}" dt="2025-07-14T11:09:28.895" v="647" actId="20577"/>
          <ac:spMkLst>
            <pc:docMk/>
            <pc:sldMk cId="1569679593" sldId="609"/>
            <ac:spMk id="25" creationId="{416A7B4A-1CFD-3F5D-3BD2-B47E797F7C67}"/>
          </ac:spMkLst>
        </pc:spChg>
        <pc:spChg chg="mod">
          <ac:chgData name="scott conlon" userId="715640cfe8348987" providerId="LiveId" clId="{E6D48B93-8464-438F-ADB9-CD2585BE6BC9}" dt="2025-07-14T11:09:24.052" v="643" actId="20577"/>
          <ac:spMkLst>
            <pc:docMk/>
            <pc:sldMk cId="1569679593" sldId="609"/>
            <ac:spMk id="26" creationId="{965AC4B3-6D6D-7CCF-607E-13168B1004FB}"/>
          </ac:spMkLst>
        </pc:spChg>
        <pc:spChg chg="mod">
          <ac:chgData name="scott conlon" userId="715640cfe8348987" providerId="LiveId" clId="{E6D48B93-8464-438F-ADB9-CD2585BE6BC9}" dt="2025-07-14T10:39:53.630" v="600" actId="20577"/>
          <ac:spMkLst>
            <pc:docMk/>
            <pc:sldMk cId="1569679593" sldId="609"/>
            <ac:spMk id="28" creationId="{710156B9-5555-F62F-7EC8-9BE319286364}"/>
          </ac:spMkLst>
        </pc:spChg>
      </pc:sldChg>
      <pc:sldChg chg="modSp mod">
        <pc:chgData name="scott conlon" userId="715640cfe8348987" providerId="LiveId" clId="{E6D48B93-8464-438F-ADB9-CD2585BE6BC9}" dt="2025-07-14T22:49:52.724" v="3310" actId="1035"/>
        <pc:sldMkLst>
          <pc:docMk/>
          <pc:sldMk cId="581044915" sldId="610"/>
        </pc:sldMkLst>
        <pc:spChg chg="mod">
          <ac:chgData name="scott conlon" userId="715640cfe8348987" providerId="LiveId" clId="{E6D48B93-8464-438F-ADB9-CD2585BE6BC9}" dt="2025-07-14T13:29:15.471" v="1169" actId="20577"/>
          <ac:spMkLst>
            <pc:docMk/>
            <pc:sldMk cId="581044915" sldId="610"/>
            <ac:spMk id="2" creationId="{B9550467-D8E8-BA6E-9F13-8D12A522C740}"/>
          </ac:spMkLst>
        </pc:spChg>
        <pc:spChg chg="mod">
          <ac:chgData name="scott conlon" userId="715640cfe8348987" providerId="LiveId" clId="{E6D48B93-8464-438F-ADB9-CD2585BE6BC9}" dt="2025-07-14T11:36:19.688" v="787" actId="20577"/>
          <ac:spMkLst>
            <pc:docMk/>
            <pc:sldMk cId="581044915" sldId="610"/>
            <ac:spMk id="16" creationId="{5DFB27D6-87B8-B738-77AB-DFEBDEC998E8}"/>
          </ac:spMkLst>
        </pc:spChg>
        <pc:spChg chg="mod">
          <ac:chgData name="scott conlon" userId="715640cfe8348987" providerId="LiveId" clId="{E6D48B93-8464-438F-ADB9-CD2585BE6BC9}" dt="2025-07-14T11:11:10.435" v="747" actId="20577"/>
          <ac:spMkLst>
            <pc:docMk/>
            <pc:sldMk cId="581044915" sldId="610"/>
            <ac:spMk id="18" creationId="{9C71B47B-089D-AE19-6DD0-140A4689E4CC}"/>
          </ac:spMkLst>
        </pc:spChg>
        <pc:spChg chg="mod">
          <ac:chgData name="scott conlon" userId="715640cfe8348987" providerId="LiveId" clId="{E6D48B93-8464-438F-ADB9-CD2585BE6BC9}" dt="2025-07-14T11:35:49.537" v="768" actId="20577"/>
          <ac:spMkLst>
            <pc:docMk/>
            <pc:sldMk cId="581044915" sldId="610"/>
            <ac:spMk id="19" creationId="{7E37B2BE-F315-AC7E-5C28-A1A2708A8620}"/>
          </ac:spMkLst>
        </pc:spChg>
        <pc:spChg chg="mod">
          <ac:chgData name="scott conlon" userId="715640cfe8348987" providerId="LiveId" clId="{E6D48B93-8464-438F-ADB9-CD2585BE6BC9}" dt="2025-07-14T11:35:52.985" v="771" actId="20577"/>
          <ac:spMkLst>
            <pc:docMk/>
            <pc:sldMk cId="581044915" sldId="610"/>
            <ac:spMk id="20" creationId="{02FA637D-5749-848E-AD51-B5761D340AEB}"/>
          </ac:spMkLst>
        </pc:spChg>
        <pc:spChg chg="mod">
          <ac:chgData name="scott conlon" userId="715640cfe8348987" providerId="LiveId" clId="{E6D48B93-8464-438F-ADB9-CD2585BE6BC9}" dt="2025-07-14T11:35:56.615" v="775" actId="20577"/>
          <ac:spMkLst>
            <pc:docMk/>
            <pc:sldMk cId="581044915" sldId="610"/>
            <ac:spMk id="21" creationId="{AC6FBD58-9333-6BC3-4F6D-FEB5444B64D6}"/>
          </ac:spMkLst>
        </pc:spChg>
        <pc:spChg chg="mod">
          <ac:chgData name="scott conlon" userId="715640cfe8348987" providerId="LiveId" clId="{E6D48B93-8464-438F-ADB9-CD2585BE6BC9}" dt="2025-07-14T11:36:31.662" v="791" actId="20577"/>
          <ac:spMkLst>
            <pc:docMk/>
            <pc:sldMk cId="581044915" sldId="610"/>
            <ac:spMk id="22" creationId="{47C13AC5-D0C8-BDC3-8DA5-573EA790E7D7}"/>
          </ac:spMkLst>
        </pc:spChg>
        <pc:spChg chg="mod">
          <ac:chgData name="scott conlon" userId="715640cfe8348987" providerId="LiveId" clId="{E6D48B93-8464-438F-ADB9-CD2585BE6BC9}" dt="2025-07-14T11:35:45.903" v="764" actId="20577"/>
          <ac:spMkLst>
            <pc:docMk/>
            <pc:sldMk cId="581044915" sldId="610"/>
            <ac:spMk id="23" creationId="{7F756F88-92C8-1C64-B348-4B27B1CD842B}"/>
          </ac:spMkLst>
        </pc:spChg>
        <pc:spChg chg="mod">
          <ac:chgData name="scott conlon" userId="715640cfe8348987" providerId="LiveId" clId="{E6D48B93-8464-438F-ADB9-CD2585BE6BC9}" dt="2025-07-14T11:11:58.511" v="750" actId="20577"/>
          <ac:spMkLst>
            <pc:docMk/>
            <pc:sldMk cId="581044915" sldId="610"/>
            <ac:spMk id="24" creationId="{338F9F6B-3D1F-FA95-4443-D847BE110D59}"/>
          </ac:spMkLst>
        </pc:spChg>
        <pc:spChg chg="mod">
          <ac:chgData name="scott conlon" userId="715640cfe8348987" providerId="LiveId" clId="{E6D48B93-8464-438F-ADB9-CD2585BE6BC9}" dt="2025-07-14T11:37:33.701" v="867" actId="1076"/>
          <ac:spMkLst>
            <pc:docMk/>
            <pc:sldMk cId="581044915" sldId="610"/>
            <ac:spMk id="25" creationId="{72ABA2A5-09E3-9596-896B-A313F2A45265}"/>
          </ac:spMkLst>
        </pc:spChg>
        <pc:spChg chg="mod">
          <ac:chgData name="scott conlon" userId="715640cfe8348987" providerId="LiveId" clId="{E6D48B93-8464-438F-ADB9-CD2585BE6BC9}" dt="2025-07-14T11:36:10.400" v="783" actId="20577"/>
          <ac:spMkLst>
            <pc:docMk/>
            <pc:sldMk cId="581044915" sldId="610"/>
            <ac:spMk id="26" creationId="{FD2B6ABE-C58A-9734-8F14-A35719ACA8ED}"/>
          </ac:spMkLst>
        </pc:spChg>
        <pc:spChg chg="mod">
          <ac:chgData name="scott conlon" userId="715640cfe8348987" providerId="LiveId" clId="{E6D48B93-8464-438F-ADB9-CD2585BE6BC9}" dt="2025-07-14T22:49:52.724" v="3310" actId="1035"/>
          <ac:spMkLst>
            <pc:docMk/>
            <pc:sldMk cId="581044915" sldId="610"/>
            <ac:spMk id="27" creationId="{297F6308-19D8-B5A7-4FF6-EE035CEC2D02}"/>
          </ac:spMkLst>
        </pc:spChg>
        <pc:spChg chg="mod">
          <ac:chgData name="scott conlon" userId="715640cfe8348987" providerId="LiveId" clId="{E6D48B93-8464-438F-ADB9-CD2585BE6BC9}" dt="2025-07-14T11:35:38.878" v="758" actId="20577"/>
          <ac:spMkLst>
            <pc:docMk/>
            <pc:sldMk cId="581044915" sldId="610"/>
            <ac:spMk id="28" creationId="{5374850A-38D9-46EA-AA80-2076E287E01E}"/>
          </ac:spMkLst>
        </pc:spChg>
      </pc:sldChg>
      <pc:sldChg chg="addSp modSp del mod">
        <pc:chgData name="scott conlon" userId="715640cfe8348987" providerId="LiveId" clId="{E6D48B93-8464-438F-ADB9-CD2585BE6BC9}" dt="2025-07-14T12:23:08.028" v="932" actId="47"/>
        <pc:sldMkLst>
          <pc:docMk/>
          <pc:sldMk cId="4139665656" sldId="611"/>
        </pc:sldMkLst>
      </pc:sldChg>
      <pc:sldChg chg="addSp modSp mod">
        <pc:chgData name="scott conlon" userId="715640cfe8348987" providerId="LiveId" clId="{E6D48B93-8464-438F-ADB9-CD2585BE6BC9}" dt="2025-07-14T22:51:09.956" v="3384" actId="20577"/>
        <pc:sldMkLst>
          <pc:docMk/>
          <pc:sldMk cId="3316831800" sldId="612"/>
        </pc:sldMkLst>
        <pc:spChg chg="mod">
          <ac:chgData name="scott conlon" userId="715640cfe8348987" providerId="LiveId" clId="{E6D48B93-8464-438F-ADB9-CD2585BE6BC9}" dt="2025-07-14T13:28:38.139" v="1133" actId="20577"/>
          <ac:spMkLst>
            <pc:docMk/>
            <pc:sldMk cId="3316831800" sldId="612"/>
            <ac:spMk id="2" creationId="{A7031BB8-A52D-8E48-BC29-88D2E011E248}"/>
          </ac:spMkLst>
        </pc:spChg>
        <pc:spChg chg="mod">
          <ac:chgData name="scott conlon" userId="715640cfe8348987" providerId="LiveId" clId="{E6D48B93-8464-438F-ADB9-CD2585BE6BC9}" dt="2025-07-14T13:22:08.937" v="935" actId="20577"/>
          <ac:spMkLst>
            <pc:docMk/>
            <pc:sldMk cId="3316831800" sldId="612"/>
            <ac:spMk id="16" creationId="{B51F6782-199D-AC6D-1647-D53E9EFA2DA4}"/>
          </ac:spMkLst>
        </pc:spChg>
        <pc:spChg chg="mod">
          <ac:chgData name="scott conlon" userId="715640cfe8348987" providerId="LiveId" clId="{E6D48B93-8464-438F-ADB9-CD2585BE6BC9}" dt="2025-07-14T13:22:13.283" v="938" actId="20577"/>
          <ac:spMkLst>
            <pc:docMk/>
            <pc:sldMk cId="3316831800" sldId="612"/>
            <ac:spMk id="18" creationId="{0C4753D9-2463-0987-47DA-840404AC05B0}"/>
          </ac:spMkLst>
        </pc:spChg>
        <pc:spChg chg="mod">
          <ac:chgData name="scott conlon" userId="715640cfe8348987" providerId="LiveId" clId="{E6D48B93-8464-438F-ADB9-CD2585BE6BC9}" dt="2025-07-14T13:25:27.847" v="1002" actId="20577"/>
          <ac:spMkLst>
            <pc:docMk/>
            <pc:sldMk cId="3316831800" sldId="612"/>
            <ac:spMk id="19" creationId="{CBDFD395-5BE8-2A50-2DC2-742396C74FD3}"/>
          </ac:spMkLst>
        </pc:spChg>
        <pc:spChg chg="mod">
          <ac:chgData name="scott conlon" userId="715640cfe8348987" providerId="LiveId" clId="{E6D48B93-8464-438F-ADB9-CD2585BE6BC9}" dt="2025-07-14T13:25:01.507" v="989" actId="20577"/>
          <ac:spMkLst>
            <pc:docMk/>
            <pc:sldMk cId="3316831800" sldId="612"/>
            <ac:spMk id="20" creationId="{896F35E8-5CBB-2F6F-FA06-1D377B7B7A64}"/>
          </ac:spMkLst>
        </pc:spChg>
        <pc:spChg chg="mod">
          <ac:chgData name="scott conlon" userId="715640cfe8348987" providerId="LiveId" clId="{E6D48B93-8464-438F-ADB9-CD2585BE6BC9}" dt="2025-07-14T13:25:17.261" v="996" actId="20577"/>
          <ac:spMkLst>
            <pc:docMk/>
            <pc:sldMk cId="3316831800" sldId="612"/>
            <ac:spMk id="21" creationId="{AE31104A-967C-7AE2-ECDE-EE75B8C5293F}"/>
          </ac:spMkLst>
        </pc:spChg>
        <pc:spChg chg="mod">
          <ac:chgData name="scott conlon" userId="715640cfe8348987" providerId="LiveId" clId="{E6D48B93-8464-438F-ADB9-CD2585BE6BC9}" dt="2025-07-14T13:25:09.452" v="993" actId="20577"/>
          <ac:spMkLst>
            <pc:docMk/>
            <pc:sldMk cId="3316831800" sldId="612"/>
            <ac:spMk id="22" creationId="{3F649334-871F-7AF6-16F5-8E65E5918D3B}"/>
          </ac:spMkLst>
        </pc:spChg>
        <pc:spChg chg="mod">
          <ac:chgData name="scott conlon" userId="715640cfe8348987" providerId="LiveId" clId="{E6D48B93-8464-438F-ADB9-CD2585BE6BC9}" dt="2025-07-14T13:24:47.034" v="980" actId="20577"/>
          <ac:spMkLst>
            <pc:docMk/>
            <pc:sldMk cId="3316831800" sldId="612"/>
            <ac:spMk id="23" creationId="{7F8DA25C-6171-F5A0-8EDC-9039227D6716}"/>
          </ac:spMkLst>
        </pc:spChg>
        <pc:spChg chg="mod">
          <ac:chgData name="scott conlon" userId="715640cfe8348987" providerId="LiveId" clId="{E6D48B93-8464-438F-ADB9-CD2585BE6BC9}" dt="2025-07-14T13:25:34.158" v="1006" actId="20577"/>
          <ac:spMkLst>
            <pc:docMk/>
            <pc:sldMk cId="3316831800" sldId="612"/>
            <ac:spMk id="24" creationId="{18AFC065-3A79-89A1-B208-20F16E3A0242}"/>
          </ac:spMkLst>
        </pc:spChg>
        <pc:spChg chg="mod">
          <ac:chgData name="scott conlon" userId="715640cfe8348987" providerId="LiveId" clId="{E6D48B93-8464-438F-ADB9-CD2585BE6BC9}" dt="2025-07-14T13:25:39.394" v="1010" actId="20577"/>
          <ac:spMkLst>
            <pc:docMk/>
            <pc:sldMk cId="3316831800" sldId="612"/>
            <ac:spMk id="25" creationId="{AEF84E1B-5A0A-0B49-FE23-A5DFD0929B58}"/>
          </ac:spMkLst>
        </pc:spChg>
        <pc:spChg chg="mod">
          <ac:chgData name="scott conlon" userId="715640cfe8348987" providerId="LiveId" clId="{E6D48B93-8464-438F-ADB9-CD2585BE6BC9}" dt="2025-07-14T13:25:21.628" v="999" actId="20577"/>
          <ac:spMkLst>
            <pc:docMk/>
            <pc:sldMk cId="3316831800" sldId="612"/>
            <ac:spMk id="26" creationId="{0739859E-8082-B2EA-934C-2129C9777A42}"/>
          </ac:spMkLst>
        </pc:spChg>
        <pc:spChg chg="add mod">
          <ac:chgData name="scott conlon" userId="715640cfe8348987" providerId="LiveId" clId="{E6D48B93-8464-438F-ADB9-CD2585BE6BC9}" dt="2025-07-14T22:51:09.956" v="3384" actId="20577"/>
          <ac:spMkLst>
            <pc:docMk/>
            <pc:sldMk cId="3316831800" sldId="612"/>
            <ac:spMk id="27" creationId="{293FE47C-AA90-D17A-2B33-4C417B2E6719}"/>
          </ac:spMkLst>
        </pc:spChg>
        <pc:spChg chg="mod">
          <ac:chgData name="scott conlon" userId="715640cfe8348987" providerId="LiveId" clId="{E6D48B93-8464-438F-ADB9-CD2585BE6BC9}" dt="2025-07-14T13:24:40.746" v="977" actId="20577"/>
          <ac:spMkLst>
            <pc:docMk/>
            <pc:sldMk cId="3316831800" sldId="612"/>
            <ac:spMk id="28" creationId="{A07C48BA-8313-B3EC-7A3B-6808DE1D51F5}"/>
          </ac:spMkLst>
        </pc:spChg>
      </pc:sldChg>
      <pc:sldChg chg="modSp mod">
        <pc:chgData name="scott conlon" userId="715640cfe8348987" providerId="LiveId" clId="{E6D48B93-8464-438F-ADB9-CD2585BE6BC9}" dt="2025-07-22T12:54:26.920" v="3455" actId="207"/>
        <pc:sldMkLst>
          <pc:docMk/>
          <pc:sldMk cId="605639947" sldId="613"/>
        </pc:sldMkLst>
        <pc:spChg chg="mod">
          <ac:chgData name="scott conlon" userId="715640cfe8348987" providerId="LiveId" clId="{E6D48B93-8464-438F-ADB9-CD2585BE6BC9}" dt="2025-07-22T12:54:26.920" v="3455" actId="207"/>
          <ac:spMkLst>
            <pc:docMk/>
            <pc:sldMk cId="605639947" sldId="613"/>
            <ac:spMk id="4" creationId="{FAA3D986-5262-F3E7-9A7A-84B615FEFD27}"/>
          </ac:spMkLst>
        </pc:spChg>
      </pc:sldChg>
      <pc:sldChg chg="modSp mod ord">
        <pc:chgData name="scott conlon" userId="715640cfe8348987" providerId="LiveId" clId="{E6D48B93-8464-438F-ADB9-CD2585BE6BC9}" dt="2025-07-14T22:57:02.858" v="3418"/>
        <pc:sldMkLst>
          <pc:docMk/>
          <pc:sldMk cId="2025347170" sldId="614"/>
        </pc:sldMkLst>
        <pc:spChg chg="mod">
          <ac:chgData name="scott conlon" userId="715640cfe8348987" providerId="LiveId" clId="{E6D48B93-8464-438F-ADB9-CD2585BE6BC9}" dt="2025-07-14T13:31:33.838" v="1178" actId="1076"/>
          <ac:spMkLst>
            <pc:docMk/>
            <pc:sldMk cId="2025347170" sldId="614"/>
            <ac:spMk id="8" creationId="{2B20DE54-D39C-98DC-2085-407E310E904D}"/>
          </ac:spMkLst>
        </pc:spChg>
        <pc:spChg chg="mod">
          <ac:chgData name="scott conlon" userId="715640cfe8348987" providerId="LiveId" clId="{E6D48B93-8464-438F-ADB9-CD2585BE6BC9}" dt="2025-07-14T13:32:24.251" v="1207" actId="1035"/>
          <ac:spMkLst>
            <pc:docMk/>
            <pc:sldMk cId="2025347170" sldId="614"/>
            <ac:spMk id="9" creationId="{85073FDA-7FA2-ADB6-AB21-94D9D63BBE35}"/>
          </ac:spMkLst>
        </pc:spChg>
        <pc:spChg chg="mod">
          <ac:chgData name="scott conlon" userId="715640cfe8348987" providerId="LiveId" clId="{E6D48B93-8464-438F-ADB9-CD2585BE6BC9}" dt="2025-07-14T13:31:31.013" v="1177" actId="1076"/>
          <ac:spMkLst>
            <pc:docMk/>
            <pc:sldMk cId="2025347170" sldId="614"/>
            <ac:spMk id="10" creationId="{3A508283-587C-F362-9941-6783FC36F22E}"/>
          </ac:spMkLst>
        </pc:spChg>
        <pc:spChg chg="mod">
          <ac:chgData name="scott conlon" userId="715640cfe8348987" providerId="LiveId" clId="{E6D48B93-8464-438F-ADB9-CD2585BE6BC9}" dt="2025-07-14T13:32:00.142" v="1193" actId="1076"/>
          <ac:spMkLst>
            <pc:docMk/>
            <pc:sldMk cId="2025347170" sldId="614"/>
            <ac:spMk id="11" creationId="{00FA1144-548C-8474-E46A-33AD579F8AB5}"/>
          </ac:spMkLst>
        </pc:spChg>
        <pc:spChg chg="mod">
          <ac:chgData name="scott conlon" userId="715640cfe8348987" providerId="LiveId" clId="{E6D48B93-8464-438F-ADB9-CD2585BE6BC9}" dt="2025-07-14T13:31:59.166" v="1192" actId="1076"/>
          <ac:spMkLst>
            <pc:docMk/>
            <pc:sldMk cId="2025347170" sldId="614"/>
            <ac:spMk id="12" creationId="{D96F7A5E-FA52-D148-D911-EEC3BE5F55DE}"/>
          </ac:spMkLst>
        </pc:spChg>
        <pc:spChg chg="mod">
          <ac:chgData name="scott conlon" userId="715640cfe8348987" providerId="LiveId" clId="{E6D48B93-8464-438F-ADB9-CD2585BE6BC9}" dt="2025-07-14T13:32:01.083" v="1194" actId="1076"/>
          <ac:spMkLst>
            <pc:docMk/>
            <pc:sldMk cId="2025347170" sldId="614"/>
            <ac:spMk id="13" creationId="{3CC6E936-C42D-4944-DA1D-328E7E8B2B92}"/>
          </ac:spMkLst>
        </pc:spChg>
        <pc:spChg chg="mod">
          <ac:chgData name="scott conlon" userId="715640cfe8348987" providerId="LiveId" clId="{E6D48B93-8464-438F-ADB9-CD2585BE6BC9}" dt="2025-07-14T13:31:36.702" v="1179" actId="1076"/>
          <ac:spMkLst>
            <pc:docMk/>
            <pc:sldMk cId="2025347170" sldId="614"/>
            <ac:spMk id="14" creationId="{B3D59E97-4321-DAAA-372B-B9C7A167FD97}"/>
          </ac:spMkLst>
        </pc:spChg>
        <pc:spChg chg="mod">
          <ac:chgData name="scott conlon" userId="715640cfe8348987" providerId="LiveId" clId="{E6D48B93-8464-438F-ADB9-CD2585BE6BC9}" dt="2025-07-14T13:31:55.285" v="1189" actId="1076"/>
          <ac:spMkLst>
            <pc:docMk/>
            <pc:sldMk cId="2025347170" sldId="614"/>
            <ac:spMk id="15" creationId="{F2A4BDDB-ADC7-CC21-2437-A7C0073111F5}"/>
          </ac:spMkLst>
        </pc:spChg>
        <pc:spChg chg="mod">
          <ac:chgData name="scott conlon" userId="715640cfe8348987" providerId="LiveId" clId="{E6D48B93-8464-438F-ADB9-CD2585BE6BC9}" dt="2025-07-14T13:31:56.380" v="1190" actId="1076"/>
          <ac:spMkLst>
            <pc:docMk/>
            <pc:sldMk cId="2025347170" sldId="614"/>
            <ac:spMk id="16" creationId="{0E302E40-07E7-B178-9808-3D0ED9F4856F}"/>
          </ac:spMkLst>
        </pc:spChg>
        <pc:spChg chg="mod">
          <ac:chgData name="scott conlon" userId="715640cfe8348987" providerId="LiveId" clId="{E6D48B93-8464-438F-ADB9-CD2585BE6BC9}" dt="2025-07-14T13:31:29.433" v="1176" actId="1076"/>
          <ac:spMkLst>
            <pc:docMk/>
            <pc:sldMk cId="2025347170" sldId="614"/>
            <ac:spMk id="17" creationId="{6B089137-1DDA-5536-69B9-C1671697F5C3}"/>
          </ac:spMkLst>
        </pc:spChg>
        <pc:spChg chg="mod">
          <ac:chgData name="scott conlon" userId="715640cfe8348987" providerId="LiveId" clId="{E6D48B93-8464-438F-ADB9-CD2585BE6BC9}" dt="2025-07-14T13:31:57.510" v="1191" actId="1076"/>
          <ac:spMkLst>
            <pc:docMk/>
            <pc:sldMk cId="2025347170" sldId="614"/>
            <ac:spMk id="36" creationId="{802E21B9-438E-F11E-B90B-658CBB3BA0D8}"/>
          </ac:spMkLst>
        </pc:spChg>
      </pc:sldChg>
      <pc:sldChg chg="del">
        <pc:chgData name="scott conlon" userId="715640cfe8348987" providerId="LiveId" clId="{E6D48B93-8464-438F-ADB9-CD2585BE6BC9}" dt="2025-07-22T12:52:57.817" v="3452" actId="47"/>
        <pc:sldMkLst>
          <pc:docMk/>
          <pc:sldMk cId="2174295494" sldId="615"/>
        </pc:sldMkLst>
      </pc:sldChg>
      <pc:sldChg chg="del">
        <pc:chgData name="scott conlon" userId="715640cfe8348987" providerId="LiveId" clId="{E6D48B93-8464-438F-ADB9-CD2585BE6BC9}" dt="2025-07-22T12:55:51.746" v="3458" actId="47"/>
        <pc:sldMkLst>
          <pc:docMk/>
          <pc:sldMk cId="1770554132" sldId="616"/>
        </pc:sldMkLst>
      </pc:sldChg>
      <pc:sldChg chg="del">
        <pc:chgData name="scott conlon" userId="715640cfe8348987" providerId="LiveId" clId="{E6D48B93-8464-438F-ADB9-CD2585BE6BC9}" dt="2025-07-22T12:52:57.817" v="3452" actId="47"/>
        <pc:sldMkLst>
          <pc:docMk/>
          <pc:sldMk cId="2453364244" sldId="617"/>
        </pc:sldMkLst>
      </pc:sldChg>
      <pc:sldChg chg="del">
        <pc:chgData name="scott conlon" userId="715640cfe8348987" providerId="LiveId" clId="{E6D48B93-8464-438F-ADB9-CD2585BE6BC9}" dt="2025-07-22T12:52:57.817" v="3452" actId="47"/>
        <pc:sldMkLst>
          <pc:docMk/>
          <pc:sldMk cId="4212875540" sldId="618"/>
        </pc:sldMkLst>
      </pc:sldChg>
      <pc:sldChg chg="del">
        <pc:chgData name="scott conlon" userId="715640cfe8348987" providerId="LiveId" clId="{E6D48B93-8464-438F-ADB9-CD2585BE6BC9}" dt="2025-07-22T12:52:57.817" v="3452" actId="47"/>
        <pc:sldMkLst>
          <pc:docMk/>
          <pc:sldMk cId="109455598" sldId="619"/>
        </pc:sldMkLst>
      </pc:sldChg>
      <pc:sldChg chg="del">
        <pc:chgData name="scott conlon" userId="715640cfe8348987" providerId="LiveId" clId="{E6D48B93-8464-438F-ADB9-CD2585BE6BC9}" dt="2025-07-22T12:52:57.817" v="3452" actId="47"/>
        <pc:sldMkLst>
          <pc:docMk/>
          <pc:sldMk cId="2291778484" sldId="620"/>
        </pc:sldMkLst>
      </pc:sldChg>
      <pc:sldChg chg="del">
        <pc:chgData name="scott conlon" userId="715640cfe8348987" providerId="LiveId" clId="{E6D48B93-8464-438F-ADB9-CD2585BE6BC9}" dt="2025-07-22T12:52:57.817" v="3452" actId="47"/>
        <pc:sldMkLst>
          <pc:docMk/>
          <pc:sldMk cId="3416630435" sldId="621"/>
        </pc:sldMkLst>
      </pc:sldChg>
      <pc:sldChg chg="modSp mod modNotesTx">
        <pc:chgData name="scott conlon" userId="715640cfe8348987" providerId="LiveId" clId="{E6D48B93-8464-438F-ADB9-CD2585BE6BC9}" dt="2025-07-22T12:55:23.406" v="3457" actId="207"/>
        <pc:sldMkLst>
          <pc:docMk/>
          <pc:sldMk cId="1054723861" sldId="622"/>
        </pc:sldMkLst>
        <pc:spChg chg="mod">
          <ac:chgData name="scott conlon" userId="715640cfe8348987" providerId="LiveId" clId="{E6D48B93-8464-438F-ADB9-CD2585BE6BC9}" dt="2025-07-22T12:55:23.406" v="3457" actId="207"/>
          <ac:spMkLst>
            <pc:docMk/>
            <pc:sldMk cId="1054723861" sldId="622"/>
            <ac:spMk id="8" creationId="{D1C32B76-CE8E-442E-7C60-043819652BA3}"/>
          </ac:spMkLst>
        </pc:spChg>
      </pc:sldChg>
      <pc:sldChg chg="addSp delSp modSp add mod setBg">
        <pc:chgData name="scott conlon" userId="715640cfe8348987" providerId="LiveId" clId="{E6D48B93-8464-438F-ADB9-CD2585BE6BC9}" dt="2025-07-14T22:46:41.069" v="3296" actId="478"/>
        <pc:sldMkLst>
          <pc:docMk/>
          <pc:sldMk cId="3311182815" sldId="623"/>
        </pc:sldMkLst>
        <pc:spChg chg="mod">
          <ac:chgData name="scott conlon" userId="715640cfe8348987" providerId="LiveId" clId="{E6D48B93-8464-438F-ADB9-CD2585BE6BC9}" dt="2025-07-14T08:48:13.846" v="308" actId="6549"/>
          <ac:spMkLst>
            <pc:docMk/>
            <pc:sldMk cId="3311182815" sldId="623"/>
            <ac:spMk id="2" creationId="{D0EDBFC7-8AEE-F9AA-C8E7-977C6E445781}"/>
          </ac:spMkLst>
        </pc:spChg>
        <pc:spChg chg="mod">
          <ac:chgData name="scott conlon" userId="715640cfe8348987" providerId="LiveId" clId="{E6D48B93-8464-438F-ADB9-CD2585BE6BC9}" dt="2025-07-14T10:39:17.629" v="586" actId="1038"/>
          <ac:spMkLst>
            <pc:docMk/>
            <pc:sldMk cId="3311182815" sldId="623"/>
            <ac:spMk id="4" creationId="{D3E85BA4-5359-90B3-89A0-E08C2A9A9B57}"/>
          </ac:spMkLst>
        </pc:spChg>
        <pc:spChg chg="mod">
          <ac:chgData name="scott conlon" userId="715640cfe8348987" providerId="LiveId" clId="{E6D48B93-8464-438F-ADB9-CD2585BE6BC9}" dt="2025-07-14T13:22:45.243" v="972" actId="1035"/>
          <ac:spMkLst>
            <pc:docMk/>
            <pc:sldMk cId="3311182815" sldId="623"/>
            <ac:spMk id="7" creationId="{08B91F4D-B91A-BA2C-997B-0A0F59F2C829}"/>
          </ac:spMkLst>
        </pc:spChg>
        <pc:spChg chg="mod">
          <ac:chgData name="scott conlon" userId="715640cfe8348987" providerId="LiveId" clId="{E6D48B93-8464-438F-ADB9-CD2585BE6BC9}" dt="2025-07-14T10:39:11.488" v="576" actId="1076"/>
          <ac:spMkLst>
            <pc:docMk/>
            <pc:sldMk cId="3311182815" sldId="623"/>
            <ac:spMk id="8" creationId="{DB18CAD4-E25B-7C93-C82D-10BD38A79E3A}"/>
          </ac:spMkLst>
        </pc:spChg>
        <pc:spChg chg="mod">
          <ac:chgData name="scott conlon" userId="715640cfe8348987" providerId="LiveId" clId="{E6D48B93-8464-438F-ADB9-CD2585BE6BC9}" dt="2025-07-14T10:39:23.698" v="588" actId="1076"/>
          <ac:spMkLst>
            <pc:docMk/>
            <pc:sldMk cId="3311182815" sldId="623"/>
            <ac:spMk id="9" creationId="{1FD5BE7D-82C2-BE44-CCCE-10326C15012C}"/>
          </ac:spMkLst>
        </pc:spChg>
        <pc:spChg chg="mod">
          <ac:chgData name="scott conlon" userId="715640cfe8348987" providerId="LiveId" clId="{E6D48B93-8464-438F-ADB9-CD2585BE6BC9}" dt="2025-07-14T10:39:25.741" v="589" actId="1076"/>
          <ac:spMkLst>
            <pc:docMk/>
            <pc:sldMk cId="3311182815" sldId="623"/>
            <ac:spMk id="10" creationId="{60B9BBD2-72E9-8973-903D-2A6B5DF6B4DF}"/>
          </ac:spMkLst>
        </pc:spChg>
        <pc:spChg chg="mod">
          <ac:chgData name="scott conlon" userId="715640cfe8348987" providerId="LiveId" clId="{E6D48B93-8464-438F-ADB9-CD2585BE6BC9}" dt="2025-07-14T10:39:02.402" v="572" actId="1076"/>
          <ac:spMkLst>
            <pc:docMk/>
            <pc:sldMk cId="3311182815" sldId="623"/>
            <ac:spMk id="11" creationId="{61435D8B-80F9-B535-F1F7-BE7C43C23DC4}"/>
          </ac:spMkLst>
        </pc:spChg>
        <pc:spChg chg="mod">
          <ac:chgData name="scott conlon" userId="715640cfe8348987" providerId="LiveId" clId="{E6D48B93-8464-438F-ADB9-CD2585BE6BC9}" dt="2025-07-14T10:38:53.867" v="570" actId="1076"/>
          <ac:spMkLst>
            <pc:docMk/>
            <pc:sldMk cId="3311182815" sldId="623"/>
            <ac:spMk id="12" creationId="{EF20B648-EBCF-1435-4BB5-B5B52A712C96}"/>
          </ac:spMkLst>
        </pc:spChg>
        <pc:spChg chg="mod">
          <ac:chgData name="scott conlon" userId="715640cfe8348987" providerId="LiveId" clId="{E6D48B93-8464-438F-ADB9-CD2585BE6BC9}" dt="2025-07-14T10:38:46.542" v="568" actId="1076"/>
          <ac:spMkLst>
            <pc:docMk/>
            <pc:sldMk cId="3311182815" sldId="623"/>
            <ac:spMk id="13" creationId="{3FBC97B5-40D4-1704-5BCF-0069015CB488}"/>
          </ac:spMkLst>
        </pc:spChg>
        <pc:spChg chg="mod">
          <ac:chgData name="scott conlon" userId="715640cfe8348987" providerId="LiveId" clId="{E6D48B93-8464-438F-ADB9-CD2585BE6BC9}" dt="2025-07-14T10:38:39.274" v="566" actId="1076"/>
          <ac:spMkLst>
            <pc:docMk/>
            <pc:sldMk cId="3311182815" sldId="623"/>
            <ac:spMk id="14" creationId="{59F1AD3F-7D84-BED0-95C5-D78D04F6FA25}"/>
          </ac:spMkLst>
        </pc:spChg>
        <pc:spChg chg="mod">
          <ac:chgData name="scott conlon" userId="715640cfe8348987" providerId="LiveId" clId="{E6D48B93-8464-438F-ADB9-CD2585BE6BC9}" dt="2025-07-14T10:38:35.908" v="565" actId="1076"/>
          <ac:spMkLst>
            <pc:docMk/>
            <pc:sldMk cId="3311182815" sldId="623"/>
            <ac:spMk id="15" creationId="{03642B3C-902D-D556-D155-3FF77C0E4A31}"/>
          </ac:spMkLst>
        </pc:spChg>
        <pc:spChg chg="mod">
          <ac:chgData name="scott conlon" userId="715640cfe8348987" providerId="LiveId" clId="{E6D48B93-8464-438F-ADB9-CD2585BE6BC9}" dt="2025-07-14T10:38:27.599" v="563" actId="1076"/>
          <ac:spMkLst>
            <pc:docMk/>
            <pc:sldMk cId="3311182815" sldId="623"/>
            <ac:spMk id="36" creationId="{7C9D87D3-EA38-E033-4063-477FA43912C0}"/>
          </ac:spMkLst>
        </pc:spChg>
        <pc:spChg chg="add mod">
          <ac:chgData name="scott conlon" userId="715640cfe8348987" providerId="LiveId" clId="{E6D48B93-8464-438F-ADB9-CD2585BE6BC9}" dt="2025-07-14T10:37:59.518" v="553" actId="1076"/>
          <ac:spMkLst>
            <pc:docMk/>
            <pc:sldMk cId="3311182815" sldId="623"/>
            <ac:spMk id="48" creationId="{9F6D7CE2-3781-4042-7453-63908DACACDB}"/>
          </ac:spMkLst>
        </pc:spChg>
        <pc:spChg chg="add mod">
          <ac:chgData name="scott conlon" userId="715640cfe8348987" providerId="LiveId" clId="{E6D48B93-8464-438F-ADB9-CD2585BE6BC9}" dt="2025-07-14T11:07:00.428" v="605" actId="1076"/>
          <ac:spMkLst>
            <pc:docMk/>
            <pc:sldMk cId="3311182815" sldId="623"/>
            <ac:spMk id="49" creationId="{5B060888-33DD-72E8-7978-6C37C2B7CEF7}"/>
          </ac:spMkLst>
        </pc:spChg>
        <pc:spChg chg="add mod">
          <ac:chgData name="scott conlon" userId="715640cfe8348987" providerId="LiveId" clId="{E6D48B93-8464-438F-ADB9-CD2585BE6BC9}" dt="2025-07-14T10:38:42.649" v="567" actId="1076"/>
          <ac:spMkLst>
            <pc:docMk/>
            <pc:sldMk cId="3311182815" sldId="623"/>
            <ac:spMk id="50" creationId="{48F27435-FBAD-AD1A-A882-7955CD7DE8E6}"/>
          </ac:spMkLst>
        </pc:spChg>
        <pc:spChg chg="add mod">
          <ac:chgData name="scott conlon" userId="715640cfe8348987" providerId="LiveId" clId="{E6D48B93-8464-438F-ADB9-CD2585BE6BC9}" dt="2025-07-14T10:38:01.704" v="554" actId="1076"/>
          <ac:spMkLst>
            <pc:docMk/>
            <pc:sldMk cId="3311182815" sldId="623"/>
            <ac:spMk id="51" creationId="{761C1785-8F11-98AF-2488-E38027C8A1E4}"/>
          </ac:spMkLst>
        </pc:spChg>
        <pc:spChg chg="add mod">
          <ac:chgData name="scott conlon" userId="715640cfe8348987" providerId="LiveId" clId="{E6D48B93-8464-438F-ADB9-CD2585BE6BC9}" dt="2025-07-14T11:06:57.772" v="604" actId="1076"/>
          <ac:spMkLst>
            <pc:docMk/>
            <pc:sldMk cId="3311182815" sldId="623"/>
            <ac:spMk id="52" creationId="{6776C934-861E-EDBC-C96F-57317CAFDC07}"/>
          </ac:spMkLst>
        </pc:spChg>
        <pc:grpChg chg="mod">
          <ac:chgData name="scott conlon" userId="715640cfe8348987" providerId="LiveId" clId="{E6D48B93-8464-438F-ADB9-CD2585BE6BC9}" dt="2025-07-14T10:39:05.662" v="574" actId="1076"/>
          <ac:grpSpMkLst>
            <pc:docMk/>
            <pc:sldMk cId="3311182815" sldId="623"/>
            <ac:grpSpMk id="18" creationId="{E3626D63-445E-F04D-B34A-7F3B1A8A47FE}"/>
          </ac:grpSpMkLst>
        </pc:grpChg>
      </pc:sldChg>
      <pc:sldChg chg="modSp add mod setBg">
        <pc:chgData name="scott conlon" userId="715640cfe8348987" providerId="LiveId" clId="{E6D48B93-8464-438F-ADB9-CD2585BE6BC9}" dt="2025-07-14T22:50:04.429" v="3311" actId="14100"/>
        <pc:sldMkLst>
          <pc:docMk/>
          <pc:sldMk cId="3235794055" sldId="624"/>
        </pc:sldMkLst>
        <pc:spChg chg="mod">
          <ac:chgData name="scott conlon" userId="715640cfe8348987" providerId="LiveId" clId="{E6D48B93-8464-438F-ADB9-CD2585BE6BC9}" dt="2025-07-14T13:28:06.851" v="1104" actId="6549"/>
          <ac:spMkLst>
            <pc:docMk/>
            <pc:sldMk cId="3235794055" sldId="624"/>
            <ac:spMk id="2" creationId="{DB0A31CC-B482-3EE7-B490-509A47772D0E}"/>
          </ac:spMkLst>
        </pc:spChg>
        <pc:spChg chg="mod">
          <ac:chgData name="scott conlon" userId="715640cfe8348987" providerId="LiveId" clId="{E6D48B93-8464-438F-ADB9-CD2585BE6BC9}" dt="2025-07-14T22:50:04.429" v="3311" actId="14100"/>
          <ac:spMkLst>
            <pc:docMk/>
            <pc:sldMk cId="3235794055" sldId="624"/>
            <ac:spMk id="17" creationId="{7A862050-6FB7-4762-D1EC-1930D753B87F}"/>
          </ac:spMkLst>
        </pc:spChg>
      </pc:sldChg>
      <pc:sldChg chg="delSp modSp add mod setBg">
        <pc:chgData name="scott conlon" userId="715640cfe8348987" providerId="LiveId" clId="{E6D48B93-8464-438F-ADB9-CD2585BE6BC9}" dt="2025-07-14T22:52:21" v="3400" actId="478"/>
        <pc:sldMkLst>
          <pc:docMk/>
          <pc:sldMk cId="1882928059" sldId="625"/>
        </pc:sldMkLst>
        <pc:spChg chg="mod">
          <ac:chgData name="scott conlon" userId="715640cfe8348987" providerId="LiveId" clId="{E6D48B93-8464-438F-ADB9-CD2585BE6BC9}" dt="2025-07-14T13:27:10.322" v="1063" actId="20577"/>
          <ac:spMkLst>
            <pc:docMk/>
            <pc:sldMk cId="1882928059" sldId="625"/>
            <ac:spMk id="2" creationId="{EA6B947B-F1C8-5184-3573-A65A08434B34}"/>
          </ac:spMkLst>
        </pc:spChg>
      </pc:sldChg>
      <pc:sldChg chg="addSp delSp modSp add mod setBg">
        <pc:chgData name="scott conlon" userId="715640cfe8348987" providerId="LiveId" clId="{E6D48B93-8464-438F-ADB9-CD2585BE6BC9}" dt="2025-07-14T22:48:00.479" v="3305" actId="478"/>
        <pc:sldMkLst>
          <pc:docMk/>
          <pc:sldMk cId="2044555984" sldId="626"/>
        </pc:sldMkLst>
        <pc:picChg chg="add mod">
          <ac:chgData name="scott conlon" userId="715640cfe8348987" providerId="LiveId" clId="{E6D48B93-8464-438F-ADB9-CD2585BE6BC9}" dt="2025-07-14T22:47:38.064" v="3300" actId="1076"/>
          <ac:picMkLst>
            <pc:docMk/>
            <pc:sldMk cId="2044555984" sldId="626"/>
            <ac:picMk id="16" creationId="{3C043CFB-3933-D5A9-0C4A-696B565B1B56}"/>
          </ac:picMkLst>
        </pc:picChg>
      </pc:sldChg>
      <pc:sldChg chg="add setBg">
        <pc:chgData name="scott conlon" userId="715640cfe8348987" providerId="LiveId" clId="{E6D48B93-8464-438F-ADB9-CD2585BE6BC9}" dt="2025-07-14T22:47:51.428" v="3302"/>
        <pc:sldMkLst>
          <pc:docMk/>
          <pc:sldMk cId="1056048938" sldId="627"/>
        </pc:sldMkLst>
      </pc:sldChg>
      <pc:sldChg chg="addSp delSp modSp add mod setBg">
        <pc:chgData name="scott conlon" userId="715640cfe8348987" providerId="LiveId" clId="{E6D48B93-8464-438F-ADB9-CD2585BE6BC9}" dt="2025-07-14T22:52:11.125" v="3393" actId="478"/>
        <pc:sldMkLst>
          <pc:docMk/>
          <pc:sldMk cId="2905115634" sldId="628"/>
        </pc:sldMkLst>
        <pc:picChg chg="add mod">
          <ac:chgData name="scott conlon" userId="715640cfe8348987" providerId="LiveId" clId="{E6D48B93-8464-438F-ADB9-CD2585BE6BC9}" dt="2025-07-14T22:52:00.225" v="3389"/>
          <ac:picMkLst>
            <pc:docMk/>
            <pc:sldMk cId="2905115634" sldId="628"/>
            <ac:picMk id="16" creationId="{1596643B-8C96-347F-1E2E-EC3EEF6AA4EA}"/>
          </ac:picMkLst>
        </pc:picChg>
      </pc:sldChg>
      <pc:sldChg chg="addSp modSp add setBg">
        <pc:chgData name="scott conlon" userId="715640cfe8348987" providerId="LiveId" clId="{E6D48B93-8464-438F-ADB9-CD2585BE6BC9}" dt="2025-07-14T22:52:02.830" v="3390"/>
        <pc:sldMkLst>
          <pc:docMk/>
          <pc:sldMk cId="3737130739" sldId="629"/>
        </pc:sldMkLst>
        <pc:picChg chg="add mod">
          <ac:chgData name="scott conlon" userId="715640cfe8348987" providerId="LiveId" clId="{E6D48B93-8464-438F-ADB9-CD2585BE6BC9}" dt="2025-07-14T22:52:02.830" v="3390"/>
          <ac:picMkLst>
            <pc:docMk/>
            <pc:sldMk cId="3737130739" sldId="629"/>
            <ac:picMk id="16" creationId="{9880BAF4-9F07-6E8A-9045-C9020B0AB828}"/>
          </ac:picMkLst>
        </pc:picChg>
      </pc:sldChg>
      <pc:sldChg chg="modSp add mod setBg">
        <pc:chgData name="scott conlon" userId="715640cfe8348987" providerId="LiveId" clId="{E6D48B93-8464-438F-ADB9-CD2585BE6BC9}" dt="2025-07-14T22:54:51.827" v="3407" actId="207"/>
        <pc:sldMkLst>
          <pc:docMk/>
          <pc:sldMk cId="3791731831" sldId="630"/>
        </pc:sldMkLst>
        <pc:spChg chg="mod">
          <ac:chgData name="scott conlon" userId="715640cfe8348987" providerId="LiveId" clId="{E6D48B93-8464-438F-ADB9-CD2585BE6BC9}" dt="2025-07-14T22:54:51.827" v="3407" actId="207"/>
          <ac:spMkLst>
            <pc:docMk/>
            <pc:sldMk cId="3791731831" sldId="630"/>
            <ac:spMk id="4" creationId="{B657E2C6-187F-9F45-E47A-B48F8E346AD3}"/>
          </ac:spMkLst>
        </pc:spChg>
      </pc:sldChg>
      <pc:sldChg chg="modSp add mod setBg">
        <pc:chgData name="scott conlon" userId="715640cfe8348987" providerId="LiveId" clId="{E6D48B93-8464-438F-ADB9-CD2585BE6BC9}" dt="2025-07-22T12:54:44.524" v="3456" actId="207"/>
        <pc:sldMkLst>
          <pc:docMk/>
          <pc:sldMk cId="271891648" sldId="631"/>
        </pc:sldMkLst>
        <pc:spChg chg="mod">
          <ac:chgData name="scott conlon" userId="715640cfe8348987" providerId="LiveId" clId="{E6D48B93-8464-438F-ADB9-CD2585BE6BC9}" dt="2025-07-22T12:54:44.524" v="3456" actId="207"/>
          <ac:spMkLst>
            <pc:docMk/>
            <pc:sldMk cId="271891648" sldId="631"/>
            <ac:spMk id="4" creationId="{438FDF79-FEC8-1FA5-744F-5E237725AD34}"/>
          </ac:spMkLst>
        </pc:spChg>
      </pc:sldChg>
      <pc:sldChg chg="modSp add mod setBg">
        <pc:chgData name="scott conlon" userId="715640cfe8348987" providerId="LiveId" clId="{E6D48B93-8464-438F-ADB9-CD2585BE6BC9}" dt="2025-07-14T22:56:30.097" v="3416" actId="207"/>
        <pc:sldMkLst>
          <pc:docMk/>
          <pc:sldMk cId="1749762696" sldId="632"/>
        </pc:sldMkLst>
        <pc:spChg chg="mod">
          <ac:chgData name="scott conlon" userId="715640cfe8348987" providerId="LiveId" clId="{E6D48B93-8464-438F-ADB9-CD2585BE6BC9}" dt="2025-07-14T22:56:30.097" v="3416" actId="207"/>
          <ac:spMkLst>
            <pc:docMk/>
            <pc:sldMk cId="1749762696" sldId="632"/>
            <ac:spMk id="8" creationId="{375398B4-3756-AF61-15DB-E908A4A0BDC1}"/>
          </ac:spMkLst>
        </pc:spChg>
      </pc:sldChg>
      <pc:sldChg chg="modSp add mod setBg">
        <pc:chgData name="scott conlon" userId="715640cfe8348987" providerId="LiveId" clId="{E6D48B93-8464-438F-ADB9-CD2585BE6BC9}" dt="2025-07-14T22:56:21.828" v="3415" actId="207"/>
        <pc:sldMkLst>
          <pc:docMk/>
          <pc:sldMk cId="4212369767" sldId="633"/>
        </pc:sldMkLst>
        <pc:spChg chg="mod">
          <ac:chgData name="scott conlon" userId="715640cfe8348987" providerId="LiveId" clId="{E6D48B93-8464-438F-ADB9-CD2585BE6BC9}" dt="2025-07-14T22:56:21.828" v="3415" actId="207"/>
          <ac:spMkLst>
            <pc:docMk/>
            <pc:sldMk cId="4212369767" sldId="633"/>
            <ac:spMk id="8" creationId="{DF3798CE-C5F1-7B04-3B93-B0907FB3150B}"/>
          </ac:spMkLst>
        </pc:spChg>
      </pc:sldChg>
      <pc:sldChg chg="del modAnim">
        <pc:chgData name="scott conlon" userId="715640cfe8348987" providerId="LiveId" clId="{E6D48B93-8464-438F-ADB9-CD2585BE6BC9}" dt="2025-07-22T12:53:46.206" v="3454" actId="47"/>
        <pc:sldMkLst>
          <pc:docMk/>
          <pc:sldMk cId="1022433184" sldId="634"/>
        </pc:sldMkLst>
      </pc:sldChg>
    </pc:docChg>
  </pc:docChgLst>
  <pc:docChgLst>
    <pc:chgData name="scott conlon" userId="715640cfe8348987" providerId="LiveId" clId="{B0A248DB-366B-40DE-8B8A-7D001EDC7E15}"/>
    <pc:docChg chg="addSld modSld">
      <pc:chgData name="scott conlon" userId="715640cfe8348987" providerId="LiveId" clId="{B0A248DB-366B-40DE-8B8A-7D001EDC7E15}" dt="2025-05-14T05:34:36.985" v="218" actId="20577"/>
      <pc:docMkLst>
        <pc:docMk/>
      </pc:docMkLst>
      <pc:sldChg chg="modSp add mod">
        <pc:chgData name="scott conlon" userId="715640cfe8348987" providerId="LiveId" clId="{B0A248DB-366B-40DE-8B8A-7D001EDC7E15}" dt="2025-04-26T10:10:45.110" v="52" actId="6549"/>
        <pc:sldMkLst>
          <pc:docMk/>
          <pc:sldMk cId="2760519186" sldId="575"/>
        </pc:sldMkLst>
      </pc:sldChg>
      <pc:sldChg chg="modSp add mod">
        <pc:chgData name="scott conlon" userId="715640cfe8348987" providerId="LiveId" clId="{B0A248DB-366B-40DE-8B8A-7D001EDC7E15}" dt="2025-04-26T10:13:18.322" v="63" actId="20577"/>
        <pc:sldMkLst>
          <pc:docMk/>
          <pc:sldMk cId="926664722" sldId="576"/>
        </pc:sldMkLst>
      </pc:sldChg>
      <pc:sldChg chg="modSp add mod">
        <pc:chgData name="scott conlon" userId="715640cfe8348987" providerId="LiveId" clId="{B0A248DB-366B-40DE-8B8A-7D001EDC7E15}" dt="2025-05-02T21:21:59.056" v="107" actId="20577"/>
        <pc:sldMkLst>
          <pc:docMk/>
          <pc:sldMk cId="2639050121" sldId="577"/>
        </pc:sldMkLst>
      </pc:sldChg>
      <pc:sldChg chg="modSp add mod">
        <pc:chgData name="scott conlon" userId="715640cfe8348987" providerId="LiveId" clId="{B0A248DB-366B-40DE-8B8A-7D001EDC7E15}" dt="2025-05-02T21:22:28.436" v="113" actId="20577"/>
        <pc:sldMkLst>
          <pc:docMk/>
          <pc:sldMk cId="457348800" sldId="578"/>
        </pc:sldMkLst>
      </pc:sldChg>
      <pc:sldChg chg="modSp add mod">
        <pc:chgData name="scott conlon" userId="715640cfe8348987" providerId="LiveId" clId="{B0A248DB-366B-40DE-8B8A-7D001EDC7E15}" dt="2025-05-09T14:15:38.671" v="161" actId="20577"/>
        <pc:sldMkLst>
          <pc:docMk/>
          <pc:sldMk cId="2472703798" sldId="579"/>
        </pc:sldMkLst>
      </pc:sldChg>
      <pc:sldChg chg="modSp add mod">
        <pc:chgData name="scott conlon" userId="715640cfe8348987" providerId="LiveId" clId="{B0A248DB-366B-40DE-8B8A-7D001EDC7E15}" dt="2025-05-09T14:16:16.204" v="174" actId="20577"/>
        <pc:sldMkLst>
          <pc:docMk/>
          <pc:sldMk cId="124632322" sldId="580"/>
        </pc:sldMkLst>
      </pc:sldChg>
      <pc:sldChg chg="modSp add mod">
        <pc:chgData name="scott conlon" userId="715640cfe8348987" providerId="LiveId" clId="{B0A248DB-366B-40DE-8B8A-7D001EDC7E15}" dt="2025-05-14T05:34:07.221" v="207" actId="20577"/>
        <pc:sldMkLst>
          <pc:docMk/>
          <pc:sldMk cId="1088928699" sldId="581"/>
        </pc:sldMkLst>
      </pc:sldChg>
      <pc:sldChg chg="modSp add mod">
        <pc:chgData name="scott conlon" userId="715640cfe8348987" providerId="LiveId" clId="{B0A248DB-366B-40DE-8B8A-7D001EDC7E15}" dt="2025-05-14T05:34:36.985" v="218" actId="20577"/>
        <pc:sldMkLst>
          <pc:docMk/>
          <pc:sldMk cId="1164396635" sldId="582"/>
        </pc:sldMkLst>
      </pc:sldChg>
    </pc:docChg>
  </pc:docChgLst>
  <pc:docChgLst>
    <pc:chgData name="scott conlon" userId="715640cfe8348987" providerId="LiveId" clId="{8DAD0033-C3DC-4665-9C15-CB40546DC76B}"/>
    <pc:docChg chg="undo custSel addSld delSld modSld sldOrd">
      <pc:chgData name="scott conlon" userId="715640cfe8348987" providerId="LiveId" clId="{8DAD0033-C3DC-4665-9C15-CB40546DC76B}" dt="2025-07-09T02:11:49.984" v="5568" actId="478"/>
      <pc:docMkLst>
        <pc:docMk/>
      </pc:docMkLst>
      <pc:sldChg chg="addSp modSp add mod">
        <pc:chgData name="scott conlon" userId="715640cfe8348987" providerId="LiveId" clId="{8DAD0033-C3DC-4665-9C15-CB40546DC76B}" dt="2025-07-07T04:23:18.098" v="784" actId="2711"/>
        <pc:sldMkLst>
          <pc:docMk/>
          <pc:sldMk cId="231738560" sldId="298"/>
        </pc:sldMkLst>
        <pc:spChg chg="mod">
          <ac:chgData name="scott conlon" userId="715640cfe8348987" providerId="LiveId" clId="{8DAD0033-C3DC-4665-9C15-CB40546DC76B}" dt="2025-07-07T04:23:18.098" v="784" actId="2711"/>
          <ac:spMkLst>
            <pc:docMk/>
            <pc:sldMk cId="231738560" sldId="298"/>
            <ac:spMk id="6" creationId="{2CD3B8CB-B901-0265-2922-0CC7D612BB83}"/>
          </ac:spMkLst>
        </pc:spChg>
        <pc:spChg chg="mod">
          <ac:chgData name="scott conlon" userId="715640cfe8348987" providerId="LiveId" clId="{8DAD0033-C3DC-4665-9C15-CB40546DC76B}" dt="2025-07-07T03:53:26.362" v="40"/>
          <ac:spMkLst>
            <pc:docMk/>
            <pc:sldMk cId="231738560" sldId="298"/>
            <ac:spMk id="7" creationId="{92C8E628-2FC0-D9C6-6DF2-0FD93D29FDE4}"/>
          </ac:spMkLst>
        </pc:spChg>
        <pc:spChg chg="mod">
          <ac:chgData name="scott conlon" userId="715640cfe8348987" providerId="LiveId" clId="{8DAD0033-C3DC-4665-9C15-CB40546DC76B}" dt="2025-07-07T03:53:26.362" v="40"/>
          <ac:spMkLst>
            <pc:docMk/>
            <pc:sldMk cId="231738560" sldId="298"/>
            <ac:spMk id="11" creationId="{70E19CE4-FD86-CFB2-E4DD-09CFFA46BC92}"/>
          </ac:spMkLst>
        </pc:spChg>
        <pc:spChg chg="mod">
          <ac:chgData name="scott conlon" userId="715640cfe8348987" providerId="LiveId" clId="{8DAD0033-C3DC-4665-9C15-CB40546DC76B}" dt="2025-07-07T03:53:26.362" v="40"/>
          <ac:spMkLst>
            <pc:docMk/>
            <pc:sldMk cId="231738560" sldId="298"/>
            <ac:spMk id="12" creationId="{0CCFA071-1141-DB49-5579-D43F7C62891E}"/>
          </ac:spMkLst>
        </pc:spChg>
        <pc:spChg chg="mod">
          <ac:chgData name="scott conlon" userId="715640cfe8348987" providerId="LiveId" clId="{8DAD0033-C3DC-4665-9C15-CB40546DC76B}" dt="2025-07-07T03:53:26.362" v="40"/>
          <ac:spMkLst>
            <pc:docMk/>
            <pc:sldMk cId="231738560" sldId="298"/>
            <ac:spMk id="13" creationId="{2BFA2352-030C-360E-EE01-B170D1345915}"/>
          </ac:spMkLst>
        </pc:spChg>
        <pc:spChg chg="mod">
          <ac:chgData name="scott conlon" userId="715640cfe8348987" providerId="LiveId" clId="{8DAD0033-C3DC-4665-9C15-CB40546DC76B}" dt="2025-07-07T03:53:26.362" v="40"/>
          <ac:spMkLst>
            <pc:docMk/>
            <pc:sldMk cId="231738560" sldId="298"/>
            <ac:spMk id="15" creationId="{EECC3B81-155B-4759-3763-01FAD24B73A9}"/>
          </ac:spMkLst>
        </pc:spChg>
        <pc:spChg chg="add mod">
          <ac:chgData name="scott conlon" userId="715640cfe8348987" providerId="LiveId" clId="{8DAD0033-C3DC-4665-9C15-CB40546DC76B}" dt="2025-07-07T04:06:57.644" v="716" actId="207"/>
          <ac:spMkLst>
            <pc:docMk/>
            <pc:sldMk cId="231738560" sldId="298"/>
            <ac:spMk id="16" creationId="{51296760-3C72-38D5-AACB-94AA8C32ECA2}"/>
          </ac:spMkLst>
        </pc:spChg>
        <pc:spChg chg="add mod">
          <ac:chgData name="scott conlon" userId="715640cfe8348987" providerId="LiveId" clId="{8DAD0033-C3DC-4665-9C15-CB40546DC76B}" dt="2025-07-07T04:06:32.088" v="703" actId="113"/>
          <ac:spMkLst>
            <pc:docMk/>
            <pc:sldMk cId="231738560" sldId="298"/>
            <ac:spMk id="17" creationId="{4411AE24-AFAF-CBA7-4893-2BC362372689}"/>
          </ac:spMkLst>
        </pc:spChg>
        <pc:grpChg chg="add mod">
          <ac:chgData name="scott conlon" userId="715640cfe8348987" providerId="LiveId" clId="{8DAD0033-C3DC-4665-9C15-CB40546DC76B}" dt="2025-07-07T03:53:43.591" v="172" actId="1038"/>
          <ac:grpSpMkLst>
            <pc:docMk/>
            <pc:sldMk cId="231738560" sldId="298"/>
            <ac:grpSpMk id="4" creationId="{99652004-23D5-A0BF-371C-75341780976D}"/>
          </ac:grpSpMkLst>
        </pc:grpChg>
        <pc:cxnChg chg="mod">
          <ac:chgData name="scott conlon" userId="715640cfe8348987" providerId="LiveId" clId="{8DAD0033-C3DC-4665-9C15-CB40546DC76B}" dt="2025-07-07T03:53:26.362" v="40"/>
          <ac:cxnSpMkLst>
            <pc:docMk/>
            <pc:sldMk cId="231738560" sldId="298"/>
            <ac:cxnSpMk id="8" creationId="{9082ED1F-DD19-5DB4-A0EF-23693EDA2B57}"/>
          </ac:cxnSpMkLst>
        </pc:cxnChg>
        <pc:cxnChg chg="mod">
          <ac:chgData name="scott conlon" userId="715640cfe8348987" providerId="LiveId" clId="{8DAD0033-C3DC-4665-9C15-CB40546DC76B}" dt="2025-07-07T03:53:26.362" v="40"/>
          <ac:cxnSpMkLst>
            <pc:docMk/>
            <pc:sldMk cId="231738560" sldId="298"/>
            <ac:cxnSpMk id="9" creationId="{FBA2ECFF-436C-FAD8-A143-BD2AABC37BC4}"/>
          </ac:cxnSpMkLst>
        </pc:cxnChg>
        <pc:cxnChg chg="mod">
          <ac:chgData name="scott conlon" userId="715640cfe8348987" providerId="LiveId" clId="{8DAD0033-C3DC-4665-9C15-CB40546DC76B}" dt="2025-07-07T03:53:26.362" v="40"/>
          <ac:cxnSpMkLst>
            <pc:docMk/>
            <pc:sldMk cId="231738560" sldId="298"/>
            <ac:cxnSpMk id="10" creationId="{59C562BB-0C03-122A-7435-167C2F5AACC6}"/>
          </ac:cxnSpMkLst>
        </pc:cxnChg>
        <pc:cxnChg chg="mod">
          <ac:chgData name="scott conlon" userId="715640cfe8348987" providerId="LiveId" clId="{8DAD0033-C3DC-4665-9C15-CB40546DC76B}" dt="2025-07-07T03:53:26.362" v="40"/>
          <ac:cxnSpMkLst>
            <pc:docMk/>
            <pc:sldMk cId="231738560" sldId="298"/>
            <ac:cxnSpMk id="14" creationId="{77A3E1A7-140A-1A4C-8EEB-01D1AC96AC74}"/>
          </ac:cxnSpMkLst>
        </pc:cxnChg>
      </pc:sldChg>
      <pc:sldChg chg="addSp delSp modSp mod setBg">
        <pc:chgData name="scott conlon" userId="715640cfe8348987" providerId="LiveId" clId="{8DAD0033-C3DC-4665-9C15-CB40546DC76B}" dt="2025-07-07T04:29:34.008" v="893" actId="14100"/>
        <pc:sldMkLst>
          <pc:docMk/>
          <pc:sldMk cId="1470261100" sldId="353"/>
        </pc:sldMkLst>
        <pc:spChg chg="add mod">
          <ac:chgData name="scott conlon" userId="715640cfe8348987" providerId="LiveId" clId="{8DAD0033-C3DC-4665-9C15-CB40546DC76B}" dt="2025-07-07T04:29:34.008" v="893" actId="14100"/>
          <ac:spMkLst>
            <pc:docMk/>
            <pc:sldMk cId="1470261100" sldId="353"/>
            <ac:spMk id="3" creationId="{B1711341-68F7-362C-75F1-F2C80DC26DCC}"/>
          </ac:spMkLst>
        </pc:spChg>
      </pc:sldChg>
      <pc:sldChg chg="addSp delSp modSp mod ord setBg">
        <pc:chgData name="scott conlon" userId="715640cfe8348987" providerId="LiveId" clId="{8DAD0033-C3DC-4665-9C15-CB40546DC76B}" dt="2025-07-07T04:03:31.109" v="691" actId="2711"/>
        <pc:sldMkLst>
          <pc:docMk/>
          <pc:sldMk cId="2277098697" sldId="354"/>
        </pc:sldMkLst>
      </pc:sldChg>
      <pc:sldChg chg="addSp delSp modSp add del mod setBg">
        <pc:chgData name="scott conlon" userId="715640cfe8348987" providerId="LiveId" clId="{8DAD0033-C3DC-4665-9C15-CB40546DC76B}" dt="2025-07-07T04:03:26.347" v="690" actId="2711"/>
        <pc:sldMkLst>
          <pc:docMk/>
          <pc:sldMk cId="3748627366" sldId="357"/>
        </pc:sldMkLst>
      </pc:sldChg>
      <pc:sldChg chg="del">
        <pc:chgData name="scott conlon" userId="715640cfe8348987" providerId="LiveId" clId="{8DAD0033-C3DC-4665-9C15-CB40546DC76B}" dt="2025-07-07T04:01:30.211" v="668" actId="47"/>
        <pc:sldMkLst>
          <pc:docMk/>
          <pc:sldMk cId="235583968" sldId="364"/>
        </pc:sldMkLst>
      </pc:sldChg>
      <pc:sldChg chg="del">
        <pc:chgData name="scott conlon" userId="715640cfe8348987" providerId="LiveId" clId="{8DAD0033-C3DC-4665-9C15-CB40546DC76B}" dt="2025-07-07T04:01:24.903" v="667" actId="47"/>
        <pc:sldMkLst>
          <pc:docMk/>
          <pc:sldMk cId="1681406278" sldId="370"/>
        </pc:sldMkLst>
      </pc:sldChg>
      <pc:sldChg chg="addSp delSp modSp mod">
        <pc:chgData name="scott conlon" userId="715640cfe8348987" providerId="LiveId" clId="{8DAD0033-C3DC-4665-9C15-CB40546DC76B}" dt="2025-07-07T04:00:04.618" v="657"/>
        <pc:sldMkLst>
          <pc:docMk/>
          <pc:sldMk cId="1503707641" sldId="378"/>
        </pc:sldMkLst>
        <pc:spChg chg="add mod">
          <ac:chgData name="scott conlon" userId="715640cfe8348987" providerId="LiveId" clId="{8DAD0033-C3DC-4665-9C15-CB40546DC76B}" dt="2025-07-07T04:00:04.618" v="657"/>
          <ac:spMkLst>
            <pc:docMk/>
            <pc:sldMk cId="1503707641" sldId="378"/>
            <ac:spMk id="3" creationId="{91084FD8-7BBB-F918-6849-EBE8437FE2F8}"/>
          </ac:spMkLst>
        </pc:spChg>
        <pc:spChg chg="mod">
          <ac:chgData name="scott conlon" userId="715640cfe8348987" providerId="LiveId" clId="{8DAD0033-C3DC-4665-9C15-CB40546DC76B}" dt="2025-07-07T03:52:15.952" v="37" actId="692"/>
          <ac:spMkLst>
            <pc:docMk/>
            <pc:sldMk cId="1503707641" sldId="378"/>
            <ac:spMk id="4" creationId="{832E20CE-154A-4BF8-9416-A645160BC654}"/>
          </ac:spMkLst>
        </pc:spChg>
        <pc:spChg chg="mod">
          <ac:chgData name="scott conlon" userId="715640cfe8348987" providerId="LiveId" clId="{8DAD0033-C3DC-4665-9C15-CB40546DC76B}" dt="2025-07-07T03:52:15.952" v="37" actId="692"/>
          <ac:spMkLst>
            <pc:docMk/>
            <pc:sldMk cId="1503707641" sldId="378"/>
            <ac:spMk id="8" creationId="{078B3E91-B36D-4F53-913A-2A2A5802BC1B}"/>
          </ac:spMkLst>
        </pc:spChg>
        <pc:spChg chg="mod">
          <ac:chgData name="scott conlon" userId="715640cfe8348987" providerId="LiveId" clId="{8DAD0033-C3DC-4665-9C15-CB40546DC76B}" dt="2025-07-07T03:52:15.952" v="37" actId="692"/>
          <ac:spMkLst>
            <pc:docMk/>
            <pc:sldMk cId="1503707641" sldId="378"/>
            <ac:spMk id="9" creationId="{415DF838-4B52-48C8-9399-E1C500195667}"/>
          </ac:spMkLst>
        </pc:spChg>
        <pc:spChg chg="mod">
          <ac:chgData name="scott conlon" userId="715640cfe8348987" providerId="LiveId" clId="{8DAD0033-C3DC-4665-9C15-CB40546DC76B}" dt="2025-07-07T03:52:15.952" v="37" actId="692"/>
          <ac:spMkLst>
            <pc:docMk/>
            <pc:sldMk cId="1503707641" sldId="378"/>
            <ac:spMk id="10" creationId="{D5ED09F4-541E-4424-A08D-420E84CAA14C}"/>
          </ac:spMkLst>
        </pc:spChg>
        <pc:spChg chg="mod">
          <ac:chgData name="scott conlon" userId="715640cfe8348987" providerId="LiveId" clId="{8DAD0033-C3DC-4665-9C15-CB40546DC76B}" dt="2025-07-07T03:52:15.952" v="37" actId="692"/>
          <ac:spMkLst>
            <pc:docMk/>
            <pc:sldMk cId="1503707641" sldId="378"/>
            <ac:spMk id="12" creationId="{CFF3B3AA-5058-4D7F-A8E4-A71DCAFEC2A5}"/>
          </ac:spMkLst>
        </pc:spChg>
        <pc:spChg chg="add mod">
          <ac:chgData name="scott conlon" userId="715640cfe8348987" providerId="LiveId" clId="{8DAD0033-C3DC-4665-9C15-CB40546DC76B}" dt="2025-07-07T04:00:04.618" v="657"/>
          <ac:spMkLst>
            <pc:docMk/>
            <pc:sldMk cId="1503707641" sldId="378"/>
            <ac:spMk id="13" creationId="{ED46618D-68F6-28A7-F7F8-E08C18D4D5A7}"/>
          </ac:spMkLst>
        </pc:spChg>
        <pc:spChg chg="add mod">
          <ac:chgData name="scott conlon" userId="715640cfe8348987" providerId="LiveId" clId="{8DAD0033-C3DC-4665-9C15-CB40546DC76B}" dt="2025-07-07T04:00:04.618" v="657"/>
          <ac:spMkLst>
            <pc:docMk/>
            <pc:sldMk cId="1503707641" sldId="378"/>
            <ac:spMk id="14" creationId="{0F3CFFD1-8B26-0965-6703-515117111931}"/>
          </ac:spMkLst>
        </pc:spChg>
        <pc:spChg chg="add mod">
          <ac:chgData name="scott conlon" userId="715640cfe8348987" providerId="LiveId" clId="{8DAD0033-C3DC-4665-9C15-CB40546DC76B}" dt="2025-07-07T04:00:04.618" v="657"/>
          <ac:spMkLst>
            <pc:docMk/>
            <pc:sldMk cId="1503707641" sldId="378"/>
            <ac:spMk id="15" creationId="{77DC63BC-5F1B-860B-3466-CAC65111A8E4}"/>
          </ac:spMkLst>
        </pc:spChg>
        <pc:spChg chg="add mod">
          <ac:chgData name="scott conlon" userId="715640cfe8348987" providerId="LiveId" clId="{8DAD0033-C3DC-4665-9C15-CB40546DC76B}" dt="2025-07-07T04:00:04.618" v="657"/>
          <ac:spMkLst>
            <pc:docMk/>
            <pc:sldMk cId="1503707641" sldId="378"/>
            <ac:spMk id="16" creationId="{49A96399-5416-524F-D886-E41BA9FD0F5D}"/>
          </ac:spMkLst>
        </pc:spChg>
        <pc:spChg chg="add mod">
          <ac:chgData name="scott conlon" userId="715640cfe8348987" providerId="LiveId" clId="{8DAD0033-C3DC-4665-9C15-CB40546DC76B}" dt="2025-07-07T04:00:04.618" v="657"/>
          <ac:spMkLst>
            <pc:docMk/>
            <pc:sldMk cId="1503707641" sldId="378"/>
            <ac:spMk id="17" creationId="{248F43B2-BB6D-5436-4876-E95891AC17C9}"/>
          </ac:spMkLst>
        </pc:spChg>
        <pc:spChg chg="mod">
          <ac:chgData name="scott conlon" userId="715640cfe8348987" providerId="LiveId" clId="{8DAD0033-C3DC-4665-9C15-CB40546DC76B}" dt="2025-07-07T03:59:41.234" v="647" actId="692"/>
          <ac:spMkLst>
            <pc:docMk/>
            <pc:sldMk cId="1503707641" sldId="378"/>
            <ac:spMk id="19" creationId="{2EADB942-FC1E-462C-BBF9-F79E02DBEBEC}"/>
          </ac:spMkLst>
        </pc:spChg>
        <pc:spChg chg="mod">
          <ac:chgData name="scott conlon" userId="715640cfe8348987" providerId="LiveId" clId="{8DAD0033-C3DC-4665-9C15-CB40546DC76B}" dt="2025-07-07T03:54:56.707" v="177" actId="692"/>
          <ac:spMkLst>
            <pc:docMk/>
            <pc:sldMk cId="1503707641" sldId="378"/>
            <ac:spMk id="28" creationId="{B0294649-93A7-4120-905F-BC81E331F7A3}"/>
          </ac:spMkLst>
        </pc:spChg>
        <pc:spChg chg="add mod">
          <ac:chgData name="scott conlon" userId="715640cfe8348987" providerId="LiveId" clId="{8DAD0033-C3DC-4665-9C15-CB40546DC76B}" dt="2025-07-07T04:00:04.618" v="657"/>
          <ac:spMkLst>
            <pc:docMk/>
            <pc:sldMk cId="1503707641" sldId="378"/>
            <ac:spMk id="29" creationId="{1A81E3F0-AC7D-C5FC-64AB-BCBA8030A927}"/>
          </ac:spMkLst>
        </pc:spChg>
        <pc:spChg chg="add mod">
          <ac:chgData name="scott conlon" userId="715640cfe8348987" providerId="LiveId" clId="{8DAD0033-C3DC-4665-9C15-CB40546DC76B}" dt="2025-07-07T04:00:04.618" v="657"/>
          <ac:spMkLst>
            <pc:docMk/>
            <pc:sldMk cId="1503707641" sldId="378"/>
            <ac:spMk id="30" creationId="{636A5564-AD4F-4E23-E0B3-769748AAC77D}"/>
          </ac:spMkLst>
        </pc:spChg>
        <pc:spChg chg="add mod">
          <ac:chgData name="scott conlon" userId="715640cfe8348987" providerId="LiveId" clId="{8DAD0033-C3DC-4665-9C15-CB40546DC76B}" dt="2025-07-07T04:00:04.618" v="657"/>
          <ac:spMkLst>
            <pc:docMk/>
            <pc:sldMk cId="1503707641" sldId="378"/>
            <ac:spMk id="31" creationId="{2D8553C2-50C9-E0A4-01BA-76CAE34CDBE8}"/>
          </ac:spMkLst>
        </pc:spChg>
        <pc:grpChg chg="mod">
          <ac:chgData name="scott conlon" userId="715640cfe8348987" providerId="LiveId" clId="{8DAD0033-C3DC-4665-9C15-CB40546DC76B}" dt="2025-07-07T03:53:19.787" v="39" actId="14100"/>
          <ac:grpSpMkLst>
            <pc:docMk/>
            <pc:sldMk cId="1503707641" sldId="378"/>
            <ac:grpSpMk id="2" creationId="{2914D483-AB38-44A9-AF74-35C5DDAEDC2B}"/>
          </ac:grpSpMkLst>
        </pc:grpChg>
        <pc:cxnChg chg="mod">
          <ac:chgData name="scott conlon" userId="715640cfe8348987" providerId="LiveId" clId="{8DAD0033-C3DC-4665-9C15-CB40546DC76B}" dt="2025-07-07T03:52:15.952" v="37" actId="692"/>
          <ac:cxnSpMkLst>
            <pc:docMk/>
            <pc:sldMk cId="1503707641" sldId="378"/>
            <ac:cxnSpMk id="5" creationId="{857504DC-C58D-4D89-9BAE-32CB64CE121D}"/>
          </ac:cxnSpMkLst>
        </pc:cxnChg>
        <pc:cxnChg chg="mod">
          <ac:chgData name="scott conlon" userId="715640cfe8348987" providerId="LiveId" clId="{8DAD0033-C3DC-4665-9C15-CB40546DC76B}" dt="2025-07-07T03:52:15.952" v="37" actId="692"/>
          <ac:cxnSpMkLst>
            <pc:docMk/>
            <pc:sldMk cId="1503707641" sldId="378"/>
            <ac:cxnSpMk id="6" creationId="{A35A9853-CCD5-4EC2-BE50-E0618DE88D73}"/>
          </ac:cxnSpMkLst>
        </pc:cxnChg>
        <pc:cxnChg chg="mod">
          <ac:chgData name="scott conlon" userId="715640cfe8348987" providerId="LiveId" clId="{8DAD0033-C3DC-4665-9C15-CB40546DC76B}" dt="2025-07-07T03:52:15.952" v="37" actId="692"/>
          <ac:cxnSpMkLst>
            <pc:docMk/>
            <pc:sldMk cId="1503707641" sldId="378"/>
            <ac:cxnSpMk id="7" creationId="{DF87F9C3-438A-4A1D-847A-BDF2E4584C8B}"/>
          </ac:cxnSpMkLst>
        </pc:cxnChg>
        <pc:cxnChg chg="mod">
          <ac:chgData name="scott conlon" userId="715640cfe8348987" providerId="LiveId" clId="{8DAD0033-C3DC-4665-9C15-CB40546DC76B}" dt="2025-07-07T03:52:15.952" v="37" actId="692"/>
          <ac:cxnSpMkLst>
            <pc:docMk/>
            <pc:sldMk cId="1503707641" sldId="378"/>
            <ac:cxnSpMk id="11" creationId="{170F38D6-F958-4FE0-A66E-D9287E52E28E}"/>
          </ac:cxnSpMkLst>
        </pc:cxnChg>
      </pc:sldChg>
      <pc:sldChg chg="del">
        <pc:chgData name="scott conlon" userId="715640cfe8348987" providerId="LiveId" clId="{8DAD0033-C3DC-4665-9C15-CB40546DC76B}" dt="2025-07-07T04:00:43.606" v="660" actId="47"/>
        <pc:sldMkLst>
          <pc:docMk/>
          <pc:sldMk cId="2481352079" sldId="385"/>
        </pc:sldMkLst>
      </pc:sldChg>
      <pc:sldChg chg="del">
        <pc:chgData name="scott conlon" userId="715640cfe8348987" providerId="LiveId" clId="{8DAD0033-C3DC-4665-9C15-CB40546DC76B}" dt="2025-07-07T04:00:44.610" v="661" actId="47"/>
        <pc:sldMkLst>
          <pc:docMk/>
          <pc:sldMk cId="4077055141" sldId="401"/>
        </pc:sldMkLst>
      </pc:sldChg>
      <pc:sldChg chg="del">
        <pc:chgData name="scott conlon" userId="715640cfe8348987" providerId="LiveId" clId="{8DAD0033-C3DC-4665-9C15-CB40546DC76B}" dt="2025-07-07T04:01:22.881" v="666" actId="47"/>
        <pc:sldMkLst>
          <pc:docMk/>
          <pc:sldMk cId="2019560706" sldId="406"/>
        </pc:sldMkLst>
      </pc:sldChg>
      <pc:sldChg chg="del">
        <pc:chgData name="scott conlon" userId="715640cfe8348987" providerId="LiveId" clId="{8DAD0033-C3DC-4665-9C15-CB40546DC76B}" dt="2025-07-07T03:49:35.135" v="1" actId="47"/>
        <pc:sldMkLst>
          <pc:docMk/>
          <pc:sldMk cId="1650402652" sldId="409"/>
        </pc:sldMkLst>
      </pc:sldChg>
      <pc:sldChg chg="del">
        <pc:chgData name="scott conlon" userId="715640cfe8348987" providerId="LiveId" clId="{8DAD0033-C3DC-4665-9C15-CB40546DC76B}" dt="2025-07-07T03:49:32.969" v="0" actId="47"/>
        <pc:sldMkLst>
          <pc:docMk/>
          <pc:sldMk cId="1278526776" sldId="410"/>
        </pc:sldMkLst>
      </pc:sldChg>
      <pc:sldChg chg="del">
        <pc:chgData name="scott conlon" userId="715640cfe8348987" providerId="LiveId" clId="{8DAD0033-C3DC-4665-9C15-CB40546DC76B}" dt="2025-07-07T03:49:32.969" v="0" actId="47"/>
        <pc:sldMkLst>
          <pc:docMk/>
          <pc:sldMk cId="3578516069" sldId="411"/>
        </pc:sldMkLst>
      </pc:sldChg>
      <pc:sldChg chg="del">
        <pc:chgData name="scott conlon" userId="715640cfe8348987" providerId="LiveId" clId="{8DAD0033-C3DC-4665-9C15-CB40546DC76B}" dt="2025-07-07T04:01:33.025" v="669" actId="47"/>
        <pc:sldMkLst>
          <pc:docMk/>
          <pc:sldMk cId="2964335381" sldId="565"/>
        </pc:sldMkLst>
      </pc:sldChg>
      <pc:sldChg chg="del">
        <pc:chgData name="scott conlon" userId="715640cfe8348987" providerId="LiveId" clId="{8DAD0033-C3DC-4665-9C15-CB40546DC76B}" dt="2025-07-07T04:01:19" v="665" actId="47"/>
        <pc:sldMkLst>
          <pc:docMk/>
          <pc:sldMk cId="2195082202" sldId="567"/>
        </pc:sldMkLst>
      </pc:sldChg>
      <pc:sldChg chg="del">
        <pc:chgData name="scott conlon" userId="715640cfe8348987" providerId="LiveId" clId="{8DAD0033-C3DC-4665-9C15-CB40546DC76B}" dt="2025-07-07T04:01:19" v="665" actId="47"/>
        <pc:sldMkLst>
          <pc:docMk/>
          <pc:sldMk cId="3334373890" sldId="568"/>
        </pc:sldMkLst>
      </pc:sldChg>
      <pc:sldChg chg="del">
        <pc:chgData name="scott conlon" userId="715640cfe8348987" providerId="LiveId" clId="{8DAD0033-C3DC-4665-9C15-CB40546DC76B}" dt="2025-07-07T04:01:19" v="665" actId="47"/>
        <pc:sldMkLst>
          <pc:docMk/>
          <pc:sldMk cId="1537267761" sldId="569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954604213" sldId="570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1005497394" sldId="571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1931492080" sldId="572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3704735395" sldId="573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2653707524" sldId="574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2760519186" sldId="575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926664722" sldId="576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2639050121" sldId="577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457348800" sldId="578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2472703798" sldId="579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24632322" sldId="580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088928699" sldId="581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164396635" sldId="582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444516135" sldId="583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793103241" sldId="584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146497754" sldId="585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012436585" sldId="586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709003545" sldId="587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276419196" sldId="588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06883759" sldId="589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01084372" sldId="590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889674401" sldId="591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262386658" sldId="592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754796198" sldId="593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66011121" sldId="594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453193644" sldId="595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2428817532" sldId="596"/>
        </pc:sldMkLst>
      </pc:sldChg>
      <pc:sldChg chg="addSp delSp modSp add mod setBg">
        <pc:chgData name="scott conlon" userId="715640cfe8348987" providerId="LiveId" clId="{8DAD0033-C3DC-4665-9C15-CB40546DC76B}" dt="2025-07-07T03:57:19.855" v="450" actId="1076"/>
        <pc:sldMkLst>
          <pc:docMk/>
          <pc:sldMk cId="187817071" sldId="597"/>
        </pc:sldMkLst>
        <pc:spChg chg="add mod">
          <ac:chgData name="scott conlon" userId="715640cfe8348987" providerId="LiveId" clId="{8DAD0033-C3DC-4665-9C15-CB40546DC76B}" dt="2025-07-07T03:56:02.803" v="249" actId="1037"/>
          <ac:spMkLst>
            <pc:docMk/>
            <pc:sldMk cId="187817071" sldId="597"/>
            <ac:spMk id="3" creationId="{2B8F99EA-82B3-A099-B80B-8FD78887E5E7}"/>
          </ac:spMkLst>
        </pc:spChg>
        <pc:spChg chg="mod">
          <ac:chgData name="scott conlon" userId="715640cfe8348987" providerId="LiveId" clId="{8DAD0033-C3DC-4665-9C15-CB40546DC76B}" dt="2025-07-07T03:55:38.882" v="179" actId="692"/>
          <ac:spMkLst>
            <pc:docMk/>
            <pc:sldMk cId="187817071" sldId="597"/>
            <ac:spMk id="4" creationId="{38CDD8A6-7304-773C-351E-A2E21692EC81}"/>
          </ac:spMkLst>
        </pc:spChg>
        <pc:spChg chg="mod">
          <ac:chgData name="scott conlon" userId="715640cfe8348987" providerId="LiveId" clId="{8DAD0033-C3DC-4665-9C15-CB40546DC76B}" dt="2025-07-07T03:55:38.882" v="179" actId="692"/>
          <ac:spMkLst>
            <pc:docMk/>
            <pc:sldMk cId="187817071" sldId="597"/>
            <ac:spMk id="8" creationId="{FA6376D2-D3F0-9708-1E29-1D0952874F77}"/>
          </ac:spMkLst>
        </pc:spChg>
        <pc:spChg chg="mod">
          <ac:chgData name="scott conlon" userId="715640cfe8348987" providerId="LiveId" clId="{8DAD0033-C3DC-4665-9C15-CB40546DC76B}" dt="2025-07-07T03:55:38.882" v="179" actId="692"/>
          <ac:spMkLst>
            <pc:docMk/>
            <pc:sldMk cId="187817071" sldId="597"/>
            <ac:spMk id="9" creationId="{D5E7249F-984E-6A00-F47E-A972E965C410}"/>
          </ac:spMkLst>
        </pc:spChg>
        <pc:spChg chg="mod">
          <ac:chgData name="scott conlon" userId="715640cfe8348987" providerId="LiveId" clId="{8DAD0033-C3DC-4665-9C15-CB40546DC76B}" dt="2025-07-07T03:55:38.882" v="179" actId="692"/>
          <ac:spMkLst>
            <pc:docMk/>
            <pc:sldMk cId="187817071" sldId="597"/>
            <ac:spMk id="10" creationId="{0B961C67-AE5E-56C9-2EE1-DD59C3D400CE}"/>
          </ac:spMkLst>
        </pc:spChg>
        <pc:spChg chg="mod">
          <ac:chgData name="scott conlon" userId="715640cfe8348987" providerId="LiveId" clId="{8DAD0033-C3DC-4665-9C15-CB40546DC76B}" dt="2025-07-07T03:55:38.882" v="179" actId="692"/>
          <ac:spMkLst>
            <pc:docMk/>
            <pc:sldMk cId="187817071" sldId="597"/>
            <ac:spMk id="12" creationId="{5A80873C-FC73-940E-B31A-6069A44D7990}"/>
          </ac:spMkLst>
        </pc:spChg>
        <pc:spChg chg="add mod">
          <ac:chgData name="scott conlon" userId="715640cfe8348987" providerId="LiveId" clId="{8DAD0033-C3DC-4665-9C15-CB40546DC76B}" dt="2025-07-07T03:56:14.577" v="340" actId="1076"/>
          <ac:spMkLst>
            <pc:docMk/>
            <pc:sldMk cId="187817071" sldId="597"/>
            <ac:spMk id="13" creationId="{183D95EF-3CCC-181D-FC06-765AC802CF8B}"/>
          </ac:spMkLst>
        </pc:spChg>
        <pc:spChg chg="add mod">
          <ac:chgData name="scott conlon" userId="715640cfe8348987" providerId="LiveId" clId="{8DAD0033-C3DC-4665-9C15-CB40546DC76B}" dt="2025-07-07T03:56:53.335" v="434" actId="1076"/>
          <ac:spMkLst>
            <pc:docMk/>
            <pc:sldMk cId="187817071" sldId="597"/>
            <ac:spMk id="14" creationId="{8EE9D402-910D-E7B4-3BB5-7EE78C42C970}"/>
          </ac:spMkLst>
        </pc:spChg>
        <pc:spChg chg="add mod">
          <ac:chgData name="scott conlon" userId="715640cfe8348987" providerId="LiveId" clId="{8DAD0033-C3DC-4665-9C15-CB40546DC76B}" dt="2025-07-07T03:56:50.526" v="433" actId="1036"/>
          <ac:spMkLst>
            <pc:docMk/>
            <pc:sldMk cId="187817071" sldId="597"/>
            <ac:spMk id="15" creationId="{70795C9F-A6C0-EDE1-65ED-A39A8F6EE233}"/>
          </ac:spMkLst>
        </pc:spChg>
        <pc:spChg chg="add mod">
          <ac:chgData name="scott conlon" userId="715640cfe8348987" providerId="LiveId" clId="{8DAD0033-C3DC-4665-9C15-CB40546DC76B}" dt="2025-07-07T03:57:19.855" v="450" actId="1076"/>
          <ac:spMkLst>
            <pc:docMk/>
            <pc:sldMk cId="187817071" sldId="597"/>
            <ac:spMk id="16" creationId="{34916CCF-083D-E02D-9577-DA581F66DF64}"/>
          </ac:spMkLst>
        </pc:spChg>
        <pc:spChg chg="add mod">
          <ac:chgData name="scott conlon" userId="715640cfe8348987" providerId="LiveId" clId="{8DAD0033-C3DC-4665-9C15-CB40546DC76B}" dt="2025-07-07T03:57:16" v="449" actId="1076"/>
          <ac:spMkLst>
            <pc:docMk/>
            <pc:sldMk cId="187817071" sldId="597"/>
            <ac:spMk id="17" creationId="{E292BE1A-CC65-12D6-A4EB-D7E720A30B60}"/>
          </ac:spMkLst>
        </pc:spChg>
        <pc:spChg chg="mod">
          <ac:chgData name="scott conlon" userId="715640cfe8348987" providerId="LiveId" clId="{8DAD0033-C3DC-4665-9C15-CB40546DC76B}" dt="2025-07-07T03:56:44.665" v="393" actId="1036"/>
          <ac:spMkLst>
            <pc:docMk/>
            <pc:sldMk cId="187817071" sldId="597"/>
            <ac:spMk id="19" creationId="{D9F344C1-4352-F775-BB06-13B7A2DB2BB3}"/>
          </ac:spMkLst>
        </pc:spChg>
        <pc:spChg chg="add mod">
          <ac:chgData name="scott conlon" userId="715640cfe8348987" providerId="LiveId" clId="{8DAD0033-C3DC-4665-9C15-CB40546DC76B}" dt="2025-07-07T03:57:11.927" v="448" actId="1076"/>
          <ac:spMkLst>
            <pc:docMk/>
            <pc:sldMk cId="187817071" sldId="597"/>
            <ac:spMk id="29" creationId="{E0729B4E-5AE3-3C3F-3923-9810523CFAE5}"/>
          </ac:spMkLst>
        </pc:spChg>
        <pc:spChg chg="add mod">
          <ac:chgData name="scott conlon" userId="715640cfe8348987" providerId="LiveId" clId="{8DAD0033-C3DC-4665-9C15-CB40546DC76B}" dt="2025-07-07T03:57:08.659" v="446" actId="1076"/>
          <ac:spMkLst>
            <pc:docMk/>
            <pc:sldMk cId="187817071" sldId="597"/>
            <ac:spMk id="30" creationId="{776241DB-3E3F-120F-981C-08340F8A410C}"/>
          </ac:spMkLst>
        </pc:spChg>
        <pc:spChg chg="add mod">
          <ac:chgData name="scott conlon" userId="715640cfe8348987" providerId="LiveId" clId="{8DAD0033-C3DC-4665-9C15-CB40546DC76B}" dt="2025-07-07T03:57:10.278" v="447" actId="1076"/>
          <ac:spMkLst>
            <pc:docMk/>
            <pc:sldMk cId="187817071" sldId="597"/>
            <ac:spMk id="31" creationId="{4E1BF781-E8A4-A7D6-F97B-40023101A49D}"/>
          </ac:spMkLst>
        </pc:spChg>
        <pc:cxnChg chg="mod">
          <ac:chgData name="scott conlon" userId="715640cfe8348987" providerId="LiveId" clId="{8DAD0033-C3DC-4665-9C15-CB40546DC76B}" dt="2025-07-07T03:55:38.882" v="179" actId="692"/>
          <ac:cxnSpMkLst>
            <pc:docMk/>
            <pc:sldMk cId="187817071" sldId="597"/>
            <ac:cxnSpMk id="5" creationId="{14EDD071-8670-15AF-EF01-3799335BFD55}"/>
          </ac:cxnSpMkLst>
        </pc:cxnChg>
        <pc:cxnChg chg="mod">
          <ac:chgData name="scott conlon" userId="715640cfe8348987" providerId="LiveId" clId="{8DAD0033-C3DC-4665-9C15-CB40546DC76B}" dt="2025-07-07T03:55:38.882" v="179" actId="692"/>
          <ac:cxnSpMkLst>
            <pc:docMk/>
            <pc:sldMk cId="187817071" sldId="597"/>
            <ac:cxnSpMk id="6" creationId="{3D914E4B-C684-892A-9FB6-C95E760B7704}"/>
          </ac:cxnSpMkLst>
        </pc:cxnChg>
        <pc:cxnChg chg="mod">
          <ac:chgData name="scott conlon" userId="715640cfe8348987" providerId="LiveId" clId="{8DAD0033-C3DC-4665-9C15-CB40546DC76B}" dt="2025-07-07T03:55:38.882" v="179" actId="692"/>
          <ac:cxnSpMkLst>
            <pc:docMk/>
            <pc:sldMk cId="187817071" sldId="597"/>
            <ac:cxnSpMk id="7" creationId="{F1CCEB00-F355-1BF5-A414-B368DD3F1A9C}"/>
          </ac:cxnSpMkLst>
        </pc:cxnChg>
        <pc:cxnChg chg="mod">
          <ac:chgData name="scott conlon" userId="715640cfe8348987" providerId="LiveId" clId="{8DAD0033-C3DC-4665-9C15-CB40546DC76B}" dt="2025-07-07T03:55:38.882" v="179" actId="692"/>
          <ac:cxnSpMkLst>
            <pc:docMk/>
            <pc:sldMk cId="187817071" sldId="597"/>
            <ac:cxnSpMk id="11" creationId="{E203ABAD-F967-EEC3-1C15-247D35972A33}"/>
          </ac:cxnSpMkLst>
        </pc:cxnChg>
      </pc:sldChg>
      <pc:sldChg chg="addSp delSp modSp add mod setBg">
        <pc:chgData name="scott conlon" userId="715640cfe8348987" providerId="LiveId" clId="{8DAD0033-C3DC-4665-9C15-CB40546DC76B}" dt="2025-07-07T04:35:18.414" v="1121" actId="478"/>
        <pc:sldMkLst>
          <pc:docMk/>
          <pc:sldMk cId="3698612364" sldId="598"/>
        </pc:sldMkLst>
        <pc:spChg chg="mod">
          <ac:chgData name="scott conlon" userId="715640cfe8348987" providerId="LiveId" clId="{8DAD0033-C3DC-4665-9C15-CB40546DC76B}" dt="2025-07-07T04:35:16.570" v="1120" actId="20577"/>
          <ac:spMkLst>
            <pc:docMk/>
            <pc:sldMk cId="3698612364" sldId="598"/>
            <ac:spMk id="2" creationId="{17F0218E-262C-AC7E-6B27-2FE74C1C8F64}"/>
          </ac:spMkLst>
        </pc:spChg>
        <pc:spChg chg="mod">
          <ac:chgData name="scott conlon" userId="715640cfe8348987" providerId="LiveId" clId="{8DAD0033-C3DC-4665-9C15-CB40546DC76B}" dt="2025-07-07T04:20:40.767" v="783" actId="2711"/>
          <ac:spMkLst>
            <pc:docMk/>
            <pc:sldMk cId="3698612364" sldId="598"/>
            <ac:spMk id="6" creationId="{064D00F1-28E9-F4F3-5380-C755B4D6FC1A}"/>
          </ac:spMkLst>
        </pc:spChg>
        <pc:spChg chg="mod">
          <ac:chgData name="scott conlon" userId="715640cfe8348987" providerId="LiveId" clId="{8DAD0033-C3DC-4665-9C15-CB40546DC76B}" dt="2025-07-07T04:09:51.329" v="773" actId="692"/>
          <ac:spMkLst>
            <pc:docMk/>
            <pc:sldMk cId="3698612364" sldId="598"/>
            <ac:spMk id="7" creationId="{5FA24FC2-5D9D-ACD6-0611-064599C3A8F5}"/>
          </ac:spMkLst>
        </pc:spChg>
        <pc:spChg chg="mod">
          <ac:chgData name="scott conlon" userId="715640cfe8348987" providerId="LiveId" clId="{8DAD0033-C3DC-4665-9C15-CB40546DC76B}" dt="2025-07-07T04:09:51.329" v="773" actId="692"/>
          <ac:spMkLst>
            <pc:docMk/>
            <pc:sldMk cId="3698612364" sldId="598"/>
            <ac:spMk id="11" creationId="{E6A92FA7-0856-C4A2-645C-8C0904EC29CE}"/>
          </ac:spMkLst>
        </pc:spChg>
        <pc:spChg chg="mod">
          <ac:chgData name="scott conlon" userId="715640cfe8348987" providerId="LiveId" clId="{8DAD0033-C3DC-4665-9C15-CB40546DC76B}" dt="2025-07-07T04:09:51.329" v="773" actId="692"/>
          <ac:spMkLst>
            <pc:docMk/>
            <pc:sldMk cId="3698612364" sldId="598"/>
            <ac:spMk id="12" creationId="{C393555E-0C08-ABBF-B4E3-D92898F76F23}"/>
          </ac:spMkLst>
        </pc:spChg>
        <pc:spChg chg="mod">
          <ac:chgData name="scott conlon" userId="715640cfe8348987" providerId="LiveId" clId="{8DAD0033-C3DC-4665-9C15-CB40546DC76B}" dt="2025-07-07T04:09:51.329" v="773" actId="692"/>
          <ac:spMkLst>
            <pc:docMk/>
            <pc:sldMk cId="3698612364" sldId="598"/>
            <ac:spMk id="13" creationId="{7EBF26E6-1B52-88A1-E5AC-D543DB1482CD}"/>
          </ac:spMkLst>
        </pc:spChg>
        <pc:spChg chg="mod">
          <ac:chgData name="scott conlon" userId="715640cfe8348987" providerId="LiveId" clId="{8DAD0033-C3DC-4665-9C15-CB40546DC76B}" dt="2025-07-07T04:09:51.329" v="773" actId="692"/>
          <ac:spMkLst>
            <pc:docMk/>
            <pc:sldMk cId="3698612364" sldId="598"/>
            <ac:spMk id="15" creationId="{FAA4C336-0F97-4603-9DD3-D559D9A3A63B}"/>
          </ac:spMkLst>
        </pc:spChg>
        <pc:cxnChg chg="mod">
          <ac:chgData name="scott conlon" userId="715640cfe8348987" providerId="LiveId" clId="{8DAD0033-C3DC-4665-9C15-CB40546DC76B}" dt="2025-07-07T04:09:51.329" v="773" actId="692"/>
          <ac:cxnSpMkLst>
            <pc:docMk/>
            <pc:sldMk cId="3698612364" sldId="598"/>
            <ac:cxnSpMk id="8" creationId="{0CE5B5BA-F0D0-2D46-BD0B-8E6DE22C78DE}"/>
          </ac:cxnSpMkLst>
        </pc:cxnChg>
        <pc:cxnChg chg="mod">
          <ac:chgData name="scott conlon" userId="715640cfe8348987" providerId="LiveId" clId="{8DAD0033-C3DC-4665-9C15-CB40546DC76B}" dt="2025-07-07T04:09:51.329" v="773" actId="692"/>
          <ac:cxnSpMkLst>
            <pc:docMk/>
            <pc:sldMk cId="3698612364" sldId="598"/>
            <ac:cxnSpMk id="9" creationId="{6F42AB0B-632F-4F17-E605-2D5A9377B550}"/>
          </ac:cxnSpMkLst>
        </pc:cxnChg>
        <pc:cxnChg chg="mod">
          <ac:chgData name="scott conlon" userId="715640cfe8348987" providerId="LiveId" clId="{8DAD0033-C3DC-4665-9C15-CB40546DC76B}" dt="2025-07-07T04:09:51.329" v="773" actId="692"/>
          <ac:cxnSpMkLst>
            <pc:docMk/>
            <pc:sldMk cId="3698612364" sldId="598"/>
            <ac:cxnSpMk id="10" creationId="{21F459EE-76DA-5F6F-EDAD-8E2393A3DF3E}"/>
          </ac:cxnSpMkLst>
        </pc:cxnChg>
        <pc:cxnChg chg="mod">
          <ac:chgData name="scott conlon" userId="715640cfe8348987" providerId="LiveId" clId="{8DAD0033-C3DC-4665-9C15-CB40546DC76B}" dt="2025-07-07T04:09:51.329" v="773" actId="692"/>
          <ac:cxnSpMkLst>
            <pc:docMk/>
            <pc:sldMk cId="3698612364" sldId="598"/>
            <ac:cxnSpMk id="14" creationId="{C1E82B95-6869-384D-B94F-2F794ADAE815}"/>
          </ac:cxnSpMkLst>
        </pc:cxnChg>
      </pc:sldChg>
      <pc:sldChg chg="add">
        <pc:chgData name="scott conlon" userId="715640cfe8348987" providerId="LiveId" clId="{8DAD0033-C3DC-4665-9C15-CB40546DC76B}" dt="2025-07-07T04:01:01.763" v="662"/>
        <pc:sldMkLst>
          <pc:docMk/>
          <pc:sldMk cId="2660170854" sldId="599"/>
        </pc:sldMkLst>
      </pc:sldChg>
      <pc:sldChg chg="add">
        <pc:chgData name="scott conlon" userId="715640cfe8348987" providerId="LiveId" clId="{8DAD0033-C3DC-4665-9C15-CB40546DC76B}" dt="2025-07-07T04:01:01.763" v="662"/>
        <pc:sldMkLst>
          <pc:docMk/>
          <pc:sldMk cId="2429252242" sldId="600"/>
        </pc:sldMkLst>
      </pc:sldChg>
      <pc:sldChg chg="add setBg">
        <pc:chgData name="scott conlon" userId="715640cfe8348987" providerId="LiveId" clId="{8DAD0033-C3DC-4665-9C15-CB40546DC76B}" dt="2025-07-07T04:08:43.637" v="722"/>
        <pc:sldMkLst>
          <pc:docMk/>
          <pc:sldMk cId="3378191098" sldId="601"/>
        </pc:sldMkLst>
      </pc:sldChg>
      <pc:sldChg chg="addSp delSp modSp add mod setBg">
        <pc:chgData name="scott conlon" userId="715640cfe8348987" providerId="LiveId" clId="{8DAD0033-C3DC-4665-9C15-CB40546DC76B}" dt="2025-07-07T04:27:03.367" v="809" actId="1035"/>
        <pc:sldMkLst>
          <pc:docMk/>
          <pc:sldMk cId="1520727093" sldId="602"/>
        </pc:sldMkLst>
        <pc:spChg chg="mod">
          <ac:chgData name="scott conlon" userId="715640cfe8348987" providerId="LiveId" clId="{8DAD0033-C3DC-4665-9C15-CB40546DC76B}" dt="2025-07-07T04:23:29.510" v="785" actId="2711"/>
          <ac:spMkLst>
            <pc:docMk/>
            <pc:sldMk cId="1520727093" sldId="602"/>
            <ac:spMk id="6" creationId="{4AB29F59-102A-3ABB-33ED-DD5176633FED}"/>
          </ac:spMkLst>
        </pc:spChg>
        <pc:spChg chg="mod">
          <ac:chgData name="scott conlon" userId="715640cfe8348987" providerId="LiveId" clId="{8DAD0033-C3DC-4665-9C15-CB40546DC76B}" dt="2025-07-07T04:25:58.374" v="802" actId="1076"/>
          <ac:spMkLst>
            <pc:docMk/>
            <pc:sldMk cId="1520727093" sldId="602"/>
            <ac:spMk id="16" creationId="{64C12F74-55A7-D13F-A6EF-3A1B7599A149}"/>
          </ac:spMkLst>
        </pc:spChg>
        <pc:spChg chg="mod">
          <ac:chgData name="scott conlon" userId="715640cfe8348987" providerId="LiveId" clId="{8DAD0033-C3DC-4665-9C15-CB40546DC76B}" dt="2025-07-07T04:26:06" v="803" actId="1076"/>
          <ac:spMkLst>
            <pc:docMk/>
            <pc:sldMk cId="1520727093" sldId="602"/>
            <ac:spMk id="17" creationId="{D59252BB-EDB8-FB89-CC9D-85F5E5478C59}"/>
          </ac:spMkLst>
        </pc:spChg>
        <pc:spChg chg="mod">
          <ac:chgData name="scott conlon" userId="715640cfe8348987" providerId="LiveId" clId="{8DAD0033-C3DC-4665-9C15-CB40546DC76B}" dt="2025-07-07T04:27:03.367" v="809" actId="1035"/>
          <ac:spMkLst>
            <pc:docMk/>
            <pc:sldMk cId="1520727093" sldId="602"/>
            <ac:spMk id="20" creationId="{7C4D71BD-19FE-C3A9-9860-CCFA67C45BDD}"/>
          </ac:spMkLst>
        </pc:spChg>
        <pc:spChg chg="mod">
          <ac:chgData name="scott conlon" userId="715640cfe8348987" providerId="LiveId" clId="{8DAD0033-C3DC-4665-9C15-CB40546DC76B}" dt="2025-07-07T04:09:40.933" v="772" actId="692"/>
          <ac:spMkLst>
            <pc:docMk/>
            <pc:sldMk cId="1520727093" sldId="602"/>
            <ac:spMk id="21" creationId="{6142E3D2-0C76-42F5-2304-F9C5BAB29576}"/>
          </ac:spMkLst>
        </pc:spChg>
        <pc:spChg chg="mod">
          <ac:chgData name="scott conlon" userId="715640cfe8348987" providerId="LiveId" clId="{8DAD0033-C3DC-4665-9C15-CB40546DC76B}" dt="2025-07-07T04:09:40.933" v="772" actId="692"/>
          <ac:spMkLst>
            <pc:docMk/>
            <pc:sldMk cId="1520727093" sldId="602"/>
            <ac:spMk id="22" creationId="{47B75D4E-7E89-7FC0-3F62-91D4E6C55180}"/>
          </ac:spMkLst>
        </pc:spChg>
        <pc:spChg chg="mod">
          <ac:chgData name="scott conlon" userId="715640cfe8348987" providerId="LiveId" clId="{8DAD0033-C3DC-4665-9C15-CB40546DC76B}" dt="2025-07-07T04:09:40.933" v="772" actId="692"/>
          <ac:spMkLst>
            <pc:docMk/>
            <pc:sldMk cId="1520727093" sldId="602"/>
            <ac:spMk id="23" creationId="{22393E8A-760B-1254-92B0-B14BC4449D6F}"/>
          </ac:spMkLst>
        </pc:spChg>
        <pc:spChg chg="mod">
          <ac:chgData name="scott conlon" userId="715640cfe8348987" providerId="LiveId" clId="{8DAD0033-C3DC-4665-9C15-CB40546DC76B}" dt="2025-07-07T04:09:40.933" v="772" actId="692"/>
          <ac:spMkLst>
            <pc:docMk/>
            <pc:sldMk cId="1520727093" sldId="602"/>
            <ac:spMk id="24" creationId="{AD47E8E1-B64F-3D9C-76CB-78D652C4A0A0}"/>
          </ac:spMkLst>
        </pc:spChg>
        <pc:spChg chg="mod">
          <ac:chgData name="scott conlon" userId="715640cfe8348987" providerId="LiveId" clId="{8DAD0033-C3DC-4665-9C15-CB40546DC76B}" dt="2025-07-07T04:09:40.933" v="772" actId="692"/>
          <ac:spMkLst>
            <pc:docMk/>
            <pc:sldMk cId="1520727093" sldId="602"/>
            <ac:spMk id="27" creationId="{F0F1BCF1-835C-631D-94B4-958458CC9D1E}"/>
          </ac:spMkLst>
        </pc:spChg>
        <pc:spChg chg="mod">
          <ac:chgData name="scott conlon" userId="715640cfe8348987" providerId="LiveId" clId="{8DAD0033-C3DC-4665-9C15-CB40546DC76B}" dt="2025-07-07T04:09:40.933" v="772" actId="692"/>
          <ac:spMkLst>
            <pc:docMk/>
            <pc:sldMk cId="1520727093" sldId="602"/>
            <ac:spMk id="30" creationId="{B017EA0D-66D6-8A66-7100-483F1356BC72}"/>
          </ac:spMkLst>
        </pc:spChg>
        <pc:spChg chg="mod">
          <ac:chgData name="scott conlon" userId="715640cfe8348987" providerId="LiveId" clId="{8DAD0033-C3DC-4665-9C15-CB40546DC76B}" dt="2025-07-07T04:09:40.933" v="772" actId="692"/>
          <ac:spMkLst>
            <pc:docMk/>
            <pc:sldMk cId="1520727093" sldId="602"/>
            <ac:spMk id="31" creationId="{3EA34168-6C8F-FA8B-08B3-4C0CFD3AAE37}"/>
          </ac:spMkLst>
        </pc:spChg>
        <pc:spChg chg="mod">
          <ac:chgData name="scott conlon" userId="715640cfe8348987" providerId="LiveId" clId="{8DAD0033-C3DC-4665-9C15-CB40546DC76B}" dt="2025-07-07T04:09:40.933" v="772" actId="692"/>
          <ac:spMkLst>
            <pc:docMk/>
            <pc:sldMk cId="1520727093" sldId="602"/>
            <ac:spMk id="33" creationId="{749D6925-4A7D-401C-876A-7E5D1AE331A1}"/>
          </ac:spMkLst>
        </pc:spChg>
        <pc:spChg chg="mod">
          <ac:chgData name="scott conlon" userId="715640cfe8348987" providerId="LiveId" clId="{8DAD0033-C3DC-4665-9C15-CB40546DC76B}" dt="2025-07-07T04:09:31.956" v="771" actId="1035"/>
          <ac:spMkLst>
            <pc:docMk/>
            <pc:sldMk cId="1520727093" sldId="602"/>
            <ac:spMk id="34" creationId="{606B0494-FA52-14CE-2ECB-A0C7739B2CB0}"/>
          </ac:spMkLst>
        </pc:spChg>
        <pc:spChg chg="mod">
          <ac:chgData name="scott conlon" userId="715640cfe8348987" providerId="LiveId" clId="{8DAD0033-C3DC-4665-9C15-CB40546DC76B}" dt="2025-07-07T04:09:40.933" v="772" actId="692"/>
          <ac:spMkLst>
            <pc:docMk/>
            <pc:sldMk cId="1520727093" sldId="602"/>
            <ac:spMk id="35" creationId="{1AC75010-C2E2-72EC-82D7-C233EA4C6B7E}"/>
          </ac:spMkLst>
        </pc:spChg>
        <pc:grpChg chg="mod">
          <ac:chgData name="scott conlon" userId="715640cfe8348987" providerId="LiveId" clId="{8DAD0033-C3DC-4665-9C15-CB40546DC76B}" dt="2025-07-07T04:09:18.990" v="768" actId="1038"/>
          <ac:grpSpMkLst>
            <pc:docMk/>
            <pc:sldMk cId="1520727093" sldId="602"/>
            <ac:grpSpMk id="18" creationId="{1DB9F175-AC9E-9475-DA29-B4B2E7BB2C50}"/>
          </ac:grpSpMkLst>
        </pc:grpChg>
      </pc:sldChg>
      <pc:sldChg chg="addSp delSp modSp add mod ord setBg">
        <pc:chgData name="scott conlon" userId="715640cfe8348987" providerId="LiveId" clId="{8DAD0033-C3DC-4665-9C15-CB40546DC76B}" dt="2025-07-07T23:27:11.958" v="3246" actId="1038"/>
        <pc:sldMkLst>
          <pc:docMk/>
          <pc:sldMk cId="1383193301" sldId="603"/>
        </pc:sldMkLst>
        <pc:spChg chg="mod topLvl">
          <ac:chgData name="scott conlon" userId="715640cfe8348987" providerId="LiveId" clId="{8DAD0033-C3DC-4665-9C15-CB40546DC76B}" dt="2025-07-07T23:27:02.460" v="3218" actId="164"/>
          <ac:spMkLst>
            <pc:docMk/>
            <pc:sldMk cId="1383193301" sldId="603"/>
            <ac:spMk id="20" creationId="{07E4C404-3A85-9CE0-05A3-C6B7B801CE8E}"/>
          </ac:spMkLst>
        </pc:spChg>
        <pc:spChg chg="mod topLvl">
          <ac:chgData name="scott conlon" userId="715640cfe8348987" providerId="LiveId" clId="{8DAD0033-C3DC-4665-9C15-CB40546DC76B}" dt="2025-07-07T23:27:02.460" v="3218" actId="164"/>
          <ac:spMkLst>
            <pc:docMk/>
            <pc:sldMk cId="1383193301" sldId="603"/>
            <ac:spMk id="21" creationId="{5D1475BE-3E72-CFDB-8D86-7169714B562B}"/>
          </ac:spMkLst>
        </pc:spChg>
        <pc:spChg chg="mod topLvl">
          <ac:chgData name="scott conlon" userId="715640cfe8348987" providerId="LiveId" clId="{8DAD0033-C3DC-4665-9C15-CB40546DC76B}" dt="2025-07-07T23:27:02.460" v="3218" actId="164"/>
          <ac:spMkLst>
            <pc:docMk/>
            <pc:sldMk cId="1383193301" sldId="603"/>
            <ac:spMk id="22" creationId="{30FE040A-0EEA-407F-D552-B5B19C3EAA79}"/>
          </ac:spMkLst>
        </pc:spChg>
        <pc:spChg chg="mod topLvl">
          <ac:chgData name="scott conlon" userId="715640cfe8348987" providerId="LiveId" clId="{8DAD0033-C3DC-4665-9C15-CB40546DC76B}" dt="2025-07-07T23:27:02.460" v="3218" actId="164"/>
          <ac:spMkLst>
            <pc:docMk/>
            <pc:sldMk cId="1383193301" sldId="603"/>
            <ac:spMk id="23" creationId="{86BDA626-3E02-EB46-46FB-15293E61CFCF}"/>
          </ac:spMkLst>
        </pc:spChg>
        <pc:spChg chg="mod">
          <ac:chgData name="scott conlon" userId="715640cfe8348987" providerId="LiveId" clId="{8DAD0033-C3DC-4665-9C15-CB40546DC76B}" dt="2025-07-07T23:26:42.470" v="3217" actId="165"/>
          <ac:spMkLst>
            <pc:docMk/>
            <pc:sldMk cId="1383193301" sldId="603"/>
            <ac:spMk id="26" creationId="{9A33037F-1216-62D1-A640-AE803D23DE78}"/>
          </ac:spMkLst>
        </pc:spChg>
        <pc:spChg chg="mod">
          <ac:chgData name="scott conlon" userId="715640cfe8348987" providerId="LiveId" clId="{8DAD0033-C3DC-4665-9C15-CB40546DC76B}" dt="2025-07-07T23:26:42.470" v="3217" actId="165"/>
          <ac:spMkLst>
            <pc:docMk/>
            <pc:sldMk cId="1383193301" sldId="603"/>
            <ac:spMk id="27" creationId="{9AA89250-7D31-4A37-39B3-624A3A2B5822}"/>
          </ac:spMkLst>
        </pc:spChg>
        <pc:spChg chg="mod">
          <ac:chgData name="scott conlon" userId="715640cfe8348987" providerId="LiveId" clId="{8DAD0033-C3DC-4665-9C15-CB40546DC76B}" dt="2025-07-07T23:25:32.577" v="3160" actId="1036"/>
          <ac:spMkLst>
            <pc:docMk/>
            <pc:sldMk cId="1383193301" sldId="603"/>
            <ac:spMk id="30" creationId="{CC8DA944-430E-2B67-534C-443A1EC6304D}"/>
          </ac:spMkLst>
        </pc:spChg>
        <pc:spChg chg="mod">
          <ac:chgData name="scott conlon" userId="715640cfe8348987" providerId="LiveId" clId="{8DAD0033-C3DC-4665-9C15-CB40546DC76B}" dt="2025-07-07T23:26:42.470" v="3217" actId="165"/>
          <ac:spMkLst>
            <pc:docMk/>
            <pc:sldMk cId="1383193301" sldId="603"/>
            <ac:spMk id="31" creationId="{C5F88467-F439-15A9-B473-980E857E4348}"/>
          </ac:spMkLst>
        </pc:spChg>
        <pc:spChg chg="mod">
          <ac:chgData name="scott conlon" userId="715640cfe8348987" providerId="LiveId" clId="{8DAD0033-C3DC-4665-9C15-CB40546DC76B}" dt="2025-07-07T23:26:42.470" v="3217" actId="165"/>
          <ac:spMkLst>
            <pc:docMk/>
            <pc:sldMk cId="1383193301" sldId="603"/>
            <ac:spMk id="32" creationId="{0C1A03E6-9651-026C-759E-8258FFE4F8D6}"/>
          </ac:spMkLst>
        </pc:spChg>
        <pc:spChg chg="mod">
          <ac:chgData name="scott conlon" userId="715640cfe8348987" providerId="LiveId" clId="{8DAD0033-C3DC-4665-9C15-CB40546DC76B}" dt="2025-07-07T23:26:42.470" v="3217" actId="165"/>
          <ac:spMkLst>
            <pc:docMk/>
            <pc:sldMk cId="1383193301" sldId="603"/>
            <ac:spMk id="33" creationId="{C2FFF5A5-2F14-9958-F2CE-448B441C393D}"/>
          </ac:spMkLst>
        </pc:spChg>
        <pc:spChg chg="mod">
          <ac:chgData name="scott conlon" userId="715640cfe8348987" providerId="LiveId" clId="{8DAD0033-C3DC-4665-9C15-CB40546DC76B}" dt="2025-07-07T23:26:42.470" v="3217" actId="165"/>
          <ac:spMkLst>
            <pc:docMk/>
            <pc:sldMk cId="1383193301" sldId="603"/>
            <ac:spMk id="34" creationId="{83F9BE14-F067-D8F1-83D2-A519F8720A78}"/>
          </ac:spMkLst>
        </pc:spChg>
        <pc:spChg chg="mod">
          <ac:chgData name="scott conlon" userId="715640cfe8348987" providerId="LiveId" clId="{8DAD0033-C3DC-4665-9C15-CB40546DC76B}" dt="2025-07-07T04:25:05.090" v="796" actId="692"/>
          <ac:spMkLst>
            <pc:docMk/>
            <pc:sldMk cId="1383193301" sldId="603"/>
            <ac:spMk id="35" creationId="{8BE5D400-36A5-244F-C16B-47EB336BD7CF}"/>
          </ac:spMkLst>
        </pc:spChg>
        <pc:grpChg chg="add mod">
          <ac:chgData name="scott conlon" userId="715640cfe8348987" providerId="LiveId" clId="{8DAD0033-C3DC-4665-9C15-CB40546DC76B}" dt="2025-07-07T23:27:11.958" v="3246" actId="1038"/>
          <ac:grpSpMkLst>
            <pc:docMk/>
            <pc:sldMk cId="1383193301" sldId="603"/>
            <ac:grpSpMk id="4" creationId="{9470DCA6-6E65-D4A6-F7E7-F0B6F5F5A4F0}"/>
          </ac:grpSpMkLst>
        </pc:grpChg>
        <pc:grpChg chg="mod">
          <ac:chgData name="scott conlon" userId="715640cfe8348987" providerId="LiveId" clId="{8DAD0033-C3DC-4665-9C15-CB40546DC76B}" dt="2025-07-07T23:27:02.460" v="3218" actId="164"/>
          <ac:grpSpMkLst>
            <pc:docMk/>
            <pc:sldMk cId="1383193301" sldId="603"/>
            <ac:grpSpMk id="19" creationId="{1CEF978D-F33B-77F6-1E9C-282B72FF6269}"/>
          </ac:grpSpMkLst>
        </pc:grpChg>
      </pc:sldChg>
      <pc:sldChg chg="add setBg">
        <pc:chgData name="scott conlon" userId="715640cfe8348987" providerId="LiveId" clId="{8DAD0033-C3DC-4665-9C15-CB40546DC76B}" dt="2025-07-07T04:27:22.302" v="811"/>
        <pc:sldMkLst>
          <pc:docMk/>
          <pc:sldMk cId="545862966" sldId="604"/>
        </pc:sldMkLst>
      </pc:sldChg>
      <pc:sldChg chg="modSp add del mod setBg">
        <pc:chgData name="scott conlon" userId="715640cfe8348987" providerId="LiveId" clId="{8DAD0033-C3DC-4665-9C15-CB40546DC76B}" dt="2025-07-07T04:30:43.744" v="937" actId="47"/>
        <pc:sldMkLst>
          <pc:docMk/>
          <pc:sldMk cId="3676035744" sldId="605"/>
        </pc:sldMkLst>
      </pc:sldChg>
      <pc:sldChg chg="addSp delSp modSp add mod ord">
        <pc:chgData name="scott conlon" userId="715640cfe8348987" providerId="LiveId" clId="{8DAD0033-C3DC-4665-9C15-CB40546DC76B}" dt="2025-07-07T04:59:34.506" v="2323" actId="1076"/>
        <pc:sldMkLst>
          <pc:docMk/>
          <pc:sldMk cId="2944006091" sldId="606"/>
        </pc:sldMkLst>
        <pc:spChg chg="mod">
          <ac:chgData name="scott conlon" userId="715640cfe8348987" providerId="LiveId" clId="{8DAD0033-C3DC-4665-9C15-CB40546DC76B}" dt="2025-07-07T04:31:02.155" v="949" actId="20577"/>
          <ac:spMkLst>
            <pc:docMk/>
            <pc:sldMk cId="2944006091" sldId="606"/>
            <ac:spMk id="2" creationId="{EDD64B06-85F8-D2CC-B66D-48D92A27FD08}"/>
          </ac:spMkLst>
        </pc:spChg>
        <pc:spChg chg="add mod">
          <ac:chgData name="scott conlon" userId="715640cfe8348987" providerId="LiveId" clId="{8DAD0033-C3DC-4665-9C15-CB40546DC76B}" dt="2025-07-07T04:34:26.990" v="1048"/>
          <ac:spMkLst>
            <pc:docMk/>
            <pc:sldMk cId="2944006091" sldId="606"/>
            <ac:spMk id="4" creationId="{FA425D88-7B2A-77DC-1BEB-4A8D901D42FC}"/>
          </ac:spMkLst>
        </pc:spChg>
        <pc:spChg chg="add mod">
          <ac:chgData name="scott conlon" userId="715640cfe8348987" providerId="LiveId" clId="{8DAD0033-C3DC-4665-9C15-CB40546DC76B}" dt="2025-07-07T04:34:26.990" v="1048"/>
          <ac:spMkLst>
            <pc:docMk/>
            <pc:sldMk cId="2944006091" sldId="606"/>
            <ac:spMk id="7" creationId="{8E2DE5AE-8CFC-E433-7749-28C0FB916A2A}"/>
          </ac:spMkLst>
        </pc:spChg>
        <pc:spChg chg="add mod">
          <ac:chgData name="scott conlon" userId="715640cfe8348987" providerId="LiveId" clId="{8DAD0033-C3DC-4665-9C15-CB40546DC76B}" dt="2025-07-07T04:59:34.506" v="2323" actId="1076"/>
          <ac:spMkLst>
            <pc:docMk/>
            <pc:sldMk cId="2944006091" sldId="606"/>
            <ac:spMk id="8" creationId="{EF6EE259-7058-766F-3B90-1FE4E6A8594D}"/>
          </ac:spMkLst>
        </pc:spChg>
        <pc:spChg chg="add mod">
          <ac:chgData name="scott conlon" userId="715640cfe8348987" providerId="LiveId" clId="{8DAD0033-C3DC-4665-9C15-CB40546DC76B}" dt="2025-07-07T04:59:30.516" v="2322" actId="1076"/>
          <ac:spMkLst>
            <pc:docMk/>
            <pc:sldMk cId="2944006091" sldId="606"/>
            <ac:spMk id="9" creationId="{7E211BBC-67C3-58D1-C61A-164E674BFE76}"/>
          </ac:spMkLst>
        </pc:spChg>
        <pc:spChg chg="add mod">
          <ac:chgData name="scott conlon" userId="715640cfe8348987" providerId="LiveId" clId="{8DAD0033-C3DC-4665-9C15-CB40546DC76B}" dt="2025-07-07T04:59:24.030" v="2320" actId="1076"/>
          <ac:spMkLst>
            <pc:docMk/>
            <pc:sldMk cId="2944006091" sldId="606"/>
            <ac:spMk id="10" creationId="{6B5CFA54-BEED-ED0A-7E09-D0EE07FA8E63}"/>
          </ac:spMkLst>
        </pc:spChg>
        <pc:spChg chg="add mod">
          <ac:chgData name="scott conlon" userId="715640cfe8348987" providerId="LiveId" clId="{8DAD0033-C3DC-4665-9C15-CB40546DC76B}" dt="2025-07-07T04:59:13.341" v="2318" actId="1076"/>
          <ac:spMkLst>
            <pc:docMk/>
            <pc:sldMk cId="2944006091" sldId="606"/>
            <ac:spMk id="11" creationId="{B128D8AD-006B-B286-BEE9-C6C222145360}"/>
          </ac:spMkLst>
        </pc:spChg>
        <pc:spChg chg="add mod">
          <ac:chgData name="scott conlon" userId="715640cfe8348987" providerId="LiveId" clId="{8DAD0033-C3DC-4665-9C15-CB40546DC76B}" dt="2025-07-07T04:59:11.121" v="2317" actId="1076"/>
          <ac:spMkLst>
            <pc:docMk/>
            <pc:sldMk cId="2944006091" sldId="606"/>
            <ac:spMk id="12" creationId="{705D4E23-EF78-34CB-4AE4-C8B89D2D5CE2}"/>
          </ac:spMkLst>
        </pc:spChg>
        <pc:spChg chg="add mod">
          <ac:chgData name="scott conlon" userId="715640cfe8348987" providerId="LiveId" clId="{8DAD0033-C3DC-4665-9C15-CB40546DC76B}" dt="2025-07-07T04:59:26.204" v="2321" actId="1076"/>
          <ac:spMkLst>
            <pc:docMk/>
            <pc:sldMk cId="2944006091" sldId="606"/>
            <ac:spMk id="13" creationId="{BCA36050-6035-5F6F-D2C1-BFFC9453DBCC}"/>
          </ac:spMkLst>
        </pc:spChg>
      </pc:sldChg>
      <pc:sldChg chg="addSp delSp modSp add mod setBg">
        <pc:chgData name="scott conlon" userId="715640cfe8348987" providerId="LiveId" clId="{8DAD0033-C3DC-4665-9C15-CB40546DC76B}" dt="2025-07-08T03:15:23.148" v="5036" actId="21"/>
        <pc:sldMkLst>
          <pc:docMk/>
          <pc:sldMk cId="4082367831" sldId="607"/>
        </pc:sldMkLst>
        <pc:spChg chg="mod">
          <ac:chgData name="scott conlon" userId="715640cfe8348987" providerId="LiveId" clId="{8DAD0033-C3DC-4665-9C15-CB40546DC76B}" dt="2025-07-07T04:31:56.071" v="1013" actId="6549"/>
          <ac:spMkLst>
            <pc:docMk/>
            <pc:sldMk cId="4082367831" sldId="607"/>
            <ac:spMk id="2" creationId="{E3E8A889-5B6B-8C8D-C8C2-94CAD55FDC31}"/>
          </ac:spMkLst>
        </pc:spChg>
        <pc:spChg chg="add mod">
          <ac:chgData name="scott conlon" userId="715640cfe8348987" providerId="LiveId" clId="{8DAD0033-C3DC-4665-9C15-CB40546DC76B}" dt="2025-07-07T04:39:40.367" v="1577" actId="1035"/>
          <ac:spMkLst>
            <pc:docMk/>
            <pc:sldMk cId="4082367831" sldId="607"/>
            <ac:spMk id="4" creationId="{2E5ACF41-A60D-5FCB-0622-ABDD2ADBFC7B}"/>
          </ac:spMkLst>
        </pc:spChg>
        <pc:spChg chg="add mod">
          <ac:chgData name="scott conlon" userId="715640cfe8348987" providerId="LiveId" clId="{8DAD0033-C3DC-4665-9C15-CB40546DC76B}" dt="2025-07-07T04:36:29.467" v="1174" actId="6549"/>
          <ac:spMkLst>
            <pc:docMk/>
            <pc:sldMk cId="4082367831" sldId="607"/>
            <ac:spMk id="7" creationId="{C3597D03-0825-1958-7CB6-4E535D525233}"/>
          </ac:spMkLst>
        </pc:spChg>
        <pc:spChg chg="add mod">
          <ac:chgData name="scott conlon" userId="715640cfe8348987" providerId="LiveId" clId="{8DAD0033-C3DC-4665-9C15-CB40546DC76B}" dt="2025-07-07T04:39:40.367" v="1577" actId="1035"/>
          <ac:spMkLst>
            <pc:docMk/>
            <pc:sldMk cId="4082367831" sldId="607"/>
            <ac:spMk id="8" creationId="{5C615F6C-C0E6-13C0-57C1-088AA8857CA1}"/>
          </ac:spMkLst>
        </pc:spChg>
        <pc:spChg chg="add mod">
          <ac:chgData name="scott conlon" userId="715640cfe8348987" providerId="LiveId" clId="{8DAD0033-C3DC-4665-9C15-CB40546DC76B}" dt="2025-07-07T04:39:40.367" v="1577" actId="1035"/>
          <ac:spMkLst>
            <pc:docMk/>
            <pc:sldMk cId="4082367831" sldId="607"/>
            <ac:spMk id="9" creationId="{5D5E238E-FF23-87B4-82EC-D72A3650E809}"/>
          </ac:spMkLst>
        </pc:spChg>
        <pc:spChg chg="add mod">
          <ac:chgData name="scott conlon" userId="715640cfe8348987" providerId="LiveId" clId="{8DAD0033-C3DC-4665-9C15-CB40546DC76B}" dt="2025-07-07T04:39:40.367" v="1577" actId="1035"/>
          <ac:spMkLst>
            <pc:docMk/>
            <pc:sldMk cId="4082367831" sldId="607"/>
            <ac:spMk id="10" creationId="{5FBD13AF-A3A4-FFC8-3B93-3BD9F8AE2E8F}"/>
          </ac:spMkLst>
        </pc:spChg>
        <pc:spChg chg="add mod">
          <ac:chgData name="scott conlon" userId="715640cfe8348987" providerId="LiveId" clId="{8DAD0033-C3DC-4665-9C15-CB40546DC76B}" dt="2025-07-07T04:39:51.414" v="1586" actId="1036"/>
          <ac:spMkLst>
            <pc:docMk/>
            <pc:sldMk cId="4082367831" sldId="607"/>
            <ac:spMk id="11" creationId="{F748A016-0839-343B-A238-57EE1B601B5B}"/>
          </ac:spMkLst>
        </pc:spChg>
        <pc:spChg chg="add mod">
          <ac:chgData name="scott conlon" userId="715640cfe8348987" providerId="LiveId" clId="{8DAD0033-C3DC-4665-9C15-CB40546DC76B}" dt="2025-07-07T04:39:51.414" v="1586" actId="1036"/>
          <ac:spMkLst>
            <pc:docMk/>
            <pc:sldMk cId="4082367831" sldId="607"/>
            <ac:spMk id="12" creationId="{5C773610-AD90-6863-6DE3-9556BF28211F}"/>
          </ac:spMkLst>
        </pc:spChg>
        <pc:spChg chg="add mod">
          <ac:chgData name="scott conlon" userId="715640cfe8348987" providerId="LiveId" clId="{8DAD0033-C3DC-4665-9C15-CB40546DC76B}" dt="2025-07-07T04:39:51.414" v="1586" actId="1036"/>
          <ac:spMkLst>
            <pc:docMk/>
            <pc:sldMk cId="4082367831" sldId="607"/>
            <ac:spMk id="13" creationId="{30D5846F-DD36-14D1-6FEF-06EC334F2F09}"/>
          </ac:spMkLst>
        </pc:spChg>
        <pc:spChg chg="add mod">
          <ac:chgData name="scott conlon" userId="715640cfe8348987" providerId="LiveId" clId="{8DAD0033-C3DC-4665-9C15-CB40546DC76B}" dt="2025-07-07T04:39:47.481" v="1583" actId="1036"/>
          <ac:spMkLst>
            <pc:docMk/>
            <pc:sldMk cId="4082367831" sldId="607"/>
            <ac:spMk id="14" creationId="{696BB5A4-ADE6-DBFF-7454-CEB4952A7222}"/>
          </ac:spMkLst>
        </pc:spChg>
        <pc:spChg chg="add mod">
          <ac:chgData name="scott conlon" userId="715640cfe8348987" providerId="LiveId" clId="{8DAD0033-C3DC-4665-9C15-CB40546DC76B}" dt="2025-07-07T04:39:47.481" v="1583" actId="1036"/>
          <ac:spMkLst>
            <pc:docMk/>
            <pc:sldMk cId="4082367831" sldId="607"/>
            <ac:spMk id="15" creationId="{612D1D69-CE6A-B343-964E-51EB9EA6AD6E}"/>
          </ac:spMkLst>
        </pc:spChg>
        <pc:spChg chg="mod">
          <ac:chgData name="scott conlon" userId="715640cfe8348987" providerId="LiveId" clId="{8DAD0033-C3DC-4665-9C15-CB40546DC76B}" dt="2025-07-07T23:24:11.512" v="3150" actId="1035"/>
          <ac:spMkLst>
            <pc:docMk/>
            <pc:sldMk cId="4082367831" sldId="607"/>
            <ac:spMk id="23" creationId="{BB02E6B1-6D82-1905-7270-6B69D6BCA5FE}"/>
          </ac:spMkLst>
        </pc:spChg>
        <pc:spChg chg="mod">
          <ac:chgData name="scott conlon" userId="715640cfe8348987" providerId="LiveId" clId="{8DAD0033-C3DC-4665-9C15-CB40546DC76B}" dt="2025-07-07T23:24:10.463" v="3149" actId="1035"/>
          <ac:spMkLst>
            <pc:docMk/>
            <pc:sldMk cId="4082367831" sldId="607"/>
            <ac:spMk id="30" creationId="{7F749147-4AA2-E319-4DCC-727A3C75146D}"/>
          </ac:spMkLst>
        </pc:spChg>
        <pc:spChg chg="add mod">
          <ac:chgData name="scott conlon" userId="715640cfe8348987" providerId="LiveId" clId="{8DAD0033-C3DC-4665-9C15-CB40546DC76B}" dt="2025-07-07T04:39:47.481" v="1583" actId="1036"/>
          <ac:spMkLst>
            <pc:docMk/>
            <pc:sldMk cId="4082367831" sldId="607"/>
            <ac:spMk id="36" creationId="{ED498A7D-94B6-1617-0C3E-94A6B8F429A8}"/>
          </ac:spMkLst>
        </pc:spChg>
      </pc:sldChg>
      <pc:sldChg chg="addSp delSp modSp add mod setBg">
        <pc:chgData name="scott conlon" userId="715640cfe8348987" providerId="LiveId" clId="{8DAD0033-C3DC-4665-9C15-CB40546DC76B}" dt="2025-07-07T23:24:20.198" v="3152" actId="1035"/>
        <pc:sldMkLst>
          <pc:docMk/>
          <pc:sldMk cId="1998711551" sldId="608"/>
        </pc:sldMkLst>
        <pc:spChg chg="mod">
          <ac:chgData name="scott conlon" userId="715640cfe8348987" providerId="LiveId" clId="{8DAD0033-C3DC-4665-9C15-CB40546DC76B}" dt="2025-07-07T04:31:48.757" v="1005" actId="20577"/>
          <ac:spMkLst>
            <pc:docMk/>
            <pc:sldMk cId="1998711551" sldId="608"/>
            <ac:spMk id="2" creationId="{D37A1CC5-91DD-A9E3-0E15-9F1B725DF6C9}"/>
          </ac:spMkLst>
        </pc:spChg>
        <pc:spChg chg="mod">
          <ac:chgData name="scott conlon" userId="715640cfe8348987" providerId="LiveId" clId="{8DAD0033-C3DC-4665-9C15-CB40546DC76B}" dt="2025-07-07T23:24:20.198" v="3152" actId="1035"/>
          <ac:spMkLst>
            <pc:docMk/>
            <pc:sldMk cId="1998711551" sldId="608"/>
            <ac:spMk id="23" creationId="{87C3B019-05B5-8E71-281C-A3C3F91B5CB0}"/>
          </ac:spMkLst>
        </pc:spChg>
        <pc:spChg chg="mod">
          <ac:chgData name="scott conlon" userId="715640cfe8348987" providerId="LiveId" clId="{8DAD0033-C3DC-4665-9C15-CB40546DC76B}" dt="2025-07-07T23:24:19.185" v="3151" actId="1035"/>
          <ac:spMkLst>
            <pc:docMk/>
            <pc:sldMk cId="1998711551" sldId="608"/>
            <ac:spMk id="30" creationId="{15E0510B-F271-F1F9-1213-D82A1694EFC1}"/>
          </ac:spMkLst>
        </pc:spChg>
      </pc:sldChg>
      <pc:sldChg chg="addSp delSp modSp add mod setBg">
        <pc:chgData name="scott conlon" userId="715640cfe8348987" providerId="LiveId" clId="{8DAD0033-C3DC-4665-9C15-CB40546DC76B}" dt="2025-07-08T03:25:49.731" v="5449" actId="6549"/>
        <pc:sldMkLst>
          <pc:docMk/>
          <pc:sldMk cId="1569679593" sldId="609"/>
        </pc:sldMkLst>
        <pc:spChg chg="add mod">
          <ac:chgData name="scott conlon" userId="715640cfe8348987" providerId="LiveId" clId="{8DAD0033-C3DC-4665-9C15-CB40546DC76B}" dt="2025-07-07T04:43:14.996" v="1662" actId="6549"/>
          <ac:spMkLst>
            <pc:docMk/>
            <pc:sldMk cId="1569679593" sldId="609"/>
            <ac:spMk id="16" creationId="{4137D568-40F8-1577-A37A-C44C80AB6B64}"/>
          </ac:spMkLst>
        </pc:spChg>
        <pc:spChg chg="add mod">
          <ac:chgData name="scott conlon" userId="715640cfe8348987" providerId="LiveId" clId="{8DAD0033-C3DC-4665-9C15-CB40546DC76B}" dt="2025-07-08T03:25:49.731" v="5449" actId="6549"/>
          <ac:spMkLst>
            <pc:docMk/>
            <pc:sldMk cId="1569679593" sldId="609"/>
            <ac:spMk id="17" creationId="{5B2C8B95-521D-302C-B486-B818CB133010}"/>
          </ac:spMkLst>
        </pc:spChg>
        <pc:spChg chg="add mod">
          <ac:chgData name="scott conlon" userId="715640cfe8348987" providerId="LiveId" clId="{8DAD0033-C3DC-4665-9C15-CB40546DC76B}" dt="2025-07-07T04:44:43.630" v="1857" actId="6549"/>
          <ac:spMkLst>
            <pc:docMk/>
            <pc:sldMk cId="1569679593" sldId="609"/>
            <ac:spMk id="18" creationId="{2E402E64-CD40-51AF-0AC8-D38AC2F53FF0}"/>
          </ac:spMkLst>
        </pc:spChg>
        <pc:spChg chg="add mod">
          <ac:chgData name="scott conlon" userId="715640cfe8348987" providerId="LiveId" clId="{8DAD0033-C3DC-4665-9C15-CB40546DC76B}" dt="2025-07-07T04:44:10.343" v="1684" actId="1037"/>
          <ac:spMkLst>
            <pc:docMk/>
            <pc:sldMk cId="1569679593" sldId="609"/>
            <ac:spMk id="19" creationId="{EB8C2930-421D-E502-9B40-1F34D1C2CF02}"/>
          </ac:spMkLst>
        </pc:spChg>
        <pc:spChg chg="add mod">
          <ac:chgData name="scott conlon" userId="715640cfe8348987" providerId="LiveId" clId="{8DAD0033-C3DC-4665-9C15-CB40546DC76B}" dt="2025-07-07T04:44:03.946" v="1679" actId="1076"/>
          <ac:spMkLst>
            <pc:docMk/>
            <pc:sldMk cId="1569679593" sldId="609"/>
            <ac:spMk id="20" creationId="{2CE68533-7E57-B4B5-5F9B-DC96F68B4F37}"/>
          </ac:spMkLst>
        </pc:spChg>
        <pc:spChg chg="add mod">
          <ac:chgData name="scott conlon" userId="715640cfe8348987" providerId="LiveId" clId="{8DAD0033-C3DC-4665-9C15-CB40546DC76B}" dt="2025-07-07T04:43:56.574" v="1677" actId="1076"/>
          <ac:spMkLst>
            <pc:docMk/>
            <pc:sldMk cId="1569679593" sldId="609"/>
            <ac:spMk id="21" creationId="{DA1E22FE-49E4-87EA-2F2D-EB1A3F80B96A}"/>
          </ac:spMkLst>
        </pc:spChg>
        <pc:spChg chg="add mod">
          <ac:chgData name="scott conlon" userId="715640cfe8348987" providerId="LiveId" clId="{8DAD0033-C3DC-4665-9C15-CB40546DC76B}" dt="2025-07-07T04:44:01.628" v="1678" actId="1076"/>
          <ac:spMkLst>
            <pc:docMk/>
            <pc:sldMk cId="1569679593" sldId="609"/>
            <ac:spMk id="22" creationId="{20079895-1915-C6E3-5688-B15EAE3C61C6}"/>
          </ac:spMkLst>
        </pc:spChg>
        <pc:spChg chg="add mod">
          <ac:chgData name="scott conlon" userId="715640cfe8348987" providerId="LiveId" clId="{8DAD0033-C3DC-4665-9C15-CB40546DC76B}" dt="2025-07-07T04:43:49.884" v="1675" actId="1076"/>
          <ac:spMkLst>
            <pc:docMk/>
            <pc:sldMk cId="1569679593" sldId="609"/>
            <ac:spMk id="23" creationId="{6FC8AE3D-75E4-1A11-E07B-E399F25D4230}"/>
          </ac:spMkLst>
        </pc:spChg>
        <pc:spChg chg="add mod">
          <ac:chgData name="scott conlon" userId="715640cfe8348987" providerId="LiveId" clId="{8DAD0033-C3DC-4665-9C15-CB40546DC76B}" dt="2025-07-07T04:44:13.247" v="1687" actId="1035"/>
          <ac:spMkLst>
            <pc:docMk/>
            <pc:sldMk cId="1569679593" sldId="609"/>
            <ac:spMk id="24" creationId="{19C1C38D-389A-129A-3190-E88EC634476C}"/>
          </ac:spMkLst>
        </pc:spChg>
        <pc:spChg chg="add mod">
          <ac:chgData name="scott conlon" userId="715640cfe8348987" providerId="LiveId" clId="{8DAD0033-C3DC-4665-9C15-CB40546DC76B}" dt="2025-07-07T04:43:45.090" v="1673" actId="1076"/>
          <ac:spMkLst>
            <pc:docMk/>
            <pc:sldMk cId="1569679593" sldId="609"/>
            <ac:spMk id="25" creationId="{416A7B4A-1CFD-3F5D-3BD2-B47E797F7C67}"/>
          </ac:spMkLst>
        </pc:spChg>
        <pc:spChg chg="add mod">
          <ac:chgData name="scott conlon" userId="715640cfe8348987" providerId="LiveId" clId="{8DAD0033-C3DC-4665-9C15-CB40546DC76B}" dt="2025-07-07T04:43:43.247" v="1672" actId="1076"/>
          <ac:spMkLst>
            <pc:docMk/>
            <pc:sldMk cId="1569679593" sldId="609"/>
            <ac:spMk id="26" creationId="{965AC4B3-6D6D-7CCF-607E-13168B1004FB}"/>
          </ac:spMkLst>
        </pc:spChg>
        <pc:spChg chg="add mod">
          <ac:chgData name="scott conlon" userId="715640cfe8348987" providerId="LiveId" clId="{8DAD0033-C3DC-4665-9C15-CB40546DC76B}" dt="2025-07-07T04:44:19.060" v="1735" actId="1038"/>
          <ac:spMkLst>
            <pc:docMk/>
            <pc:sldMk cId="1569679593" sldId="609"/>
            <ac:spMk id="28" creationId="{710156B9-5555-F62F-7EC8-9BE319286364}"/>
          </ac:spMkLst>
        </pc:spChg>
        <pc:picChg chg="add mod">
          <ac:chgData name="scott conlon" userId="715640cfe8348987" providerId="LiveId" clId="{8DAD0033-C3DC-4665-9C15-CB40546DC76B}" dt="2025-07-07T04:47:57.177" v="2017"/>
          <ac:picMkLst>
            <pc:docMk/>
            <pc:sldMk cId="1569679593" sldId="609"/>
            <ac:picMk id="30" creationId="{590F8425-F25D-A950-F09A-E857BB9397C8}"/>
          </ac:picMkLst>
        </pc:picChg>
      </pc:sldChg>
      <pc:sldChg chg="addSp modSp add mod setBg">
        <pc:chgData name="scott conlon" userId="715640cfe8348987" providerId="LiveId" clId="{8DAD0033-C3DC-4665-9C15-CB40546DC76B}" dt="2025-07-08T03:17:58.548" v="5133" actId="20577"/>
        <pc:sldMkLst>
          <pc:docMk/>
          <pc:sldMk cId="581044915" sldId="610"/>
        </pc:sldMkLst>
        <pc:spChg chg="mod">
          <ac:chgData name="scott conlon" userId="715640cfe8348987" providerId="LiveId" clId="{8DAD0033-C3DC-4665-9C15-CB40546DC76B}" dt="2025-07-07T04:45:14.962" v="1870" actId="6549"/>
          <ac:spMkLst>
            <pc:docMk/>
            <pc:sldMk cId="581044915" sldId="610"/>
            <ac:spMk id="2" creationId="{B9550467-D8E8-BA6E-9F13-8D12A522C740}"/>
          </ac:spMkLst>
        </pc:spChg>
        <pc:spChg chg="mod">
          <ac:chgData name="scott conlon" userId="715640cfe8348987" providerId="LiveId" clId="{8DAD0033-C3DC-4665-9C15-CB40546DC76B}" dt="2025-07-07T04:45:28.207" v="1876" actId="1035"/>
          <ac:spMkLst>
            <pc:docMk/>
            <pc:sldMk cId="581044915" sldId="610"/>
            <ac:spMk id="16" creationId="{5DFB27D6-87B8-B738-77AB-DFEBDEC998E8}"/>
          </ac:spMkLst>
        </pc:spChg>
        <pc:spChg chg="mod">
          <ac:chgData name="scott conlon" userId="715640cfe8348987" providerId="LiveId" clId="{8DAD0033-C3DC-4665-9C15-CB40546DC76B}" dt="2025-07-07T04:45:22.220" v="1871" actId="1076"/>
          <ac:spMkLst>
            <pc:docMk/>
            <pc:sldMk cId="581044915" sldId="610"/>
            <ac:spMk id="18" creationId="{9C71B47B-089D-AE19-6DD0-140A4689E4CC}"/>
          </ac:spMkLst>
        </pc:spChg>
        <pc:spChg chg="mod">
          <ac:chgData name="scott conlon" userId="715640cfe8348987" providerId="LiveId" clId="{8DAD0033-C3DC-4665-9C15-CB40546DC76B}" dt="2025-07-07T04:46:50.299" v="2000" actId="1037"/>
          <ac:spMkLst>
            <pc:docMk/>
            <pc:sldMk cId="581044915" sldId="610"/>
            <ac:spMk id="19" creationId="{7E37B2BE-F315-AC7E-5C28-A1A2708A8620}"/>
          </ac:spMkLst>
        </pc:spChg>
        <pc:spChg chg="mod">
          <ac:chgData name="scott conlon" userId="715640cfe8348987" providerId="LiveId" clId="{8DAD0033-C3DC-4665-9C15-CB40546DC76B}" dt="2025-07-07T04:46:54.065" v="2001" actId="1038"/>
          <ac:spMkLst>
            <pc:docMk/>
            <pc:sldMk cId="581044915" sldId="610"/>
            <ac:spMk id="20" creationId="{02FA637D-5749-848E-AD51-B5761D340AEB}"/>
          </ac:spMkLst>
        </pc:spChg>
        <pc:spChg chg="mod">
          <ac:chgData name="scott conlon" userId="715640cfe8348987" providerId="LiveId" clId="{8DAD0033-C3DC-4665-9C15-CB40546DC76B}" dt="2025-07-07T04:47:18.791" v="2013" actId="1038"/>
          <ac:spMkLst>
            <pc:docMk/>
            <pc:sldMk cId="581044915" sldId="610"/>
            <ac:spMk id="21" creationId="{AC6FBD58-9333-6BC3-4F6D-FEB5444B64D6}"/>
          </ac:spMkLst>
        </pc:spChg>
        <pc:spChg chg="mod">
          <ac:chgData name="scott conlon" userId="715640cfe8348987" providerId="LiveId" clId="{8DAD0033-C3DC-4665-9C15-CB40546DC76B}" dt="2025-07-07T04:47:21.582" v="2016" actId="1035"/>
          <ac:spMkLst>
            <pc:docMk/>
            <pc:sldMk cId="581044915" sldId="610"/>
            <ac:spMk id="22" creationId="{47C13AC5-D0C8-BDC3-8DA5-573EA790E7D7}"/>
          </ac:spMkLst>
        </pc:spChg>
        <pc:spChg chg="mod">
          <ac:chgData name="scott conlon" userId="715640cfe8348987" providerId="LiveId" clId="{8DAD0033-C3DC-4665-9C15-CB40546DC76B}" dt="2025-07-07T04:46:14.622" v="1949" actId="1076"/>
          <ac:spMkLst>
            <pc:docMk/>
            <pc:sldMk cId="581044915" sldId="610"/>
            <ac:spMk id="23" creationId="{7F756F88-92C8-1C64-B348-4B27B1CD842B}"/>
          </ac:spMkLst>
        </pc:spChg>
        <pc:spChg chg="mod">
          <ac:chgData name="scott conlon" userId="715640cfe8348987" providerId="LiveId" clId="{8DAD0033-C3DC-4665-9C15-CB40546DC76B}" dt="2025-07-08T03:17:44.747" v="5127" actId="1035"/>
          <ac:spMkLst>
            <pc:docMk/>
            <pc:sldMk cId="581044915" sldId="610"/>
            <ac:spMk id="24" creationId="{338F9F6B-3D1F-FA95-4443-D847BE110D59}"/>
          </ac:spMkLst>
        </pc:spChg>
        <pc:spChg chg="mod">
          <ac:chgData name="scott conlon" userId="715640cfe8348987" providerId="LiveId" clId="{8DAD0033-C3DC-4665-9C15-CB40546DC76B}" dt="2025-07-07T04:46:20.637" v="1951" actId="1076"/>
          <ac:spMkLst>
            <pc:docMk/>
            <pc:sldMk cId="581044915" sldId="610"/>
            <ac:spMk id="25" creationId="{72ABA2A5-09E3-9596-896B-A313F2A45265}"/>
          </ac:spMkLst>
        </pc:spChg>
        <pc:spChg chg="mod">
          <ac:chgData name="scott conlon" userId="715640cfe8348987" providerId="LiveId" clId="{8DAD0033-C3DC-4665-9C15-CB40546DC76B}" dt="2025-07-07T04:47:20.479" v="2015" actId="1035"/>
          <ac:spMkLst>
            <pc:docMk/>
            <pc:sldMk cId="581044915" sldId="610"/>
            <ac:spMk id="26" creationId="{FD2B6ABE-C58A-9734-8F14-A35719ACA8ED}"/>
          </ac:spMkLst>
        </pc:spChg>
        <pc:spChg chg="add mod">
          <ac:chgData name="scott conlon" userId="715640cfe8348987" providerId="LiveId" clId="{8DAD0033-C3DC-4665-9C15-CB40546DC76B}" dt="2025-07-08T03:17:58.548" v="5133" actId="20577"/>
          <ac:spMkLst>
            <pc:docMk/>
            <pc:sldMk cId="581044915" sldId="610"/>
            <ac:spMk id="27" creationId="{297F6308-19D8-B5A7-4FF6-EE035CEC2D02}"/>
          </ac:spMkLst>
        </pc:spChg>
        <pc:picChg chg="add mod">
          <ac:chgData name="scott conlon" userId="715640cfe8348987" providerId="LiveId" clId="{8DAD0033-C3DC-4665-9C15-CB40546DC76B}" dt="2025-07-07T04:46:06.246" v="1948" actId="1036"/>
          <ac:picMkLst>
            <pc:docMk/>
            <pc:sldMk cId="581044915" sldId="610"/>
            <ac:picMk id="17" creationId="{972C7C79-C243-990A-87F9-6CA691B6F8A4}"/>
          </ac:picMkLst>
        </pc:picChg>
      </pc:sldChg>
      <pc:sldChg chg="add setBg">
        <pc:chgData name="scott conlon" userId="715640cfe8348987" providerId="LiveId" clId="{8DAD0033-C3DC-4665-9C15-CB40546DC76B}" dt="2025-07-07T04:48:16.701" v="2019"/>
        <pc:sldMkLst>
          <pc:docMk/>
          <pc:sldMk cId="4139665656" sldId="611"/>
        </pc:sldMkLst>
      </pc:sldChg>
      <pc:sldChg chg="add setBg">
        <pc:chgData name="scott conlon" userId="715640cfe8348987" providerId="LiveId" clId="{8DAD0033-C3DC-4665-9C15-CB40546DC76B}" dt="2025-07-07T04:48:16.701" v="2019"/>
        <pc:sldMkLst>
          <pc:docMk/>
          <pc:sldMk cId="3316831800" sldId="612"/>
        </pc:sldMkLst>
      </pc:sldChg>
      <pc:sldChg chg="addSp delSp modSp add mod setBg">
        <pc:chgData name="scott conlon" userId="715640cfe8348987" providerId="LiveId" clId="{8DAD0033-C3DC-4665-9C15-CB40546DC76B}" dt="2025-07-09T02:07:39.847" v="5499" actId="255"/>
        <pc:sldMkLst>
          <pc:docMk/>
          <pc:sldMk cId="605639947" sldId="613"/>
        </pc:sldMkLst>
        <pc:spChg chg="mod">
          <ac:chgData name="scott conlon" userId="715640cfe8348987" providerId="LiveId" clId="{8DAD0033-C3DC-4665-9C15-CB40546DC76B}" dt="2025-07-07T04:50:21.921" v="2042" actId="20577"/>
          <ac:spMkLst>
            <pc:docMk/>
            <pc:sldMk cId="605639947" sldId="613"/>
            <ac:spMk id="2" creationId="{BB5FEE6D-6726-9350-3426-00D2D353B9F3}"/>
          </ac:spMkLst>
        </pc:spChg>
        <pc:spChg chg="add mod">
          <ac:chgData name="scott conlon" userId="715640cfe8348987" providerId="LiveId" clId="{8DAD0033-C3DC-4665-9C15-CB40546DC76B}" dt="2025-07-09T02:07:39.847" v="5499" actId="255"/>
          <ac:spMkLst>
            <pc:docMk/>
            <pc:sldMk cId="605639947" sldId="613"/>
            <ac:spMk id="4" creationId="{FAA3D986-5262-F3E7-9A7A-84B615FEFD27}"/>
          </ac:spMkLst>
        </pc:spChg>
      </pc:sldChg>
      <pc:sldChg chg="addSp delSp modSp add mod setBg">
        <pc:chgData name="scott conlon" userId="715640cfe8348987" providerId="LiveId" clId="{8DAD0033-C3DC-4665-9C15-CB40546DC76B}" dt="2025-07-09T02:11:49.984" v="5568" actId="478"/>
        <pc:sldMkLst>
          <pc:docMk/>
          <pc:sldMk cId="2025347170" sldId="614"/>
        </pc:sldMkLst>
        <pc:spChg chg="mod">
          <ac:chgData name="scott conlon" userId="715640cfe8348987" providerId="LiveId" clId="{8DAD0033-C3DC-4665-9C15-CB40546DC76B}" dt="2025-07-07T23:10:35.536" v="2573" actId="20577"/>
          <ac:spMkLst>
            <pc:docMk/>
            <pc:sldMk cId="2025347170" sldId="614"/>
            <ac:spMk id="2" creationId="{589C6955-86BD-7351-83E5-219351C5515B}"/>
          </ac:spMkLst>
        </pc:spChg>
        <pc:spChg chg="add del mod">
          <ac:chgData name="scott conlon" userId="715640cfe8348987" providerId="LiveId" clId="{8DAD0033-C3DC-4665-9C15-CB40546DC76B}" dt="2025-07-07T05:02:28.853" v="2475" actId="1076"/>
          <ac:spMkLst>
            <pc:docMk/>
            <pc:sldMk cId="2025347170" sldId="614"/>
            <ac:spMk id="8" creationId="{2B20DE54-D39C-98DC-2085-407E310E904D}"/>
          </ac:spMkLst>
        </pc:spChg>
        <pc:spChg chg="add mod">
          <ac:chgData name="scott conlon" userId="715640cfe8348987" providerId="LiveId" clId="{8DAD0033-C3DC-4665-9C15-CB40546DC76B}" dt="2025-07-07T05:03:23.011" v="2549" actId="1037"/>
          <ac:spMkLst>
            <pc:docMk/>
            <pc:sldMk cId="2025347170" sldId="614"/>
            <ac:spMk id="9" creationId="{85073FDA-7FA2-ADB6-AB21-94D9D63BBE35}"/>
          </ac:spMkLst>
        </pc:spChg>
        <pc:spChg chg="add mod">
          <ac:chgData name="scott conlon" userId="715640cfe8348987" providerId="LiveId" clId="{8DAD0033-C3DC-4665-9C15-CB40546DC76B}" dt="2025-07-07T05:02:32.356" v="2478" actId="1037"/>
          <ac:spMkLst>
            <pc:docMk/>
            <pc:sldMk cId="2025347170" sldId="614"/>
            <ac:spMk id="10" creationId="{3A508283-587C-F362-9941-6783FC36F22E}"/>
          </ac:spMkLst>
        </pc:spChg>
        <pc:spChg chg="add mod">
          <ac:chgData name="scott conlon" userId="715640cfe8348987" providerId="LiveId" clId="{8DAD0033-C3DC-4665-9C15-CB40546DC76B}" dt="2025-07-07T05:03:12.931" v="2532" actId="1037"/>
          <ac:spMkLst>
            <pc:docMk/>
            <pc:sldMk cId="2025347170" sldId="614"/>
            <ac:spMk id="11" creationId="{00FA1144-548C-8474-E46A-33AD579F8AB5}"/>
          </ac:spMkLst>
        </pc:spChg>
        <pc:spChg chg="add mod">
          <ac:chgData name="scott conlon" userId="715640cfe8348987" providerId="LiveId" clId="{8DAD0033-C3DC-4665-9C15-CB40546DC76B}" dt="2025-07-07T05:03:06.502" v="2528" actId="1076"/>
          <ac:spMkLst>
            <pc:docMk/>
            <pc:sldMk cId="2025347170" sldId="614"/>
            <ac:spMk id="12" creationId="{D96F7A5E-FA52-D148-D911-EEC3BE5F55DE}"/>
          </ac:spMkLst>
        </pc:spChg>
        <pc:spChg chg="add mod">
          <ac:chgData name="scott conlon" userId="715640cfe8348987" providerId="LiveId" clId="{8DAD0033-C3DC-4665-9C15-CB40546DC76B}" dt="2025-07-07T05:03:04.987" v="2527" actId="1076"/>
          <ac:spMkLst>
            <pc:docMk/>
            <pc:sldMk cId="2025347170" sldId="614"/>
            <ac:spMk id="13" creationId="{3CC6E936-C42D-4944-DA1D-328E7E8B2B92}"/>
          </ac:spMkLst>
        </pc:spChg>
        <pc:spChg chg="add mod">
          <ac:chgData name="scott conlon" userId="715640cfe8348987" providerId="LiveId" clId="{8DAD0033-C3DC-4665-9C15-CB40546DC76B}" dt="2025-07-07T05:02:42.691" v="2482" actId="1076"/>
          <ac:spMkLst>
            <pc:docMk/>
            <pc:sldMk cId="2025347170" sldId="614"/>
            <ac:spMk id="14" creationId="{B3D59E97-4321-DAAA-372B-B9C7A167FD97}"/>
          </ac:spMkLst>
        </pc:spChg>
        <pc:spChg chg="add mod">
          <ac:chgData name="scott conlon" userId="715640cfe8348987" providerId="LiveId" clId="{8DAD0033-C3DC-4665-9C15-CB40546DC76B}" dt="2025-07-07T05:03:25.965" v="2559" actId="1037"/>
          <ac:spMkLst>
            <pc:docMk/>
            <pc:sldMk cId="2025347170" sldId="614"/>
            <ac:spMk id="15" creationId="{F2A4BDDB-ADC7-CC21-2437-A7C0073111F5}"/>
          </ac:spMkLst>
        </pc:spChg>
        <pc:spChg chg="add mod">
          <ac:chgData name="scott conlon" userId="715640cfe8348987" providerId="LiveId" clId="{8DAD0033-C3DC-4665-9C15-CB40546DC76B}" dt="2025-07-07T05:02:49.649" v="2484" actId="1076"/>
          <ac:spMkLst>
            <pc:docMk/>
            <pc:sldMk cId="2025347170" sldId="614"/>
            <ac:spMk id="16" creationId="{0E302E40-07E7-B178-9808-3D0ED9F4856F}"/>
          </ac:spMkLst>
        </pc:spChg>
        <pc:spChg chg="add mod">
          <ac:chgData name="scott conlon" userId="715640cfe8348987" providerId="LiveId" clId="{8DAD0033-C3DC-4665-9C15-CB40546DC76B}" dt="2025-07-07T05:03:14.499" v="2535" actId="1037"/>
          <ac:spMkLst>
            <pc:docMk/>
            <pc:sldMk cId="2025347170" sldId="614"/>
            <ac:spMk id="17" creationId="{6B089137-1DDA-5536-69B9-C1671697F5C3}"/>
          </ac:spMkLst>
        </pc:spChg>
        <pc:spChg chg="mod">
          <ac:chgData name="scott conlon" userId="715640cfe8348987" providerId="LiveId" clId="{8DAD0033-C3DC-4665-9C15-CB40546DC76B}" dt="2025-07-07T05:00:39.171" v="2333" actId="692"/>
          <ac:spMkLst>
            <pc:docMk/>
            <pc:sldMk cId="2025347170" sldId="614"/>
            <ac:spMk id="20" creationId="{0CFD8356-F35A-EBDB-EA23-FAE106AC3DD8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21" creationId="{482C8BB7-5C80-A3CC-1281-BE24B0AE3A67}"/>
          </ac:spMkLst>
        </pc:spChg>
        <pc:spChg chg="mod">
          <ac:chgData name="scott conlon" userId="715640cfe8348987" providerId="LiveId" clId="{8DAD0033-C3DC-4665-9C15-CB40546DC76B}" dt="2025-07-07T23:23:35.424" v="3144" actId="1035"/>
          <ac:spMkLst>
            <pc:docMk/>
            <pc:sldMk cId="2025347170" sldId="614"/>
            <ac:spMk id="23" creationId="{4D9D2EC7-0DD3-3473-C612-EE5A9427070D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24" creationId="{1D21F3EE-F394-9558-6748-1820BE9D9456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26" creationId="{79CC5A2A-71CB-FFC9-9BFA-E23F61C368EB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27" creationId="{503D4DB7-2BDD-DD20-1630-A0F8FFB6FB26}"/>
          </ac:spMkLst>
        </pc:spChg>
        <pc:spChg chg="mod">
          <ac:chgData name="scott conlon" userId="715640cfe8348987" providerId="LiveId" clId="{8DAD0033-C3DC-4665-9C15-CB40546DC76B}" dt="2025-07-07T23:23:32.716" v="3143" actId="1035"/>
          <ac:spMkLst>
            <pc:docMk/>
            <pc:sldMk cId="2025347170" sldId="614"/>
            <ac:spMk id="30" creationId="{5642AC32-713A-3BD9-AD14-CAEB77D9C2EA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33" creationId="{A037342C-A29A-7036-071F-75AE04F95D95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34" creationId="{44A781DF-6C08-4EAF-ED4E-E47DF9545722}"/>
          </ac:spMkLst>
        </pc:spChg>
        <pc:spChg chg="mod">
          <ac:chgData name="scott conlon" userId="715640cfe8348987" providerId="LiveId" clId="{8DAD0033-C3DC-4665-9C15-CB40546DC76B}" dt="2025-07-07T05:02:21.003" v="2474" actId="1038"/>
          <ac:spMkLst>
            <pc:docMk/>
            <pc:sldMk cId="2025347170" sldId="614"/>
            <ac:spMk id="35" creationId="{79E3FB5E-09BE-0C23-5E50-BEAB3C9319D5}"/>
          </ac:spMkLst>
        </pc:spChg>
        <pc:spChg chg="add mod">
          <ac:chgData name="scott conlon" userId="715640cfe8348987" providerId="LiveId" clId="{8DAD0033-C3DC-4665-9C15-CB40546DC76B}" dt="2025-07-07T05:03:00.464" v="2520" actId="1076"/>
          <ac:spMkLst>
            <pc:docMk/>
            <pc:sldMk cId="2025347170" sldId="614"/>
            <ac:spMk id="36" creationId="{802E21B9-438E-F11E-B90B-658CBB3BA0D8}"/>
          </ac:spMkLst>
        </pc:spChg>
      </pc:sldChg>
      <pc:sldChg chg="addSp delSp modSp add mod setBg">
        <pc:chgData name="scott conlon" userId="715640cfe8348987" providerId="LiveId" clId="{8DAD0033-C3DC-4665-9C15-CB40546DC76B}" dt="2025-07-07T23:41:51.769" v="5022" actId="6549"/>
        <pc:sldMkLst>
          <pc:docMk/>
          <pc:sldMk cId="2174295494" sldId="615"/>
        </pc:sldMkLst>
      </pc:sldChg>
      <pc:sldChg chg="modSp add mod ord setBg">
        <pc:chgData name="scott conlon" userId="715640cfe8348987" providerId="LiveId" clId="{8DAD0033-C3DC-4665-9C15-CB40546DC76B}" dt="2025-07-07T23:22:14.922" v="3096" actId="20577"/>
        <pc:sldMkLst>
          <pc:docMk/>
          <pc:sldMk cId="1770554132" sldId="616"/>
        </pc:sldMkLst>
        <pc:spChg chg="mod">
          <ac:chgData name="scott conlon" userId="715640cfe8348987" providerId="LiveId" clId="{8DAD0033-C3DC-4665-9C15-CB40546DC76B}" dt="2025-07-07T23:22:14.922" v="3096" actId="20577"/>
          <ac:spMkLst>
            <pc:docMk/>
            <pc:sldMk cId="1770554132" sldId="616"/>
            <ac:spMk id="2" creationId="{7773F73D-8BC8-6695-EF7D-405D6B6D54FB}"/>
          </ac:spMkLst>
        </pc:spChg>
      </pc:sldChg>
      <pc:sldChg chg="delSp modSp add mod setBg">
        <pc:chgData name="scott conlon" userId="715640cfe8348987" providerId="LiveId" clId="{8DAD0033-C3DC-4665-9C15-CB40546DC76B}" dt="2025-07-07T23:40:37.072" v="4891" actId="20577"/>
        <pc:sldMkLst>
          <pc:docMk/>
          <pc:sldMk cId="2453364244" sldId="617"/>
        </pc:sldMkLst>
      </pc:sldChg>
      <pc:sldChg chg="delSp modSp add mod setBg">
        <pc:chgData name="scott conlon" userId="715640cfe8348987" providerId="LiveId" clId="{8DAD0033-C3DC-4665-9C15-CB40546DC76B}" dt="2025-07-07T23:39:29.455" v="4693" actId="20577"/>
        <pc:sldMkLst>
          <pc:docMk/>
          <pc:sldMk cId="4212875540" sldId="618"/>
        </pc:sldMkLst>
      </pc:sldChg>
      <pc:sldChg chg="modSp add mod setBg">
        <pc:chgData name="scott conlon" userId="715640cfe8348987" providerId="LiveId" clId="{8DAD0033-C3DC-4665-9C15-CB40546DC76B}" dt="2025-07-07T23:34:26.099" v="4005" actId="20577"/>
        <pc:sldMkLst>
          <pc:docMk/>
          <pc:sldMk cId="109455598" sldId="619"/>
        </pc:sldMkLst>
      </pc:sldChg>
      <pc:sldChg chg="modSp add mod setBg">
        <pc:chgData name="scott conlon" userId="715640cfe8348987" providerId="LiveId" clId="{8DAD0033-C3DC-4665-9C15-CB40546DC76B}" dt="2025-07-07T23:36:46.944" v="4393" actId="20577"/>
        <pc:sldMkLst>
          <pc:docMk/>
          <pc:sldMk cId="2291778484" sldId="620"/>
        </pc:sldMkLst>
      </pc:sldChg>
      <pc:sldChg chg="modSp add mod setBg">
        <pc:chgData name="scott conlon" userId="715640cfe8348987" providerId="LiveId" clId="{8DAD0033-C3DC-4665-9C15-CB40546DC76B}" dt="2025-07-07T23:38:48.890" v="4674" actId="6549"/>
        <pc:sldMkLst>
          <pc:docMk/>
          <pc:sldMk cId="3416630435" sldId="621"/>
        </pc:sldMkLst>
      </pc:sldChg>
      <pc:sldChg chg="modSp add mod setBg">
        <pc:chgData name="scott conlon" userId="715640cfe8348987" providerId="LiveId" clId="{8DAD0033-C3DC-4665-9C15-CB40546DC76B}" dt="2025-07-09T02:11:41.019" v="5566" actId="1035"/>
        <pc:sldMkLst>
          <pc:docMk/>
          <pc:sldMk cId="1054723861" sldId="622"/>
        </pc:sldMkLst>
        <pc:spChg chg="mod">
          <ac:chgData name="scott conlon" userId="715640cfe8348987" providerId="LiveId" clId="{8DAD0033-C3DC-4665-9C15-CB40546DC76B}" dt="2025-07-09T02:11:41.019" v="5566" actId="1035"/>
          <ac:spMkLst>
            <pc:docMk/>
            <pc:sldMk cId="1054723861" sldId="622"/>
            <ac:spMk id="8" creationId="{D1C32B76-CE8E-442E-7C60-043819652BA3}"/>
          </ac:spMkLst>
        </pc:spChg>
      </pc:sldChg>
    </pc:docChg>
  </pc:docChgLst>
  <pc:docChgLst>
    <pc:chgData name="scott conlon" userId="715640cfe8348987" providerId="LiveId" clId="{E31CD4DA-2419-484A-BCC1-D856663DE080}"/>
    <pc:docChg chg="undo redo custSel addSld modSld modNotesMaster modHandout">
      <pc:chgData name="scott conlon" userId="715640cfe8348987" providerId="LiveId" clId="{E31CD4DA-2419-484A-BCC1-D856663DE080}" dt="2025-06-01T22:58:21.406" v="359" actId="6549"/>
      <pc:docMkLst>
        <pc:docMk/>
      </pc:docMkLst>
      <pc:sldChg chg="addSp delSp modSp add mod">
        <pc:chgData name="scott conlon" userId="715640cfe8348987" providerId="LiveId" clId="{E31CD4DA-2419-484A-BCC1-D856663DE080}" dt="2025-05-17T21:46:35.322" v="149" actId="20577"/>
        <pc:sldMkLst>
          <pc:docMk/>
          <pc:sldMk cId="3444516135" sldId="583"/>
        </pc:sldMkLst>
      </pc:sldChg>
      <pc:sldChg chg="modSp add mod">
        <pc:chgData name="scott conlon" userId="715640cfe8348987" providerId="LiveId" clId="{E31CD4DA-2419-484A-BCC1-D856663DE080}" dt="2025-05-17T21:46:28.847" v="148" actId="20577"/>
        <pc:sldMkLst>
          <pc:docMk/>
          <pc:sldMk cId="3793103241" sldId="584"/>
        </pc:sldMkLst>
      </pc:sldChg>
      <pc:sldChg chg="modSp add mod">
        <pc:chgData name="scott conlon" userId="715640cfe8348987" providerId="LiveId" clId="{E31CD4DA-2419-484A-BCC1-D856663DE080}" dt="2025-05-23T23:15:01.191" v="232" actId="6549"/>
        <pc:sldMkLst>
          <pc:docMk/>
          <pc:sldMk cId="1146497754" sldId="585"/>
        </pc:sldMkLst>
      </pc:sldChg>
      <pc:sldChg chg="modSp add mod">
        <pc:chgData name="scott conlon" userId="715640cfe8348987" providerId="LiveId" clId="{E31CD4DA-2419-484A-BCC1-D856663DE080}" dt="2025-05-23T23:13:41.987" v="197" actId="20577"/>
        <pc:sldMkLst>
          <pc:docMk/>
          <pc:sldMk cId="3012436585" sldId="586"/>
        </pc:sldMkLst>
      </pc:sldChg>
      <pc:sldChg chg="modSp add mod">
        <pc:chgData name="scott conlon" userId="715640cfe8348987" providerId="LiveId" clId="{E31CD4DA-2419-484A-BCC1-D856663DE080}" dt="2025-05-31T08:36:29.140" v="319" actId="6549"/>
        <pc:sldMkLst>
          <pc:docMk/>
          <pc:sldMk cId="1709003545" sldId="587"/>
        </pc:sldMkLst>
      </pc:sldChg>
      <pc:sldChg chg="modSp add mod">
        <pc:chgData name="scott conlon" userId="715640cfe8348987" providerId="LiveId" clId="{E31CD4DA-2419-484A-BCC1-D856663DE080}" dt="2025-05-31T08:34:19.024" v="300" actId="20577"/>
        <pc:sldMkLst>
          <pc:docMk/>
          <pc:sldMk cId="276419196" sldId="588"/>
        </pc:sldMkLst>
      </pc:sldChg>
      <pc:sldChg chg="modSp add mod">
        <pc:chgData name="scott conlon" userId="715640cfe8348987" providerId="LiveId" clId="{E31CD4DA-2419-484A-BCC1-D856663DE080}" dt="2025-06-01T22:58:13.389" v="341" actId="6549"/>
        <pc:sldMkLst>
          <pc:docMk/>
          <pc:sldMk cId="306883759" sldId="589"/>
        </pc:sldMkLst>
      </pc:sldChg>
      <pc:sldChg chg="modSp add mod">
        <pc:chgData name="scott conlon" userId="715640cfe8348987" providerId="LiveId" clId="{E31CD4DA-2419-484A-BCC1-D856663DE080}" dt="2025-06-01T22:58:21.406" v="359" actId="6549"/>
        <pc:sldMkLst>
          <pc:docMk/>
          <pc:sldMk cId="101084372" sldId="5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40B77F8D-ABD0-9740-A21A-E007A3A720AE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4A05F985-EC8F-124C-BA94-03844164D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09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2CD3914B-C950-6748-8DBF-9E6BBADF3C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093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0" tIns="45689" rIns="91380" bIns="456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14400"/>
            <a:ext cx="5434330" cy="4466273"/>
          </a:xfrm>
          <a:prstGeom prst="rect">
            <a:avLst/>
          </a:prstGeom>
        </p:spPr>
        <p:txBody>
          <a:bodyPr vert="horz" lIns="91380" tIns="45689" rIns="91380" bIns="45689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C997C1D0-CF01-9C45-B233-E59ABBF52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60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GK – Where is the ball – how can you adjust, what info can you give.</a:t>
            </a:r>
          </a:p>
          <a:p>
            <a:endParaRPr lang="en-AU" dirty="0"/>
          </a:p>
          <a:p>
            <a:r>
              <a:rPr lang="en-AU" dirty="0"/>
              <a:t>FB – everything is based on where the ball is, where your positioning should be. That’s your reference.</a:t>
            </a:r>
          </a:p>
          <a:p>
            <a:r>
              <a:rPr lang="en-AU" dirty="0"/>
              <a:t>  Beware to not ball watch, it will allow the winger to make a run on your blindside.</a:t>
            </a:r>
          </a:p>
          <a:p>
            <a:endParaRPr lang="en-AU" dirty="0"/>
          </a:p>
          <a:p>
            <a:r>
              <a:rPr lang="en-AU" dirty="0"/>
              <a:t>Midfield – the key to our press today is how you step forward to help.</a:t>
            </a:r>
          </a:p>
          <a:p>
            <a:r>
              <a:rPr lang="en-AU" dirty="0"/>
              <a:t> When not pressing, stay with your player, don’t let them get on your blindsides.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89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6824B-7089-C380-0A61-D4453EEC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2841C-E1AC-2598-65DF-A12B10351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B5B3A-956F-F3D8-09DE-C8383E517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GK – Where is the ball – how can you adjust, what info can you give.</a:t>
            </a:r>
          </a:p>
          <a:p>
            <a:endParaRPr lang="en-AU" dirty="0"/>
          </a:p>
          <a:p>
            <a:r>
              <a:rPr lang="en-AU" dirty="0"/>
              <a:t>FB – everything is based on where the ball is, where your positioning should be. That’s your reference.</a:t>
            </a:r>
          </a:p>
          <a:p>
            <a:r>
              <a:rPr lang="en-AU" dirty="0"/>
              <a:t>  Beware to not ball watch, it will allow the winger to make a run on your blindside.</a:t>
            </a:r>
          </a:p>
          <a:p>
            <a:endParaRPr lang="en-AU" dirty="0"/>
          </a:p>
          <a:p>
            <a:r>
              <a:rPr lang="en-AU" dirty="0"/>
              <a:t>Midfield – the key to our press today is how you step forward to help.</a:t>
            </a:r>
          </a:p>
          <a:p>
            <a:r>
              <a:rPr lang="en-AU" dirty="0"/>
              <a:t> When not pressing, stay with your player, don’t let them get on your blindsides.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B8148-B33A-FD34-B4D3-A6B2B7249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0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758C-273F-3E23-984C-7E6F75505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4BD03-7E5F-2ABF-45B3-FA9BC91ED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2713E-3368-BA6B-04A1-9255211AF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GK – Where is the ball – how can you adjust, what info can you give.</a:t>
            </a:r>
          </a:p>
          <a:p>
            <a:endParaRPr lang="en-AU" dirty="0"/>
          </a:p>
          <a:p>
            <a:r>
              <a:rPr lang="en-AU" dirty="0"/>
              <a:t>FB – everything is based on where the ball is, where your positioning should be. That’s your reference.</a:t>
            </a:r>
          </a:p>
          <a:p>
            <a:r>
              <a:rPr lang="en-AU" dirty="0"/>
              <a:t>  Beware to not ball watch, it will allow the winger to make a run on your blindside.</a:t>
            </a:r>
          </a:p>
          <a:p>
            <a:endParaRPr lang="en-AU" dirty="0"/>
          </a:p>
          <a:p>
            <a:r>
              <a:rPr lang="en-AU" dirty="0"/>
              <a:t>Midfield – the key to our press today is how you step forward to help.</a:t>
            </a:r>
          </a:p>
          <a:p>
            <a:r>
              <a:rPr lang="en-AU" dirty="0"/>
              <a:t> When not pressing, stay with your player, don’t let them get on your blindsides.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46554-BD40-C95E-FF50-08A8A3FAF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6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8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EB28B-75DE-AF4A-9386-94D4984F98F7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60863989"/>
              </p:ext>
            </p:extLst>
          </p:nvPr>
        </p:nvGraphicFramePr>
        <p:xfrm>
          <a:off x="162000" y="152399"/>
          <a:ext cx="8820000" cy="584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52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Football</a:t>
                      </a:r>
                      <a:r>
                        <a:rPr lang="en-US" sz="1200" baseline="0" dirty="0">
                          <a:solidFill>
                            <a:schemeClr val="bg1"/>
                          </a:solidFill>
                        </a:rPr>
                        <a:t> Problem/Opportunity/Scenario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Illustrate the scenario below</a:t>
                      </a:r>
                      <a:r>
                        <a:rPr lang="en-US" sz="1200" baseline="0" dirty="0"/>
                        <a:t>, showing examples of key trends linked to your 5W breakdown.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162000" y="904462"/>
            <a:ext cx="4281981" cy="5771590"/>
            <a:chOff x="222499" y="950144"/>
            <a:chExt cx="4281981" cy="5771590"/>
          </a:xfrm>
        </p:grpSpPr>
        <p:sp>
          <p:nvSpPr>
            <p:cNvPr id="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Oval 1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2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7" name="Oval 2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2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3" name="Oval 2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/>
          <p:cNvGrpSpPr>
            <a:grpSpLocks noChangeAspect="1"/>
          </p:cNvGrpSpPr>
          <p:nvPr userDrawn="1"/>
        </p:nvGrpSpPr>
        <p:grpSpPr>
          <a:xfrm>
            <a:off x="4700019" y="904462"/>
            <a:ext cx="4281981" cy="5771590"/>
            <a:chOff x="222499" y="950144"/>
            <a:chExt cx="4281981" cy="5771590"/>
          </a:xfrm>
        </p:grpSpPr>
        <p:sp>
          <p:nvSpPr>
            <p:cNvPr id="2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3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3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Oval 3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4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7" name="Oval 4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4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3" name="Oval 4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217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25FA2-910B-7B46-8D26-DA8E4A201CB5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1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47E9-B010-D24E-939C-BDC2EA5A07EA}" type="datetime1">
              <a:rPr lang="en-NZ" smtClean="0"/>
              <a:t>22/07/2025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8488B-ADC6-7C49-8742-D83C4AC54E23}" type="datetime1">
              <a:rPr lang="en-NZ" smtClean="0"/>
              <a:t>22/07/2025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CD6B2-B0D4-5240-9B7D-B610FB3DA407}" type="datetime1">
              <a:rPr lang="en-NZ" smtClean="0"/>
              <a:t>22/07/2025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C057-D8D4-C648-B480-FADEA029E041}" type="datetime1">
              <a:rPr lang="en-NZ" smtClean="0"/>
              <a:t>22/07/2025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887F5-C076-F742-AAC5-46830061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7413" y="1468438"/>
            <a:ext cx="1079500" cy="4159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05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7E375-FBB9-F746-BF76-7AAB6C271FBD}" type="datetime1">
              <a:rPr lang="en-NZ" smtClean="0"/>
              <a:t>22/07/2025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79F0-5028-6347-B14D-F76E71D1B039}" type="datetime1">
              <a:rPr lang="en-NZ" smtClean="0"/>
              <a:t>22/07/2025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1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952A-18F2-7749-9A51-99C875B4C2D7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2EC6-86F7-F243-AAE5-BA0E66720C9B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3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6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73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0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2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35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86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46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19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26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1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747DD-2B21-A240-B1D8-1A6A71FE901C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11341-68F7-362C-75F1-F2C80DC26DCC}"/>
              </a:ext>
            </a:extLst>
          </p:cNvPr>
          <p:cNvSpPr txBox="1"/>
          <p:nvPr/>
        </p:nvSpPr>
        <p:spPr>
          <a:xfrm>
            <a:off x="1628567" y="3112513"/>
            <a:ext cx="58067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Game 1 – Western Australia</a:t>
            </a:r>
          </a:p>
        </p:txBody>
      </p:sp>
    </p:spTree>
    <p:extLst>
      <p:ext uri="{BB962C8B-B14F-4D97-AF65-F5344CB8AC3E}">
        <p14:creationId xmlns:p14="http://schemas.microsoft.com/office/powerpoint/2010/main" val="147026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6C9BF-BAE1-31D4-174E-BC27E44AA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8A889-5B6B-8C8D-C8C2-94CAD55FDC31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FIRST Half - Lineup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F1E4CC-FB2D-393F-D154-0D01FC3127D5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AD9E86-E55C-58FD-85E8-6D6B942E127C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B30908-46EE-8D08-0A0D-5F671E27FA2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E29D8B4-4D7A-4EE1-2CA5-FF6E5D770AD3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6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ACB58D6-483B-4AB2-E944-B1832FFD81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03A28D65-847A-865D-2842-51520912B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C02EBE0B-A290-4C32-4D1D-AA8414839B5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514B329-0EB8-29FE-5FCC-88924F70F3B3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2CF25D9-8810-FA47-2A98-E1FF68B976A7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2DB0198-8288-5FE0-1334-B3131469232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D8B2427E-CDD7-3395-0E6E-CE1C19F2B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3A69B6AB-7533-070C-D60C-C3AA9C3E4F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52E4B79-BC83-DF36-BB28-99A2B6092DAE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13FDD69-97C8-7C1C-266C-467BAE20D4C4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7F749147-4AA2-E319-4DCC-727A3C751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2E936191-87D7-A6AD-74F9-8F5C31ABBD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67D976D-7457-F754-B7A3-6E81F55B27D7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87EA33A3-C9C8-83C8-C938-F8606D71F144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E236693C-8197-0B4B-AFF4-177ED08B3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E457AB2A-D690-020F-2232-15C6E9A0E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BB02E6B1-6D82-1905-7270-6B69D6BCA5FE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2E5ACF41-A60D-5FCB-0622-ABDD2ADBFC7B}"/>
              </a:ext>
            </a:extLst>
          </p:cNvPr>
          <p:cNvSpPr/>
          <p:nvPr/>
        </p:nvSpPr>
        <p:spPr>
          <a:xfrm>
            <a:off x="3014731" y="448326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597D03-0825-1958-7CB6-4E535D525233}"/>
              </a:ext>
            </a:extLst>
          </p:cNvPr>
          <p:cNvSpPr/>
          <p:nvPr/>
        </p:nvSpPr>
        <p:spPr>
          <a:xfrm>
            <a:off x="2532685" y="5246858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C615F6C-C0E6-13C0-57C1-088AA8857CA1}"/>
              </a:ext>
            </a:extLst>
          </p:cNvPr>
          <p:cNvSpPr/>
          <p:nvPr/>
        </p:nvSpPr>
        <p:spPr>
          <a:xfrm>
            <a:off x="2083782" y="450342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5E238E-FF23-87B4-82EC-D72A3650E809}"/>
              </a:ext>
            </a:extLst>
          </p:cNvPr>
          <p:cNvSpPr/>
          <p:nvPr/>
        </p:nvSpPr>
        <p:spPr>
          <a:xfrm>
            <a:off x="1355623" y="43255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BD13AF-A3A4-FFC8-3B93-3BD9F8AE2E8F}"/>
              </a:ext>
            </a:extLst>
          </p:cNvPr>
          <p:cNvSpPr/>
          <p:nvPr/>
        </p:nvSpPr>
        <p:spPr>
          <a:xfrm>
            <a:off x="3769704" y="43255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48A016-0839-343B-A238-57EE1B601B5B}"/>
              </a:ext>
            </a:extLst>
          </p:cNvPr>
          <p:cNvSpPr/>
          <p:nvPr/>
        </p:nvSpPr>
        <p:spPr>
          <a:xfrm>
            <a:off x="2156092" y="381484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773610-AD90-6863-6DE3-9556BF28211F}"/>
              </a:ext>
            </a:extLst>
          </p:cNvPr>
          <p:cNvSpPr/>
          <p:nvPr/>
        </p:nvSpPr>
        <p:spPr>
          <a:xfrm>
            <a:off x="2995955" y="35000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D5846F-DD36-14D1-6FEF-06EC334F2F09}"/>
              </a:ext>
            </a:extLst>
          </p:cNvPr>
          <p:cNvSpPr/>
          <p:nvPr/>
        </p:nvSpPr>
        <p:spPr>
          <a:xfrm>
            <a:off x="2536196" y="317221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6BB5A4-ADE6-DBFF-7454-CEB4952A7222}"/>
              </a:ext>
            </a:extLst>
          </p:cNvPr>
          <p:cNvSpPr/>
          <p:nvPr/>
        </p:nvSpPr>
        <p:spPr>
          <a:xfrm>
            <a:off x="2525770" y="247830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2D1D69-CE6A-B343-964E-51EB9EA6AD6E}"/>
              </a:ext>
            </a:extLst>
          </p:cNvPr>
          <p:cNvSpPr/>
          <p:nvPr/>
        </p:nvSpPr>
        <p:spPr>
          <a:xfrm>
            <a:off x="3769704" y="280958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DW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D498A7D-94B6-1617-0C3E-94A6B8F429A8}"/>
              </a:ext>
            </a:extLst>
          </p:cNvPr>
          <p:cNvSpPr/>
          <p:nvPr/>
        </p:nvSpPr>
        <p:spPr>
          <a:xfrm>
            <a:off x="1355623" y="280958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B23999-6136-3860-A7D0-46AD12F0BA63}"/>
              </a:ext>
            </a:extLst>
          </p:cNvPr>
          <p:cNvSpPr txBox="1"/>
          <p:nvPr/>
        </p:nvSpPr>
        <p:spPr>
          <a:xfrm>
            <a:off x="5070909" y="1459512"/>
            <a:ext cx="18813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Lineup: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Enid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Dobbie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Abby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Siena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Darcy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Tehya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4CEF2F-3386-7F40-60D8-8F593427D1EF}"/>
              </a:ext>
            </a:extLst>
          </p:cNvPr>
          <p:cNvSpPr txBox="1"/>
          <p:nvPr/>
        </p:nvSpPr>
        <p:spPr>
          <a:xfrm>
            <a:off x="7098492" y="1459514"/>
            <a:ext cx="16346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</a:t>
            </a:r>
            <a:endParaRPr lang="en-AU" sz="1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Ciara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367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0E093-14FF-6925-A205-86CCFB0C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9C6955-86BD-7351-83E5-219351C5515B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Likely formation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6D69B-F8E0-92E4-AB5F-64CCCBA9D1D1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8448E-5D62-FF08-827F-D7CD4A2FCDD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D9CFD7-A1AC-033F-28E2-74662E3A8DF7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CF3075-0028-B10C-F4D7-A13E7BEB69F8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95A68EB-A20B-3FBA-4A5A-FF40E99416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1D21F3EE-F394-9558-6748-1820BE9D9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8B780653-DE1C-07D0-732F-0C3F170AAF4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9CC5A2A-71CB-FFC9-9BFA-E23F61C368EB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03D4DB7-2BDD-DD20-1630-A0F8FFB6FB26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F3C553C-31A0-76B7-B303-6488882BE98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A037342C-A29A-7036-071F-75AE04F95D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44A781DF-6C08-4EAF-ED4E-E47DF95457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79E3FB5E-09BE-0C23-5E50-BEAB3C9319D5}"/>
                    </a:ext>
                  </a:extLst>
                </p:cNvPr>
                <p:cNvSpPr/>
                <p:nvPr userDrawn="1"/>
              </p:nvSpPr>
              <p:spPr>
                <a:xfrm flipH="1">
                  <a:off x="2805768" y="1602715"/>
                  <a:ext cx="44945" cy="44945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D7E477A-C016-4F69-096B-93A0A0E46C62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5642AC32-713A-3BD9-AD14-CAEB77D9C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4A4557CA-C1B7-07A5-1F79-A8EA43A220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8D261B36-BCE7-ABF0-D0CD-F97505AA0C62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0CFD8356-F35A-EBDB-EA23-FAE106AC3DD8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27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482C8BB7-5C80-A3CC-1281-BE24B0AE3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374D9C21-8C4B-DB10-DF3A-CD8A52D93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4D9D2EC7-0DD3-3473-C612-EE5A9427070D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27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2B20DE54-D39C-98DC-2085-407E310E904D}"/>
              </a:ext>
            </a:extLst>
          </p:cNvPr>
          <p:cNvSpPr/>
          <p:nvPr/>
        </p:nvSpPr>
        <p:spPr>
          <a:xfrm rot="10977201">
            <a:off x="1966320" y="2363348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073FDA-7FA2-ADB6-AB21-94D9D63BBE35}"/>
              </a:ext>
            </a:extLst>
          </p:cNvPr>
          <p:cNvSpPr/>
          <p:nvPr/>
        </p:nvSpPr>
        <p:spPr>
          <a:xfrm rot="10977201">
            <a:off x="2503787" y="1714870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508283-587C-F362-9941-6783FC36F22E}"/>
              </a:ext>
            </a:extLst>
          </p:cNvPr>
          <p:cNvSpPr/>
          <p:nvPr/>
        </p:nvSpPr>
        <p:spPr>
          <a:xfrm rot="10977201">
            <a:off x="3861058" y="2783867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FA1144-548C-8474-E46A-33AD579F8AB5}"/>
              </a:ext>
            </a:extLst>
          </p:cNvPr>
          <p:cNvSpPr/>
          <p:nvPr/>
        </p:nvSpPr>
        <p:spPr>
          <a:xfrm rot="10977201">
            <a:off x="2106909" y="3170676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6F7A5E-FA52-D148-D911-EEC3BE5F55DE}"/>
              </a:ext>
            </a:extLst>
          </p:cNvPr>
          <p:cNvSpPr/>
          <p:nvPr/>
        </p:nvSpPr>
        <p:spPr>
          <a:xfrm rot="10977201">
            <a:off x="2509823" y="3779259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C6E936-C42D-4944-DA1D-328E7E8B2B92}"/>
              </a:ext>
            </a:extLst>
          </p:cNvPr>
          <p:cNvSpPr/>
          <p:nvPr/>
        </p:nvSpPr>
        <p:spPr>
          <a:xfrm rot="10977201">
            <a:off x="2996731" y="3186185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D59E97-4321-DAAA-372B-B9C7A167FD97}"/>
              </a:ext>
            </a:extLst>
          </p:cNvPr>
          <p:cNvSpPr/>
          <p:nvPr/>
        </p:nvSpPr>
        <p:spPr>
          <a:xfrm rot="10977201">
            <a:off x="1139283" y="2891822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A4BDDB-ADC7-CC21-2437-A7C0073111F5}"/>
              </a:ext>
            </a:extLst>
          </p:cNvPr>
          <p:cNvSpPr/>
          <p:nvPr/>
        </p:nvSpPr>
        <p:spPr>
          <a:xfrm rot="10977201">
            <a:off x="1354231" y="4207798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E302E40-07E7-B178-9808-3D0ED9F4856F}"/>
              </a:ext>
            </a:extLst>
          </p:cNvPr>
          <p:cNvSpPr/>
          <p:nvPr/>
        </p:nvSpPr>
        <p:spPr>
          <a:xfrm rot="10977201">
            <a:off x="2500349" y="4459125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089137-1DDA-5536-69B9-C1671697F5C3}"/>
              </a:ext>
            </a:extLst>
          </p:cNvPr>
          <p:cNvSpPr/>
          <p:nvPr/>
        </p:nvSpPr>
        <p:spPr>
          <a:xfrm rot="10977201">
            <a:off x="3087992" y="2320283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02E21B9-438E-F11E-B90B-658CBB3BA0D8}"/>
              </a:ext>
            </a:extLst>
          </p:cNvPr>
          <p:cNvSpPr/>
          <p:nvPr/>
        </p:nvSpPr>
        <p:spPr>
          <a:xfrm rot="10977201">
            <a:off x="3772236" y="4095361"/>
            <a:ext cx="252000" cy="252000"/>
          </a:xfrm>
          <a:prstGeom prst="ellipse">
            <a:avLst/>
          </a:prstGeom>
          <a:solidFill>
            <a:schemeClr val="tx1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347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2878A-D428-3C66-D8B7-69CB2CF8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5FEE6D-6726-9350-3426-00D2D353B9F3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Key Objectives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5FF0B-1822-5574-DF10-D83BBB12E13E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C5BFC8-7DB8-D756-C768-7ADF3EF6C119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32CF58-2414-66D6-7ACF-14B63FC46C49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3D986-5262-F3E7-9A7A-84B615FEFD27}"/>
              </a:ext>
            </a:extLst>
          </p:cNvPr>
          <p:cNvSpPr txBox="1"/>
          <p:nvPr/>
        </p:nvSpPr>
        <p:spPr>
          <a:xfrm>
            <a:off x="1002831" y="1424186"/>
            <a:ext cx="6801467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latin typeface="Segoe UI" panose="020B0502040204020203" pitchFamily="34" charset="0"/>
                <a:cs typeface="Segoe UI" panose="020B0502040204020203" pitchFamily="34" charset="0"/>
              </a:rPr>
              <a:t>BP: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First touch forward, have a positive mindset</a:t>
            </a:r>
            <a:endParaRPr lang="en-A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AU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b="1" dirty="0">
                <a:latin typeface="Segoe UI" panose="020B0502040204020203" pitchFamily="34" charset="0"/>
                <a:cs typeface="Segoe UI" panose="020B0502040204020203" pitchFamily="34" charset="0"/>
              </a:rPr>
              <a:t>GK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Stay connected to backline if we progress up the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Defenders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FBs focus on level and outside. Look to go forward. By a positive first touch or get a bounce from the 6 or 8. Make the overload.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CBs avoid square passes, look to start our build-up. Support your FBs.</a:t>
            </a: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Midfielders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6 - prepare to connect with defenders (bounce to FB).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8/10 - Arrive in the box to mee the cutbacks or second balls - don’t stand still at the edge.</a:t>
            </a:r>
          </a:p>
          <a:p>
            <a:pPr>
              <a:buNone/>
            </a:pPr>
            <a:endParaRPr lang="en-AU" sz="16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your opposite winger is attacking, make sure to be at the far post to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1v1 moments be brave and confident to win the duel.</a:t>
            </a:r>
            <a:endParaRPr lang="en-AU" sz="16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63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859E5-773B-972C-2BE0-8D487D8E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F92661-35A5-C157-76EA-1C3AB6EAD6DB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Key Objectives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BF0EE-559B-ABCD-9E9B-F343CAB03ECC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E96B0B-4834-AD76-DE86-820167BE83EE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0C34ED-1B05-082C-348A-722C617D6174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7E2C6-187F-9F45-E47A-B48F8E346AD3}"/>
              </a:ext>
            </a:extLst>
          </p:cNvPr>
          <p:cNvSpPr txBox="1"/>
          <p:nvPr/>
        </p:nvSpPr>
        <p:spPr>
          <a:xfrm>
            <a:off x="1002831" y="1424186"/>
            <a:ext cx="6801467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latin typeface="Segoe UI" panose="020B0502040204020203" pitchFamily="34" charset="0"/>
                <a:cs typeface="Segoe UI" panose="020B0502040204020203" pitchFamily="34" charset="0"/>
              </a:rPr>
              <a:t>BP: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First touch forward, have a positive mindset</a:t>
            </a:r>
            <a:endParaRPr lang="en-A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AU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Stay connected to backline if we progress up the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FBs focus on level and outside. Look to go forward. By a positive first touch or get a bounce from the 6 or 8. Make the overload.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CBs avoid square passes, look to start our build-up. Support your FBs.</a:t>
            </a:r>
            <a:endParaRPr lang="en-AU" sz="16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Midfielders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6 - prepare to connect with defenders (bounce to FB).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8/10 - Arrive in the box to mee the cutbacks or second balls - don’t stand still at the edge.</a:t>
            </a:r>
          </a:p>
          <a:p>
            <a:pPr>
              <a:buNone/>
            </a:pPr>
            <a:endParaRPr lang="en-AU" sz="16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your opposite winger is attacking, make sure to be at the far post to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1v1 moments be brave and confident to win the duel.</a:t>
            </a:r>
            <a:endParaRPr lang="en-AU" sz="16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73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40258-056B-BCE0-E7B9-0A608C0C2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9E3F38-233E-C5A8-87DB-24D35D633F01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Key Objectives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82AA32-50C4-043C-8C3A-CB35A3F98E7C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2735CC-725F-0A7E-848E-D52034495447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CE2BF1-DB18-C5DD-CA75-B64673CE1C45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FDF79-FEC8-1FA5-744F-5E237725AD34}"/>
              </a:ext>
            </a:extLst>
          </p:cNvPr>
          <p:cNvSpPr txBox="1"/>
          <p:nvPr/>
        </p:nvSpPr>
        <p:spPr>
          <a:xfrm>
            <a:off x="1002831" y="1424186"/>
            <a:ext cx="6801467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latin typeface="Segoe UI" panose="020B0502040204020203" pitchFamily="34" charset="0"/>
                <a:cs typeface="Segoe UI" panose="020B0502040204020203" pitchFamily="34" charset="0"/>
              </a:rPr>
              <a:t>BP: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First touch forward, have a positive mindset</a:t>
            </a:r>
            <a:endParaRPr lang="en-A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AU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b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Stay connected to backline if we progress up the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FBs focus on level and outside. Look to go forward. By a positive first touch or get a bounce from the 6 or 8. Make the overload.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CBs avoid square passes, look to start our build-up. Support your FBs.</a:t>
            </a:r>
            <a:endParaRPr lang="en-AU" sz="16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AU" sz="16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Midfielders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6 - prepare to connect with defenders (bounce to FB).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8/10 - Arrive in the box to mee the cutbacks or second balls - don’t stand still at the edge.</a:t>
            </a: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If your opposite winger is attacking, make sure to be at the far post to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In 1v1 moments be brave and confident to win the duel.</a:t>
            </a: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9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C2332-7DAF-3B4E-535A-0DAD5DFF6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E9DE3-041E-7342-F5D0-4BABC8D2B8FE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Key Objectives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5E2A-DF50-6A3C-3717-3331FAB06354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417E7-ECB5-A412-81D5-D3A5EF2513F6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8DD88C-455B-5129-A307-49268305B76F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C32B76-CE8E-442E-7C60-043819652BA3}"/>
              </a:ext>
            </a:extLst>
          </p:cNvPr>
          <p:cNvSpPr txBox="1"/>
          <p:nvPr/>
        </p:nvSpPr>
        <p:spPr>
          <a:xfrm>
            <a:off x="1002831" y="1485768"/>
            <a:ext cx="680146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BPO: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Press in the Attacking Third</a:t>
            </a:r>
            <a:endParaRPr lang="en-AU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AU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GK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Focus on positioning, how can you help the team in the moment.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Defenders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CB - Step into midfield space behind the press.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CB/FB - Stay connected and focus on shape while they build-up. </a:t>
            </a: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Midfielders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 ready to help the press in the front third.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 responsible for staying with your opponent – don’t pass on</a:t>
            </a:r>
            <a:endParaRPr lang="en-AU" sz="16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AU" sz="16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 triggers (e.g. poor touch, back pass) and go when you see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Press as a unit: one goes, others step with them – don’t solo press.</a:t>
            </a:r>
            <a:endParaRPr lang="en-AU" sz="16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723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20FE6-72D6-22B8-5869-790F8B00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729952-5287-2070-9DF7-41B5C104EE79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Key Objectives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94F8A-0C36-13E8-BC71-623E9599F4AF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83C235-0BEF-CF3A-50DC-C37F90A2DABF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CFC2E-720C-224B-3490-B3CC767A0039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398B4-3756-AF61-15DB-E908A4A0BDC1}"/>
              </a:ext>
            </a:extLst>
          </p:cNvPr>
          <p:cNvSpPr txBox="1"/>
          <p:nvPr/>
        </p:nvSpPr>
        <p:spPr>
          <a:xfrm>
            <a:off x="1002831" y="1485768"/>
            <a:ext cx="680146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BPO: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Press in the Attacking Third</a:t>
            </a:r>
            <a:endParaRPr lang="en-AU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AU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Focus on positioning, how can you help the team in the moment.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CB - Step into midfield space behind the press.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CB/FB - Stay connected and focus on shape while they build-up. </a:t>
            </a: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Midfielders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Be ready to help the press in the front third.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Be responsible for staying with your opponent – don’t pass on</a:t>
            </a: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 triggers (e.g. poor touch, back pass) and go when you see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Press as a unit: one goes, others step with them – don’t solo press.</a:t>
            </a:r>
            <a:endParaRPr lang="en-AU" sz="16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762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5A3C7-0711-8139-7EA3-1E5E9074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4D4BFE-F846-E820-8E48-AC3FEB2C847F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Key Objectives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2BEA9F-1FEB-F8F6-3010-D5E095C7AC66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505ED2-244A-B1D0-02C9-89C18C569D88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953295-2E12-6320-CBB6-5E354AB5CA25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798CE-C5F1-7B04-3B93-B0907FB3150B}"/>
              </a:ext>
            </a:extLst>
          </p:cNvPr>
          <p:cNvSpPr txBox="1"/>
          <p:nvPr/>
        </p:nvSpPr>
        <p:spPr>
          <a:xfrm>
            <a:off x="1002831" y="1485768"/>
            <a:ext cx="680146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BPO: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Press in the Attacking Third</a:t>
            </a:r>
            <a:endParaRPr lang="en-AU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AU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Focus on positioning, how can you help the team in the moment.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CB - Step into midfield space behind the press.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CB/FB - Stay connected and focus on shape while they build-up. </a:t>
            </a:r>
          </a:p>
          <a:p>
            <a:pPr>
              <a:buNone/>
            </a:pPr>
            <a:endParaRPr lang="en-AU" sz="16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Midfielders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 ready to help the press in the front third.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 responsible for staying with your opponent – don’t pass on</a:t>
            </a:r>
            <a:endParaRPr lang="en-AU" sz="16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Read triggers (e.g. poor touch, back pass) and go when you see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Press as a unit: one goes, others step with them – don’t solo press.</a:t>
            </a: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36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0D102-4755-DCE9-D47F-710CDC18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EDBFC7-8AEE-F9AA-C8E7-977C6E445781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FIRST Half - Press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A62631-4220-7011-2DC5-D9AF2BF36352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4C4CE5-3963-6511-0C47-9497BFCEDEC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4EFF27-2063-5082-C89A-39C8DFD77874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3626D63-445E-F04D-B34A-7F3B1A8A47FE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4722624-2E6E-ACAA-EAC7-CCE17AA601B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E7301F85-7AAE-96F7-7288-1A83899356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01E24B91-A3C2-03CE-42D4-96E3F7EBBA7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87BA08F-A33A-7301-4317-2A8E8D978AE2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E7B3DF-D96D-E148-3A9B-45D0243E7523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284ACE5-8DB3-6B57-FE4E-ADA843CFF70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6DB7E7B0-9659-F58B-CF0A-9D4CF1976A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277820E0-9EC5-B7B8-A151-E0F402FED9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D8DB2803-D0A0-3E82-ADC8-3E068F274AB6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77DDF85-EB38-9DD1-DC4E-BF7617F869FB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FEA09DFE-17A7-41EB-1ADE-ED275CE881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C38FA9F1-7989-2CF0-2509-2C4534B75E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7A2265F-59EC-2834-A1B4-D8D80244365C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23425CEA-BF8C-D225-A9B1-304B32A038E8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6C36D15F-FEF2-CB82-7771-2EED4926A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7C447910-D679-3A4E-F77A-C38F07228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A5ED35A5-1CDB-2BBD-C80A-CACCF4AA5A0C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D3E85BA4-5359-90B3-89A0-E08C2A9A9B57}"/>
              </a:ext>
            </a:extLst>
          </p:cNvPr>
          <p:cNvSpPr/>
          <p:nvPr/>
        </p:nvSpPr>
        <p:spPr>
          <a:xfrm>
            <a:off x="2754905" y="39431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B91F4D-B91A-BA2C-997B-0A0F59F2C829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18CAD4-E25B-7C93-C82D-10BD38A79E3A}"/>
              </a:ext>
            </a:extLst>
          </p:cNvPr>
          <p:cNvSpPr/>
          <p:nvPr/>
        </p:nvSpPr>
        <p:spPr>
          <a:xfrm>
            <a:off x="1957782" y="3803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D5BE7D-82C2-BE44-CCCE-10326C15012C}"/>
              </a:ext>
            </a:extLst>
          </p:cNvPr>
          <p:cNvSpPr/>
          <p:nvPr/>
        </p:nvSpPr>
        <p:spPr>
          <a:xfrm>
            <a:off x="1116092" y="3551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B9BBD2-72E9-8973-903D-2A6B5DF6B4DF}"/>
              </a:ext>
            </a:extLst>
          </p:cNvPr>
          <p:cNvSpPr/>
          <p:nvPr/>
        </p:nvSpPr>
        <p:spPr>
          <a:xfrm>
            <a:off x="3769704" y="35292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435D8B-80F9-B535-F1F7-BE7C43C23DC4}"/>
              </a:ext>
            </a:extLst>
          </p:cNvPr>
          <p:cNvSpPr/>
          <p:nvPr/>
        </p:nvSpPr>
        <p:spPr>
          <a:xfrm>
            <a:off x="1994678" y="31978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20B648-EBCF-1435-4BB5-B5B52A712C96}"/>
              </a:ext>
            </a:extLst>
          </p:cNvPr>
          <p:cNvSpPr/>
          <p:nvPr/>
        </p:nvSpPr>
        <p:spPr>
          <a:xfrm>
            <a:off x="2917694" y="317360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BC97B5-40D4-1704-5BCF-0069015CB488}"/>
              </a:ext>
            </a:extLst>
          </p:cNvPr>
          <p:cNvSpPr/>
          <p:nvPr/>
        </p:nvSpPr>
        <p:spPr>
          <a:xfrm>
            <a:off x="2456325" y="288786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F1AD3F-7D84-BED0-95C5-D78D04F6FA25}"/>
              </a:ext>
            </a:extLst>
          </p:cNvPr>
          <p:cNvSpPr/>
          <p:nvPr/>
        </p:nvSpPr>
        <p:spPr>
          <a:xfrm>
            <a:off x="2606280" y="215725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642B3C-902D-D556-D155-3FF77C0E4A31}"/>
              </a:ext>
            </a:extLst>
          </p:cNvPr>
          <p:cNvSpPr/>
          <p:nvPr/>
        </p:nvSpPr>
        <p:spPr>
          <a:xfrm>
            <a:off x="3484525" y="2309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C9D87D3-EA38-E033-4063-477FA43912C0}"/>
              </a:ext>
            </a:extLst>
          </p:cNvPr>
          <p:cNvSpPr/>
          <p:nvPr/>
        </p:nvSpPr>
        <p:spPr>
          <a:xfrm>
            <a:off x="1607623" y="23420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F6D7CE2-3781-4042-7453-63908DACACDB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B060888-33DD-72E8-7978-6C37C2B7CEF7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8F27435-FBAD-AD1A-A882-7955CD7DE8E6}"/>
              </a:ext>
            </a:extLst>
          </p:cNvPr>
          <p:cNvSpPr/>
          <p:nvPr/>
        </p:nvSpPr>
        <p:spPr>
          <a:xfrm>
            <a:off x="2509823" y="256391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61C1785-8F11-98AF-2488-E38027C8A1E4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776C934-861E-EDBC-C96F-57317CAFDC07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LB</a:t>
            </a:r>
          </a:p>
        </p:txBody>
      </p:sp>
    </p:spTree>
    <p:extLst>
      <p:ext uri="{BB962C8B-B14F-4D97-AF65-F5344CB8AC3E}">
        <p14:creationId xmlns:p14="http://schemas.microsoft.com/office/powerpoint/2010/main" val="331118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5009A-3804-B7A9-DC78-F91CE702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AC2CA4-C83E-CD56-7174-BF4BFFD5AF69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FIRST Half - Press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E22722-25FB-A21F-42B1-45FCAF3B1A1D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439565-3DFA-3F7F-E4BD-2856A3361D94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9CDDBD-7331-B182-80A0-AC8D389A4E5E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934335-9905-B5C2-38FC-92136A7B373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9EA8268-F01A-6C81-139C-92EC0EE598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6C696BC8-BA7E-1201-F625-4335957D3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F10041C0-B52B-6303-409F-E30FA73E167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22E940E-0A8F-C8E8-A08A-0AB9EBC7466D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34E4873-8A41-B9BC-AD6A-CBF6D426B2FA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4BCD464-0BAA-812F-C229-DDFC6B71CCE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4521C830-C22E-EE31-4F26-8962606C67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F3E1D65B-401E-41CC-E49D-2389235694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81F63E7F-BDC9-EA58-AB04-E2D599CE9AA8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ED24342-912D-0BD0-66C7-21DD021D45AB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8C344FE8-6E41-AE39-D495-E09B3EFCD5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1C193A1C-03F9-5DED-4AD7-04F2612B09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6D45265-B578-A32F-070B-796E0110640F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AD8DC095-FB86-581E-FA48-9C06DFDDCFBF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E8B6312A-3230-5FCA-3591-81B69B716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487CEBDC-8331-F63A-F5C4-1BAC9E90D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0EA0211B-9C55-0396-878F-FB1EAE37D2E3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B7E74D1F-D6C7-CFBC-BEB8-3FF04D551E53}"/>
              </a:ext>
            </a:extLst>
          </p:cNvPr>
          <p:cNvSpPr/>
          <p:nvPr/>
        </p:nvSpPr>
        <p:spPr>
          <a:xfrm>
            <a:off x="2754905" y="39431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7F13C0-6326-42B9-6505-7E17A123C116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FF0462-09C9-6B2A-D928-D4ECCA80F0C0}"/>
              </a:ext>
            </a:extLst>
          </p:cNvPr>
          <p:cNvSpPr/>
          <p:nvPr/>
        </p:nvSpPr>
        <p:spPr>
          <a:xfrm>
            <a:off x="1957782" y="3803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39CBD9-A7A7-D881-2838-0E10ACFC3006}"/>
              </a:ext>
            </a:extLst>
          </p:cNvPr>
          <p:cNvSpPr/>
          <p:nvPr/>
        </p:nvSpPr>
        <p:spPr>
          <a:xfrm>
            <a:off x="1116092" y="3551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BA396F-1E9B-AE07-0C1C-6FE7DE6CEA94}"/>
              </a:ext>
            </a:extLst>
          </p:cNvPr>
          <p:cNvSpPr/>
          <p:nvPr/>
        </p:nvSpPr>
        <p:spPr>
          <a:xfrm>
            <a:off x="3769704" y="35292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09645C-47A4-E810-AB1F-915161647995}"/>
              </a:ext>
            </a:extLst>
          </p:cNvPr>
          <p:cNvSpPr/>
          <p:nvPr/>
        </p:nvSpPr>
        <p:spPr>
          <a:xfrm>
            <a:off x="1994678" y="31978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7D86EB-2448-38A8-6ED0-9F36DEB20F5E}"/>
              </a:ext>
            </a:extLst>
          </p:cNvPr>
          <p:cNvSpPr/>
          <p:nvPr/>
        </p:nvSpPr>
        <p:spPr>
          <a:xfrm>
            <a:off x="2917694" y="317360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E5F40F-F1E7-12F7-540A-607C51402181}"/>
              </a:ext>
            </a:extLst>
          </p:cNvPr>
          <p:cNvSpPr/>
          <p:nvPr/>
        </p:nvSpPr>
        <p:spPr>
          <a:xfrm>
            <a:off x="2456325" y="288786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46BEB3-4AA6-88CB-AAE4-0C3A7A15B9DF}"/>
              </a:ext>
            </a:extLst>
          </p:cNvPr>
          <p:cNvSpPr/>
          <p:nvPr/>
        </p:nvSpPr>
        <p:spPr>
          <a:xfrm>
            <a:off x="2606280" y="215725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D5E242-EDBC-D168-FDD9-FFFD92A69CE7}"/>
              </a:ext>
            </a:extLst>
          </p:cNvPr>
          <p:cNvSpPr/>
          <p:nvPr/>
        </p:nvSpPr>
        <p:spPr>
          <a:xfrm>
            <a:off x="3484525" y="2309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5324CEA-F5AF-F43A-280D-856C8FADFD65}"/>
              </a:ext>
            </a:extLst>
          </p:cNvPr>
          <p:cNvSpPr/>
          <p:nvPr/>
        </p:nvSpPr>
        <p:spPr>
          <a:xfrm>
            <a:off x="1607623" y="23420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B81AFF-70EC-0252-B8FF-74574849ED05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224645" y="2090120"/>
            <a:ext cx="268585" cy="834648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B9A5500D-58A4-603F-22B1-6735CF3E0F92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9CA63B-9FEF-85D3-0CD8-B06FE1E566A6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499F7E5-82EA-1406-277F-5356F38F6693}"/>
              </a:ext>
            </a:extLst>
          </p:cNvPr>
          <p:cNvSpPr/>
          <p:nvPr/>
        </p:nvSpPr>
        <p:spPr>
          <a:xfrm>
            <a:off x="2509823" y="256391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A349149-CAB2-8868-3BC7-AC388C4F821B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26DABCF-B0D5-478D-A5A5-730F530E9FF9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LB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BCECBB6-5C6F-F5BF-C26F-13D77CAF3430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2821375" y="1940312"/>
            <a:ext cx="426580" cy="253844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E16D0B7-29FE-0337-47E7-211E673CA94E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1368092" y="2255439"/>
            <a:ext cx="276436" cy="123503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E90BAE8-0D8B-7410-E3EE-C7F91B0F6C00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3699620" y="2283251"/>
            <a:ext cx="322084" cy="63087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nike-soccer-ball-png.jpg">
            <a:extLst>
              <a:ext uri="{FF2B5EF4-FFF2-40B4-BE49-F238E27FC236}">
                <a16:creationId xmlns:a16="http://schemas.microsoft.com/office/drawing/2014/main" id="{3C043CFB-3933-D5A9-0C4A-696B565B1B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21715" y="1760998"/>
            <a:ext cx="108922" cy="108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455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49B9D-6C4F-5263-2F86-3C3D0E50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BC9C7E-0C71-C07E-C750-FB4AE8DC7FF5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FIRST Half - Press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9B9146-0461-4A08-7081-B7E28CB64BA9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86999-F309-FEFC-3ADE-4C9E1FA61D57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954B21-8AE3-BEAF-8771-A06A353615B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7EACF6-A33F-51B0-EB53-A62E0A928285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FED7669-3951-8839-5186-84EBC52F24D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C522758E-58A8-DB8D-8E92-BF7F8ED660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C5218ED7-83CD-1407-D22E-E4EFE95AF74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B34B628-2CD6-D8BA-9DC9-B819AF5D8741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B505939-4757-7995-BE42-5F668030AFFB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FBA1C356-941B-90A3-468A-FFF4625B092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C3D12ADC-49AD-378F-2D34-1E9647696A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01A8FE26-84C4-9BE1-A767-9233267B70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64C1D67-BC69-DFC9-FF22-8F310FCD0D12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6672805-C4EB-01EB-B2EF-F95906562214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1A362715-5DC6-6D21-25F7-EE24D3A0D3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4B7088DE-2FDA-4F72-6679-053C55565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A16A39CD-377F-BC29-A762-CDA9DA5D9627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83F55140-76A3-9161-09B1-E2CF398588B9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C671421E-4C47-8380-6839-2A2E4529D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027DD1DF-50EF-B7B9-EB15-28174D5EF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28EB6BB3-A0DC-A3EC-29F9-B372224CBCEA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3E03B70-7897-131B-85E5-2481E40E9338}"/>
              </a:ext>
            </a:extLst>
          </p:cNvPr>
          <p:cNvSpPr/>
          <p:nvPr/>
        </p:nvSpPr>
        <p:spPr>
          <a:xfrm>
            <a:off x="2754905" y="39431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379AFD-B7BC-0906-F7EA-22C698E2EE00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61177A-BF46-CF1A-F054-33AD98E5CC5A}"/>
              </a:ext>
            </a:extLst>
          </p:cNvPr>
          <p:cNvSpPr/>
          <p:nvPr/>
        </p:nvSpPr>
        <p:spPr>
          <a:xfrm>
            <a:off x="1957782" y="3803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1C0921-603A-6E0E-FCF7-06EFD4A3CB78}"/>
              </a:ext>
            </a:extLst>
          </p:cNvPr>
          <p:cNvSpPr/>
          <p:nvPr/>
        </p:nvSpPr>
        <p:spPr>
          <a:xfrm>
            <a:off x="1116092" y="3551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FA83A9-856B-D208-FABD-09197432E6E2}"/>
              </a:ext>
            </a:extLst>
          </p:cNvPr>
          <p:cNvSpPr/>
          <p:nvPr/>
        </p:nvSpPr>
        <p:spPr>
          <a:xfrm>
            <a:off x="3769704" y="35292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4EF9C6-7B2B-0D08-5D24-34CE25D02038}"/>
              </a:ext>
            </a:extLst>
          </p:cNvPr>
          <p:cNvSpPr/>
          <p:nvPr/>
        </p:nvSpPr>
        <p:spPr>
          <a:xfrm>
            <a:off x="1994678" y="31978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F57A05-393E-9F7F-C10F-88F413EE51F5}"/>
              </a:ext>
            </a:extLst>
          </p:cNvPr>
          <p:cNvSpPr/>
          <p:nvPr/>
        </p:nvSpPr>
        <p:spPr>
          <a:xfrm>
            <a:off x="2917694" y="317360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9A8AE2-4B7D-9A12-B885-D7054E90A258}"/>
              </a:ext>
            </a:extLst>
          </p:cNvPr>
          <p:cNvSpPr/>
          <p:nvPr/>
        </p:nvSpPr>
        <p:spPr>
          <a:xfrm>
            <a:off x="2456325" y="288786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222EDC-0507-3FD1-0EA0-9163F9153D07}"/>
              </a:ext>
            </a:extLst>
          </p:cNvPr>
          <p:cNvSpPr/>
          <p:nvPr/>
        </p:nvSpPr>
        <p:spPr>
          <a:xfrm>
            <a:off x="2606280" y="215725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08312B-0951-5B7E-9267-39953A4C52F8}"/>
              </a:ext>
            </a:extLst>
          </p:cNvPr>
          <p:cNvSpPr/>
          <p:nvPr/>
        </p:nvSpPr>
        <p:spPr>
          <a:xfrm>
            <a:off x="3484525" y="2309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D5D08CC-9E0D-49C5-264D-AE97152E58F7}"/>
              </a:ext>
            </a:extLst>
          </p:cNvPr>
          <p:cNvSpPr/>
          <p:nvPr/>
        </p:nvSpPr>
        <p:spPr>
          <a:xfrm>
            <a:off x="1607623" y="23420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8C3F41-E356-E521-53AC-E370563B5868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224645" y="2090120"/>
            <a:ext cx="268585" cy="834648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FDEB02-79A6-CE31-3270-2B509F789C8C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2032102" y="3529233"/>
            <a:ext cx="51680" cy="274141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1C88729-32DB-94AF-16AF-2B2107F2BC22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2120678" y="2925058"/>
            <a:ext cx="237853" cy="272766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9C6633D-2B8E-D66A-E4E9-49EF5BFFD0CC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2382425" y="3973476"/>
            <a:ext cx="372480" cy="95652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C4AFDB5-114E-BF41-E767-26C5D2502F40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4646CD8-6537-D5C0-69B2-C600D633FB2B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47A4E23-1489-C08F-4C4A-9E513F33920D}"/>
              </a:ext>
            </a:extLst>
          </p:cNvPr>
          <p:cNvSpPr/>
          <p:nvPr/>
        </p:nvSpPr>
        <p:spPr>
          <a:xfrm>
            <a:off x="2509823" y="256391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5486BE-7F27-5168-AD4C-11E8B83FF333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24F8D8F-2534-53E0-4C9B-E3644D861653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LB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738ECC2-C822-783F-6A28-98B073C79609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2821375" y="1940312"/>
            <a:ext cx="426580" cy="253844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1A4B96B-E32E-A7D6-B4A1-A960390E7DA1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1368092" y="2255439"/>
            <a:ext cx="276436" cy="123503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EC5F987-30DF-F01F-1EAA-B399B7ED940F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3699620" y="2283251"/>
            <a:ext cx="322084" cy="63087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nike-soccer-ball-png.jpg">
            <a:extLst>
              <a:ext uri="{FF2B5EF4-FFF2-40B4-BE49-F238E27FC236}">
                <a16:creationId xmlns:a16="http://schemas.microsoft.com/office/drawing/2014/main" id="{9172BBBF-FB34-441B-D0F0-FF6AAD353C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21715" y="1760998"/>
            <a:ext cx="108922" cy="108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604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874F6-BB9B-13D6-EA88-6A1E3492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21F75F-B609-D900-9FDC-A7CEC53BF437}"/>
              </a:ext>
            </a:extLst>
          </p:cNvPr>
          <p:cNvSpPr/>
          <p:nvPr/>
        </p:nvSpPr>
        <p:spPr>
          <a:xfrm>
            <a:off x="0" y="-6674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FIRST Half - Set Pieces (Corners For)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E98EAB-2B80-11C1-49EF-45FB322148BB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7ADC2-74F6-9E95-B505-95864EC5D972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949D2-FD59-9A59-5C14-445A150BC879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668370-5091-7A27-546B-B9F53C3EC22A}"/>
              </a:ext>
            </a:extLst>
          </p:cNvPr>
          <p:cNvGrpSpPr/>
          <p:nvPr/>
        </p:nvGrpSpPr>
        <p:grpSpPr>
          <a:xfrm>
            <a:off x="840986" y="1226160"/>
            <a:ext cx="4646268" cy="5009018"/>
            <a:chOff x="901522" y="712241"/>
            <a:chExt cx="5333266" cy="5821975"/>
          </a:xfrm>
          <a:effectLst/>
        </p:grpSpPr>
        <p:sp>
          <p:nvSpPr>
            <p:cNvPr id="7" name="Shape 131">
              <a:extLst>
                <a:ext uri="{FF2B5EF4-FFF2-40B4-BE49-F238E27FC236}">
                  <a16:creationId xmlns:a16="http://schemas.microsoft.com/office/drawing/2014/main" id="{9E50B374-15A5-4F87-A93D-76E6A8FADE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155576" y="712241"/>
              <a:ext cx="664821" cy="173802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18D269-6B49-4B89-FF9B-4B17DE4881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522" y="885401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C59F30F-04F8-5E8D-39CE-178AB0C23D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5002" y="885400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6C9F4BA-C86C-AE22-D127-3CDF344C004D}"/>
                </a:ext>
              </a:extLst>
            </p:cNvPr>
            <p:cNvCxnSpPr>
              <a:cxnSpLocks/>
            </p:cNvCxnSpPr>
            <p:nvPr/>
          </p:nvCxnSpPr>
          <p:spPr>
            <a:xfrm>
              <a:off x="906888" y="886211"/>
              <a:ext cx="53279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hape 131">
              <a:extLst>
                <a:ext uri="{FF2B5EF4-FFF2-40B4-BE49-F238E27FC236}">
                  <a16:creationId xmlns:a16="http://schemas.microsoft.com/office/drawing/2014/main" id="{E0E17924-4216-AED9-71FB-871E78307F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711590" y="888891"/>
              <a:ext cx="1577505" cy="539255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Shape 131">
              <a:extLst>
                <a:ext uri="{FF2B5EF4-FFF2-40B4-BE49-F238E27FC236}">
                  <a16:creationId xmlns:a16="http://schemas.microsoft.com/office/drawing/2014/main" id="{255925AD-ED09-6A2D-96B3-AB1FAABCE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218" y="886211"/>
              <a:ext cx="3718249" cy="1469798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315C4FF4-05A0-ACEC-1D94-D550E5BAB1A5}"/>
                </a:ext>
              </a:extLst>
            </p:cNvPr>
            <p:cNvSpPr/>
            <p:nvPr/>
          </p:nvSpPr>
          <p:spPr>
            <a:xfrm>
              <a:off x="2791240" y="2035595"/>
              <a:ext cx="1393495" cy="640831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9050" cap="flat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3F43575-DA21-FA87-4043-614B077B82E8}"/>
                </a:ext>
              </a:extLst>
            </p:cNvPr>
            <p:cNvCxnSpPr/>
            <p:nvPr/>
          </p:nvCxnSpPr>
          <p:spPr>
            <a:xfrm rot="16200000">
              <a:off x="3563628" y="2725311"/>
              <a:ext cx="0" cy="5311806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329749-FD86-F3AF-3AEE-A4695374E2FC}"/>
                </a:ext>
              </a:extLst>
            </p:cNvPr>
            <p:cNvSpPr/>
            <p:nvPr/>
          </p:nvSpPr>
          <p:spPr>
            <a:xfrm rot="16200000">
              <a:off x="2790248" y="4623758"/>
              <a:ext cx="1361504" cy="1495570"/>
            </a:xfrm>
            <a:prstGeom prst="ellips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137D568-40F8-1577-A37A-C44C80AB6B64}"/>
              </a:ext>
            </a:extLst>
          </p:cNvPr>
          <p:cNvSpPr/>
          <p:nvPr/>
        </p:nvSpPr>
        <p:spPr>
          <a:xfrm>
            <a:off x="5531141" y="128976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402E64-CD40-51AF-0AC8-D38AC2F53FF0}"/>
              </a:ext>
            </a:extLst>
          </p:cNvPr>
          <p:cNvSpPr/>
          <p:nvPr/>
        </p:nvSpPr>
        <p:spPr>
          <a:xfrm>
            <a:off x="562114" y="1289761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B8C2930-421D-E502-9B40-1F34D1C2CF02}"/>
              </a:ext>
            </a:extLst>
          </p:cNvPr>
          <p:cNvSpPr/>
          <p:nvPr/>
        </p:nvSpPr>
        <p:spPr>
          <a:xfrm>
            <a:off x="2974620" y="224172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E68533-7E57-B4B5-5F9B-DC96F68B4F37}"/>
              </a:ext>
            </a:extLst>
          </p:cNvPr>
          <p:cNvSpPr/>
          <p:nvPr/>
        </p:nvSpPr>
        <p:spPr>
          <a:xfrm>
            <a:off x="2696685" y="224661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1E22FE-49E4-87EA-2F2D-EB1A3F80B96A}"/>
              </a:ext>
            </a:extLst>
          </p:cNvPr>
          <p:cNvSpPr/>
          <p:nvPr/>
        </p:nvSpPr>
        <p:spPr>
          <a:xfrm>
            <a:off x="2853755" y="247684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079895-1915-C6E3-5688-B15EAE3C61C6}"/>
              </a:ext>
            </a:extLst>
          </p:cNvPr>
          <p:cNvSpPr/>
          <p:nvPr/>
        </p:nvSpPr>
        <p:spPr>
          <a:xfrm>
            <a:off x="2541244" y="2481495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C8AE3D-75E4-1A11-E07B-E399F25D4230}"/>
              </a:ext>
            </a:extLst>
          </p:cNvPr>
          <p:cNvSpPr/>
          <p:nvPr/>
        </p:nvSpPr>
        <p:spPr>
          <a:xfrm>
            <a:off x="4045056" y="271283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DW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C1C38D-389A-129A-3190-E88EC634476C}"/>
              </a:ext>
            </a:extLst>
          </p:cNvPr>
          <p:cNvSpPr/>
          <p:nvPr/>
        </p:nvSpPr>
        <p:spPr>
          <a:xfrm>
            <a:off x="2856269" y="329220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D/</a:t>
            </a:r>
          </a:p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6A7B4A-1CFD-3F5D-3BD2-B47E797F7C67}"/>
              </a:ext>
            </a:extLst>
          </p:cNvPr>
          <p:cNvSpPr/>
          <p:nvPr/>
        </p:nvSpPr>
        <p:spPr>
          <a:xfrm>
            <a:off x="3435456" y="4432516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65AC4B3-6D6D-7CCF-607E-13168B1004FB}"/>
              </a:ext>
            </a:extLst>
          </p:cNvPr>
          <p:cNvSpPr/>
          <p:nvPr/>
        </p:nvSpPr>
        <p:spPr>
          <a:xfrm>
            <a:off x="2997040" y="513519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10156B9-5555-F62F-7EC8-9BE319286364}"/>
              </a:ext>
            </a:extLst>
          </p:cNvPr>
          <p:cNvSpPr/>
          <p:nvPr/>
        </p:nvSpPr>
        <p:spPr>
          <a:xfrm>
            <a:off x="3253831" y="13996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pic>
        <p:nvPicPr>
          <p:cNvPr id="30" name="Picture 29" descr="nike-soccer-ball-png.jpg">
            <a:extLst>
              <a:ext uri="{FF2B5EF4-FFF2-40B4-BE49-F238E27FC236}">
                <a16:creationId xmlns:a16="http://schemas.microsoft.com/office/drawing/2014/main" id="{590F8425-F25D-A950-F09A-E857BB939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5278973" y="1412291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2C8B95-521D-302C-B486-B818CB133010}"/>
              </a:ext>
            </a:extLst>
          </p:cNvPr>
          <p:cNvSpPr txBox="1"/>
          <p:nvPr/>
        </p:nvSpPr>
        <p:spPr>
          <a:xfrm>
            <a:off x="6205838" y="1275640"/>
            <a:ext cx="25128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Takers: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Dobbie</a:t>
            </a:r>
          </a:p>
          <a:p>
            <a:endParaRPr lang="en-AU" sz="1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Attack the 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Edge of box: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Dobbie/Luc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Near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</a:t>
            </a:r>
          </a:p>
        </p:txBody>
      </p:sp>
    </p:spTree>
    <p:extLst>
      <p:ext uri="{BB962C8B-B14F-4D97-AF65-F5344CB8AC3E}">
        <p14:creationId xmlns:p14="http://schemas.microsoft.com/office/powerpoint/2010/main" val="1569679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8899F-FDC4-FC7A-991A-2E127E9F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550467-D8E8-BA6E-9F13-8D12A522C740}"/>
              </a:ext>
            </a:extLst>
          </p:cNvPr>
          <p:cNvSpPr/>
          <p:nvPr/>
        </p:nvSpPr>
        <p:spPr>
          <a:xfrm>
            <a:off x="0" y="-6674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FIRST Half - Set Pieces (Corners Against)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314633-4BFA-A85A-6633-998902387C9C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7FA42-768B-2AC0-F5E0-FB2E9095698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A3A3DE-43CB-B63C-6AD4-517034A1DD4A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C938B0-F64E-021A-B488-A49E50A9F5E0}"/>
              </a:ext>
            </a:extLst>
          </p:cNvPr>
          <p:cNvGrpSpPr/>
          <p:nvPr/>
        </p:nvGrpSpPr>
        <p:grpSpPr>
          <a:xfrm>
            <a:off x="840986" y="1226160"/>
            <a:ext cx="4646268" cy="5009018"/>
            <a:chOff x="901522" y="712241"/>
            <a:chExt cx="5333266" cy="5821975"/>
          </a:xfrm>
          <a:effectLst/>
        </p:grpSpPr>
        <p:sp>
          <p:nvSpPr>
            <p:cNvPr id="7" name="Shape 131">
              <a:extLst>
                <a:ext uri="{FF2B5EF4-FFF2-40B4-BE49-F238E27FC236}">
                  <a16:creationId xmlns:a16="http://schemas.microsoft.com/office/drawing/2014/main" id="{31D635E0-4B20-CCAA-36CD-77CFCD7B43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155576" y="712241"/>
              <a:ext cx="664821" cy="173802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88EDEE-A3B8-3690-79D9-D7B9B1E8A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522" y="885401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924911-5584-5B7D-0FBF-FC3AA8561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5002" y="885400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D06281-7739-A8BD-B1C8-A28E24D171FD}"/>
                </a:ext>
              </a:extLst>
            </p:cNvPr>
            <p:cNvCxnSpPr>
              <a:cxnSpLocks/>
            </p:cNvCxnSpPr>
            <p:nvPr/>
          </p:nvCxnSpPr>
          <p:spPr>
            <a:xfrm>
              <a:off x="906888" y="886211"/>
              <a:ext cx="53279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hape 131">
              <a:extLst>
                <a:ext uri="{FF2B5EF4-FFF2-40B4-BE49-F238E27FC236}">
                  <a16:creationId xmlns:a16="http://schemas.microsoft.com/office/drawing/2014/main" id="{12AC6DA6-D6F2-6EA6-7FF8-C1CE080C01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711590" y="888891"/>
              <a:ext cx="1577505" cy="539255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Shape 131">
              <a:extLst>
                <a:ext uri="{FF2B5EF4-FFF2-40B4-BE49-F238E27FC236}">
                  <a16:creationId xmlns:a16="http://schemas.microsoft.com/office/drawing/2014/main" id="{5D72261E-8C98-089F-A85C-0861572B3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218" y="886211"/>
              <a:ext cx="3718249" cy="1469798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B5FFF889-44F9-1836-6D2F-305D415C7BEB}"/>
                </a:ext>
              </a:extLst>
            </p:cNvPr>
            <p:cNvSpPr/>
            <p:nvPr/>
          </p:nvSpPr>
          <p:spPr>
            <a:xfrm>
              <a:off x="2791240" y="2035595"/>
              <a:ext cx="1393495" cy="640831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9050" cap="flat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A171B1C-F2E5-E70D-10AF-CEE7D7EDABE3}"/>
                </a:ext>
              </a:extLst>
            </p:cNvPr>
            <p:cNvCxnSpPr/>
            <p:nvPr/>
          </p:nvCxnSpPr>
          <p:spPr>
            <a:xfrm rot="16200000">
              <a:off x="3563628" y="2725311"/>
              <a:ext cx="0" cy="5311806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6209BC9-E166-7BD7-4970-833877BD72D6}"/>
                </a:ext>
              </a:extLst>
            </p:cNvPr>
            <p:cNvSpPr/>
            <p:nvPr/>
          </p:nvSpPr>
          <p:spPr>
            <a:xfrm rot="16200000">
              <a:off x="2790248" y="4623758"/>
              <a:ext cx="1361504" cy="1495570"/>
            </a:xfrm>
            <a:prstGeom prst="ellips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5DFB27D6-87B8-B738-77AB-DFEBDEC998E8}"/>
              </a:ext>
            </a:extLst>
          </p:cNvPr>
          <p:cNvSpPr/>
          <p:nvPr/>
        </p:nvSpPr>
        <p:spPr>
          <a:xfrm>
            <a:off x="2701212" y="140130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71B47B-089D-AE19-6DD0-140A4689E4CC}"/>
              </a:ext>
            </a:extLst>
          </p:cNvPr>
          <p:cNvSpPr/>
          <p:nvPr/>
        </p:nvSpPr>
        <p:spPr>
          <a:xfrm>
            <a:off x="3005147" y="1405533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37B2BE-F315-AC7E-5C28-A1A2708A8620}"/>
              </a:ext>
            </a:extLst>
          </p:cNvPr>
          <p:cNvSpPr/>
          <p:nvPr/>
        </p:nvSpPr>
        <p:spPr>
          <a:xfrm>
            <a:off x="3095381" y="193594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FA637D-5749-848E-AD51-B5761D340AEB}"/>
              </a:ext>
            </a:extLst>
          </p:cNvPr>
          <p:cNvSpPr/>
          <p:nvPr/>
        </p:nvSpPr>
        <p:spPr>
          <a:xfrm>
            <a:off x="2805376" y="194003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C6FBD58-9333-6BC3-4F6D-FEB5444B64D6}"/>
              </a:ext>
            </a:extLst>
          </p:cNvPr>
          <p:cNvSpPr/>
          <p:nvPr/>
        </p:nvSpPr>
        <p:spPr>
          <a:xfrm>
            <a:off x="3220694" y="22106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7C13AC5-D0C8-BDC3-8DA5-573EA790E7D7}"/>
              </a:ext>
            </a:extLst>
          </p:cNvPr>
          <p:cNvSpPr/>
          <p:nvPr/>
        </p:nvSpPr>
        <p:spPr>
          <a:xfrm>
            <a:off x="2929349" y="221344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756F88-92C8-1C64-B348-4B27B1CD842B}"/>
              </a:ext>
            </a:extLst>
          </p:cNvPr>
          <p:cNvSpPr/>
          <p:nvPr/>
        </p:nvSpPr>
        <p:spPr>
          <a:xfrm>
            <a:off x="3383868" y="1745885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8F9F6B-3D1F-FA95-4443-D847BE110D59}"/>
              </a:ext>
            </a:extLst>
          </p:cNvPr>
          <p:cNvSpPr/>
          <p:nvPr/>
        </p:nvSpPr>
        <p:spPr>
          <a:xfrm>
            <a:off x="2911253" y="272367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2ABA2A5-09E3-9596-896B-A313F2A45265}"/>
              </a:ext>
            </a:extLst>
          </p:cNvPr>
          <p:cNvSpPr/>
          <p:nvPr/>
        </p:nvSpPr>
        <p:spPr>
          <a:xfrm>
            <a:off x="3870009" y="430385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DW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D2B6ABE-C58A-9734-8F14-A35719ACA8ED}"/>
              </a:ext>
            </a:extLst>
          </p:cNvPr>
          <p:cNvSpPr/>
          <p:nvPr/>
        </p:nvSpPr>
        <p:spPr>
          <a:xfrm>
            <a:off x="2632029" y="221411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74850A-38D9-46EA-AA80-2076E287E01E}"/>
              </a:ext>
            </a:extLst>
          </p:cNvPr>
          <p:cNvSpPr/>
          <p:nvPr/>
        </p:nvSpPr>
        <p:spPr>
          <a:xfrm>
            <a:off x="3253831" y="13996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pic>
        <p:nvPicPr>
          <p:cNvPr id="17" name="Picture 16" descr="nike-soccer-ball-png.jpg">
            <a:extLst>
              <a:ext uri="{FF2B5EF4-FFF2-40B4-BE49-F238E27FC236}">
                <a16:creationId xmlns:a16="http://schemas.microsoft.com/office/drawing/2014/main" id="{972C7C79-C243-990A-87F9-6CA691B6F8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5278973" y="1412291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97F6308-19D8-B5A7-4FF6-EE035CEC2D02}"/>
              </a:ext>
            </a:extLst>
          </p:cNvPr>
          <p:cNvSpPr txBox="1"/>
          <p:nvPr/>
        </p:nvSpPr>
        <p:spPr>
          <a:xfrm>
            <a:off x="6181058" y="1865098"/>
            <a:ext cx="25376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 marking: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Dobbie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Abby - 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  - far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Edge of box/halfway: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044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7C5FB-53A9-719B-68E6-595F99DC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7A1CC5-91DD-A9E3-0E15-9F1B725DF6C9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SECOND Half - Lineup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D7AC1-D11A-F848-B7E7-C14E81A2810F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CFC6E3-563F-0B1E-7669-6BF031D6E98C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5CACD-EB86-0A2F-C1F6-C7C14CFAE616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8292F9-95A5-BEC6-A14B-5DEBA974A58D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3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C723894-63D4-516B-8043-3E3FCBB257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06DF9735-0932-4909-69C8-23B56F83E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3E47D7A9-04B3-ADAF-C160-DC031B4CCB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371559-2C96-E508-7894-3081332F3E04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5BE7A68-6C21-27AD-090C-A7B48E5E63F7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9D8023C-DFF3-E188-2492-9B6F3D3313F0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A512EF98-2390-C014-B760-D160A26E5F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7878FF1D-2B93-6BBC-D8F2-C5935427C0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E057CC9-7212-68A9-AE0C-8F62C6B83430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8C1F518-F12D-3ACA-EE48-841323937E1B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15E0510B-F271-F1F9-1213-D82A1694EF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7B29F027-55A3-1F7A-BE5D-42F33531C9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299C6426-C9D0-D32F-F3DC-DDB2B3115C01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316629C3-60C4-01AC-3522-FDDD72A6C9BB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B20ADBA3-8661-B895-FE91-17CB03787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7BFC77F2-64AE-4114-836A-885905FAE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87C3B019-05B5-8E71-281C-A3C3F91B5CB0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CF128F2A-B18D-364D-1248-59160970CCCF}"/>
              </a:ext>
            </a:extLst>
          </p:cNvPr>
          <p:cNvSpPr/>
          <p:nvPr/>
        </p:nvSpPr>
        <p:spPr>
          <a:xfrm>
            <a:off x="3014731" y="448326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8F1E99-5FF2-0F39-9DD6-42951634BDBD}"/>
              </a:ext>
            </a:extLst>
          </p:cNvPr>
          <p:cNvSpPr/>
          <p:nvPr/>
        </p:nvSpPr>
        <p:spPr>
          <a:xfrm>
            <a:off x="2532685" y="5246858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405FA4-9D25-3E45-42F7-48FC6AC19538}"/>
              </a:ext>
            </a:extLst>
          </p:cNvPr>
          <p:cNvSpPr/>
          <p:nvPr/>
        </p:nvSpPr>
        <p:spPr>
          <a:xfrm>
            <a:off x="2083782" y="450342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2FD771-8427-953A-C0DC-167E0B3D2428}"/>
              </a:ext>
            </a:extLst>
          </p:cNvPr>
          <p:cNvSpPr/>
          <p:nvPr/>
        </p:nvSpPr>
        <p:spPr>
          <a:xfrm>
            <a:off x="1355623" y="43255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4103CFE-5D23-6660-2CF6-0DCD0713BF27}"/>
              </a:ext>
            </a:extLst>
          </p:cNvPr>
          <p:cNvSpPr/>
          <p:nvPr/>
        </p:nvSpPr>
        <p:spPr>
          <a:xfrm>
            <a:off x="3769704" y="43255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04873B-80A5-C6CA-F960-DD0F0300B7F5}"/>
              </a:ext>
            </a:extLst>
          </p:cNvPr>
          <p:cNvSpPr/>
          <p:nvPr/>
        </p:nvSpPr>
        <p:spPr>
          <a:xfrm>
            <a:off x="2156092" y="381484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A2FAB3-3B67-AF37-A265-602FBABA3898}"/>
              </a:ext>
            </a:extLst>
          </p:cNvPr>
          <p:cNvSpPr/>
          <p:nvPr/>
        </p:nvSpPr>
        <p:spPr>
          <a:xfrm>
            <a:off x="2995955" y="35000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CG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565F03-7372-944B-DCFB-1D30F5976760}"/>
              </a:ext>
            </a:extLst>
          </p:cNvPr>
          <p:cNvSpPr/>
          <p:nvPr/>
        </p:nvSpPr>
        <p:spPr>
          <a:xfrm>
            <a:off x="2536196" y="317221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61C748-9310-08E0-D5DF-6748C658D454}"/>
              </a:ext>
            </a:extLst>
          </p:cNvPr>
          <p:cNvSpPr/>
          <p:nvPr/>
        </p:nvSpPr>
        <p:spPr>
          <a:xfrm>
            <a:off x="2525770" y="247830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D3BE1C-1F8E-D1E1-1804-FC5DDDE123ED}"/>
              </a:ext>
            </a:extLst>
          </p:cNvPr>
          <p:cNvSpPr/>
          <p:nvPr/>
        </p:nvSpPr>
        <p:spPr>
          <a:xfrm>
            <a:off x="3769704" y="280958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LA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41EF3AF-5C3E-55BF-73DD-57F944420178}"/>
              </a:ext>
            </a:extLst>
          </p:cNvPr>
          <p:cNvSpPr/>
          <p:nvPr/>
        </p:nvSpPr>
        <p:spPr>
          <a:xfrm>
            <a:off x="1355623" y="280958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2AD10-2215-C1A6-EB9C-D6B424AB7015}"/>
              </a:ext>
            </a:extLst>
          </p:cNvPr>
          <p:cNvSpPr txBox="1"/>
          <p:nvPr/>
        </p:nvSpPr>
        <p:spPr>
          <a:xfrm>
            <a:off x="5070909" y="1459512"/>
            <a:ext cx="18813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Lineup: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Enid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Maya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Dobbie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Lily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Ciara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AB41FB-810C-CA23-75D8-F97810D4959F}"/>
              </a:ext>
            </a:extLst>
          </p:cNvPr>
          <p:cNvSpPr txBox="1"/>
          <p:nvPr/>
        </p:nvSpPr>
        <p:spPr>
          <a:xfrm>
            <a:off x="7098492" y="1459514"/>
            <a:ext cx="16346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711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48295-89C3-2C58-D849-10D624BF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0A31CC-B482-3EE7-B490-509A47772D0E}"/>
              </a:ext>
            </a:extLst>
          </p:cNvPr>
          <p:cNvSpPr/>
          <p:nvPr/>
        </p:nvSpPr>
        <p:spPr>
          <a:xfrm>
            <a:off x="0" y="-6674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SECOND Half - Set Pieces (Corners For)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274FCD-C054-85E6-762F-C45629ED9C2B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1D712-3F15-48D6-5C0A-A1F73C8FE75E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1761B7-B178-009B-BB2A-F0777638187A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A830A2-EE29-5CF1-7160-5522057ACB45}"/>
              </a:ext>
            </a:extLst>
          </p:cNvPr>
          <p:cNvGrpSpPr/>
          <p:nvPr/>
        </p:nvGrpSpPr>
        <p:grpSpPr>
          <a:xfrm>
            <a:off x="840986" y="1226160"/>
            <a:ext cx="4646268" cy="5009018"/>
            <a:chOff x="901522" y="712241"/>
            <a:chExt cx="5333266" cy="5821975"/>
          </a:xfrm>
          <a:effectLst/>
        </p:grpSpPr>
        <p:sp>
          <p:nvSpPr>
            <p:cNvPr id="7" name="Shape 131">
              <a:extLst>
                <a:ext uri="{FF2B5EF4-FFF2-40B4-BE49-F238E27FC236}">
                  <a16:creationId xmlns:a16="http://schemas.microsoft.com/office/drawing/2014/main" id="{15B53219-1A76-0DB0-08EA-6089A85E2D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155576" y="712241"/>
              <a:ext cx="664821" cy="173802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0AC80ED-4994-A1E1-25B2-F9971AF30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522" y="885401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A0AB1D9-71BA-3608-C091-D80222AC1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5002" y="885400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FB2320-90E5-E994-2767-74C0B06E0ED7}"/>
                </a:ext>
              </a:extLst>
            </p:cNvPr>
            <p:cNvCxnSpPr>
              <a:cxnSpLocks/>
            </p:cNvCxnSpPr>
            <p:nvPr/>
          </p:nvCxnSpPr>
          <p:spPr>
            <a:xfrm>
              <a:off x="906888" y="886211"/>
              <a:ext cx="53279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hape 131">
              <a:extLst>
                <a:ext uri="{FF2B5EF4-FFF2-40B4-BE49-F238E27FC236}">
                  <a16:creationId xmlns:a16="http://schemas.microsoft.com/office/drawing/2014/main" id="{753DA058-C9C3-13AC-5F1E-B1F52CFD26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711590" y="888891"/>
              <a:ext cx="1577505" cy="539255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Shape 131">
              <a:extLst>
                <a:ext uri="{FF2B5EF4-FFF2-40B4-BE49-F238E27FC236}">
                  <a16:creationId xmlns:a16="http://schemas.microsoft.com/office/drawing/2014/main" id="{28789001-9FDE-8E48-5BC2-BB184AFF5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218" y="886211"/>
              <a:ext cx="3718249" cy="1469798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0689EE8A-AD1E-192C-9042-54C5D31FBA0F}"/>
                </a:ext>
              </a:extLst>
            </p:cNvPr>
            <p:cNvSpPr/>
            <p:nvPr/>
          </p:nvSpPr>
          <p:spPr>
            <a:xfrm>
              <a:off x="2791240" y="2035595"/>
              <a:ext cx="1393495" cy="640831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9050" cap="flat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9DF1479-5ECC-432E-08A0-03309E7A1C1F}"/>
                </a:ext>
              </a:extLst>
            </p:cNvPr>
            <p:cNvCxnSpPr/>
            <p:nvPr/>
          </p:nvCxnSpPr>
          <p:spPr>
            <a:xfrm rot="16200000">
              <a:off x="3563628" y="2725311"/>
              <a:ext cx="0" cy="5311806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DE965A3-3506-B7E8-4320-901B59405D4E}"/>
                </a:ext>
              </a:extLst>
            </p:cNvPr>
            <p:cNvSpPr/>
            <p:nvPr/>
          </p:nvSpPr>
          <p:spPr>
            <a:xfrm rot="16200000">
              <a:off x="2790248" y="4623758"/>
              <a:ext cx="1361504" cy="1495570"/>
            </a:xfrm>
            <a:prstGeom prst="ellips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335D4F4F-0176-F6D4-233D-58852BB5B51B}"/>
              </a:ext>
            </a:extLst>
          </p:cNvPr>
          <p:cNvSpPr/>
          <p:nvPr/>
        </p:nvSpPr>
        <p:spPr>
          <a:xfrm>
            <a:off x="5531141" y="128976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70D369-0ABD-1C5A-2C00-1523B4240228}"/>
              </a:ext>
            </a:extLst>
          </p:cNvPr>
          <p:cNvSpPr/>
          <p:nvPr/>
        </p:nvSpPr>
        <p:spPr>
          <a:xfrm>
            <a:off x="562114" y="1289761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0BDBFBE-73FD-B190-FAAE-CF8019A89A50}"/>
              </a:ext>
            </a:extLst>
          </p:cNvPr>
          <p:cNvSpPr/>
          <p:nvPr/>
        </p:nvSpPr>
        <p:spPr>
          <a:xfrm>
            <a:off x="2974620" y="224172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D5C4602-FB9D-6A0F-85DF-935DD76A645E}"/>
              </a:ext>
            </a:extLst>
          </p:cNvPr>
          <p:cNvSpPr/>
          <p:nvPr/>
        </p:nvSpPr>
        <p:spPr>
          <a:xfrm>
            <a:off x="2696685" y="224661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1B4773E-6B57-04A0-9DE7-56C4045576D9}"/>
              </a:ext>
            </a:extLst>
          </p:cNvPr>
          <p:cNvSpPr/>
          <p:nvPr/>
        </p:nvSpPr>
        <p:spPr>
          <a:xfrm>
            <a:off x="2853755" y="247684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F80A2A5-B09C-2EC3-667B-F61C8F98061A}"/>
              </a:ext>
            </a:extLst>
          </p:cNvPr>
          <p:cNvSpPr/>
          <p:nvPr/>
        </p:nvSpPr>
        <p:spPr>
          <a:xfrm>
            <a:off x="2541244" y="2481495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8EADC8-2FD3-CC3A-97F3-D1FC420718F4}"/>
              </a:ext>
            </a:extLst>
          </p:cNvPr>
          <p:cNvSpPr/>
          <p:nvPr/>
        </p:nvSpPr>
        <p:spPr>
          <a:xfrm>
            <a:off x="4045056" y="271283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DW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57E260-331D-CCB4-1C6D-C379A05F832D}"/>
              </a:ext>
            </a:extLst>
          </p:cNvPr>
          <p:cNvSpPr/>
          <p:nvPr/>
        </p:nvSpPr>
        <p:spPr>
          <a:xfrm>
            <a:off x="2856269" y="329220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D/</a:t>
            </a:r>
          </a:p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42A3484-8342-05E4-D7E1-40D6DFCCE48D}"/>
              </a:ext>
            </a:extLst>
          </p:cNvPr>
          <p:cNvSpPr/>
          <p:nvPr/>
        </p:nvSpPr>
        <p:spPr>
          <a:xfrm>
            <a:off x="3435456" y="4432516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D1B893C-F80D-CF45-0888-01B5660DBB98}"/>
              </a:ext>
            </a:extLst>
          </p:cNvPr>
          <p:cNvSpPr/>
          <p:nvPr/>
        </p:nvSpPr>
        <p:spPr>
          <a:xfrm>
            <a:off x="2997040" y="513519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3989387-91F7-59E3-252E-A88CE4045640}"/>
              </a:ext>
            </a:extLst>
          </p:cNvPr>
          <p:cNvSpPr/>
          <p:nvPr/>
        </p:nvSpPr>
        <p:spPr>
          <a:xfrm>
            <a:off x="3253831" y="13996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pic>
        <p:nvPicPr>
          <p:cNvPr id="30" name="Picture 29" descr="nike-soccer-ball-png.jpg">
            <a:extLst>
              <a:ext uri="{FF2B5EF4-FFF2-40B4-BE49-F238E27FC236}">
                <a16:creationId xmlns:a16="http://schemas.microsoft.com/office/drawing/2014/main" id="{0C4A9615-C663-307B-4CF3-2FCEA46549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5278973" y="1412291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A862050-6FB7-4762-D1EC-1930D753B87F}"/>
              </a:ext>
            </a:extLst>
          </p:cNvPr>
          <p:cNvSpPr txBox="1"/>
          <p:nvPr/>
        </p:nvSpPr>
        <p:spPr>
          <a:xfrm>
            <a:off x="6278184" y="1275640"/>
            <a:ext cx="244051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Takers: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Dobbie</a:t>
            </a:r>
          </a:p>
          <a:p>
            <a:endParaRPr lang="en-AU" sz="1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Attack the 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Edge of box: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Dobbie/Luc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Near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</a:t>
            </a:r>
          </a:p>
        </p:txBody>
      </p:sp>
    </p:spTree>
    <p:extLst>
      <p:ext uri="{BB962C8B-B14F-4D97-AF65-F5344CB8AC3E}">
        <p14:creationId xmlns:p14="http://schemas.microsoft.com/office/powerpoint/2010/main" val="3235794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87849-7E0D-A779-E1D6-E3A0F6A98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031BB8-A52D-8E48-BC29-88D2E011E248}"/>
              </a:ext>
            </a:extLst>
          </p:cNvPr>
          <p:cNvSpPr/>
          <p:nvPr/>
        </p:nvSpPr>
        <p:spPr>
          <a:xfrm>
            <a:off x="0" y="-6674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– SECOND Half - Set Pieces (Corners Against)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6922CA-8430-2631-FB65-FAC55951DA56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C61986-10C1-540A-FF0F-0614533AE51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C56827-C9BC-09CD-EBC2-2E2956131E4A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2A1DF6-1F21-1716-6A51-7580083DC977}"/>
              </a:ext>
            </a:extLst>
          </p:cNvPr>
          <p:cNvGrpSpPr/>
          <p:nvPr/>
        </p:nvGrpSpPr>
        <p:grpSpPr>
          <a:xfrm>
            <a:off x="840986" y="1226160"/>
            <a:ext cx="4646268" cy="5009018"/>
            <a:chOff x="901522" y="712241"/>
            <a:chExt cx="5333266" cy="5821975"/>
          </a:xfrm>
          <a:effectLst/>
        </p:grpSpPr>
        <p:sp>
          <p:nvSpPr>
            <p:cNvPr id="7" name="Shape 131">
              <a:extLst>
                <a:ext uri="{FF2B5EF4-FFF2-40B4-BE49-F238E27FC236}">
                  <a16:creationId xmlns:a16="http://schemas.microsoft.com/office/drawing/2014/main" id="{EDDE4EAD-9769-8478-37CC-C867605432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155576" y="712241"/>
              <a:ext cx="664821" cy="173802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BCE3F81-E728-5A33-A020-E6A305F455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522" y="885401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D9E361F-E6A7-327C-4899-2B6E1B89BC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5002" y="885400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9705A9D-BB4D-AA65-B314-F0D6D56B30AC}"/>
                </a:ext>
              </a:extLst>
            </p:cNvPr>
            <p:cNvCxnSpPr>
              <a:cxnSpLocks/>
            </p:cNvCxnSpPr>
            <p:nvPr/>
          </p:nvCxnSpPr>
          <p:spPr>
            <a:xfrm>
              <a:off x="906888" y="886211"/>
              <a:ext cx="53279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hape 131">
              <a:extLst>
                <a:ext uri="{FF2B5EF4-FFF2-40B4-BE49-F238E27FC236}">
                  <a16:creationId xmlns:a16="http://schemas.microsoft.com/office/drawing/2014/main" id="{28E4ACC3-A29F-287D-69B4-E9D6A772B5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711590" y="888891"/>
              <a:ext cx="1577505" cy="539255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Shape 131">
              <a:extLst>
                <a:ext uri="{FF2B5EF4-FFF2-40B4-BE49-F238E27FC236}">
                  <a16:creationId xmlns:a16="http://schemas.microsoft.com/office/drawing/2014/main" id="{6203645B-E503-03B5-38C8-62A6615E9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218" y="886211"/>
              <a:ext cx="3718249" cy="1469798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2EBBFEA2-34C9-C25B-61B5-133F589C6D3B}"/>
                </a:ext>
              </a:extLst>
            </p:cNvPr>
            <p:cNvSpPr/>
            <p:nvPr/>
          </p:nvSpPr>
          <p:spPr>
            <a:xfrm>
              <a:off x="2791240" y="2035595"/>
              <a:ext cx="1393495" cy="640831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9050" cap="flat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B3AD812-E2B2-FD74-BE30-ED52A78E9DC3}"/>
                </a:ext>
              </a:extLst>
            </p:cNvPr>
            <p:cNvCxnSpPr/>
            <p:nvPr/>
          </p:nvCxnSpPr>
          <p:spPr>
            <a:xfrm rot="16200000">
              <a:off x="3563628" y="2725311"/>
              <a:ext cx="0" cy="5311806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582241D-5314-8DD1-617C-FAD056346CB7}"/>
                </a:ext>
              </a:extLst>
            </p:cNvPr>
            <p:cNvSpPr/>
            <p:nvPr/>
          </p:nvSpPr>
          <p:spPr>
            <a:xfrm rot="16200000">
              <a:off x="2790248" y="4623758"/>
              <a:ext cx="1361504" cy="1495570"/>
            </a:xfrm>
            <a:prstGeom prst="ellips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51F6782-199D-AC6D-1647-D53E9EFA2DA4}"/>
              </a:ext>
            </a:extLst>
          </p:cNvPr>
          <p:cNvSpPr/>
          <p:nvPr/>
        </p:nvSpPr>
        <p:spPr>
          <a:xfrm>
            <a:off x="2701212" y="1401303"/>
            <a:ext cx="216000" cy="216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4753D9-2463-0987-47DA-840404AC05B0}"/>
              </a:ext>
            </a:extLst>
          </p:cNvPr>
          <p:cNvSpPr/>
          <p:nvPr/>
        </p:nvSpPr>
        <p:spPr>
          <a:xfrm>
            <a:off x="3005147" y="1405533"/>
            <a:ext cx="216000" cy="216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BDFD395-5BE8-2A50-2DC2-742396C74FD3}"/>
              </a:ext>
            </a:extLst>
          </p:cNvPr>
          <p:cNvSpPr/>
          <p:nvPr/>
        </p:nvSpPr>
        <p:spPr>
          <a:xfrm>
            <a:off x="3095381" y="193594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H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6F35E8-5CBB-2F6F-FA06-1D377B7B7A64}"/>
              </a:ext>
            </a:extLst>
          </p:cNvPr>
          <p:cNvSpPr/>
          <p:nvPr/>
        </p:nvSpPr>
        <p:spPr>
          <a:xfrm>
            <a:off x="2805376" y="194003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E31104A-967C-7AE2-ECDE-EE75B8C5293F}"/>
              </a:ext>
            </a:extLst>
          </p:cNvPr>
          <p:cNvSpPr/>
          <p:nvPr/>
        </p:nvSpPr>
        <p:spPr>
          <a:xfrm>
            <a:off x="3220694" y="22106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649334-871F-7AF6-16F5-8E65E5918D3B}"/>
              </a:ext>
            </a:extLst>
          </p:cNvPr>
          <p:cNvSpPr/>
          <p:nvPr/>
        </p:nvSpPr>
        <p:spPr>
          <a:xfrm>
            <a:off x="2929349" y="221344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8DA25C-6171-F5A0-8EDC-9039227D6716}"/>
              </a:ext>
            </a:extLst>
          </p:cNvPr>
          <p:cNvSpPr/>
          <p:nvPr/>
        </p:nvSpPr>
        <p:spPr>
          <a:xfrm>
            <a:off x="3383868" y="1745885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8AFC065-3A79-89A1-B208-20F16E3A0242}"/>
              </a:ext>
            </a:extLst>
          </p:cNvPr>
          <p:cNvSpPr/>
          <p:nvPr/>
        </p:nvSpPr>
        <p:spPr>
          <a:xfrm>
            <a:off x="2911253" y="2840635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CG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EF84E1B-5A0A-0B49-FE23-A5DFD0929B58}"/>
              </a:ext>
            </a:extLst>
          </p:cNvPr>
          <p:cNvSpPr/>
          <p:nvPr/>
        </p:nvSpPr>
        <p:spPr>
          <a:xfrm>
            <a:off x="3005147" y="4559020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LA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39859E-8082-B2EA-934C-2129C9777A42}"/>
              </a:ext>
            </a:extLst>
          </p:cNvPr>
          <p:cNvSpPr/>
          <p:nvPr/>
        </p:nvSpPr>
        <p:spPr>
          <a:xfrm>
            <a:off x="2632029" y="221411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C48BA-8313-B3EC-7A3B-6808DE1D51F5}"/>
              </a:ext>
            </a:extLst>
          </p:cNvPr>
          <p:cNvSpPr/>
          <p:nvPr/>
        </p:nvSpPr>
        <p:spPr>
          <a:xfrm>
            <a:off x="3253831" y="13996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pic>
        <p:nvPicPr>
          <p:cNvPr id="17" name="Picture 16" descr="nike-soccer-ball-png.jpg">
            <a:extLst>
              <a:ext uri="{FF2B5EF4-FFF2-40B4-BE49-F238E27FC236}">
                <a16:creationId xmlns:a16="http://schemas.microsoft.com/office/drawing/2014/main" id="{DCA6999D-1C2A-96B6-BC20-1A5821E97C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5278973" y="1412291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93FE47C-AA90-D17A-2B33-4C417B2E6719}"/>
              </a:ext>
            </a:extLst>
          </p:cNvPr>
          <p:cNvSpPr txBox="1"/>
          <p:nvPr/>
        </p:nvSpPr>
        <p:spPr>
          <a:xfrm>
            <a:off x="6181058" y="1865098"/>
            <a:ext cx="25376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 marking: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 - 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Maya  - far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Edge of box/halfway: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Ciara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831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6A7AB-021F-DC0B-8E03-8E2D726C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6B947B-F1C8-5184-3573-A65A08434B34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- SECOND Half - Press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5C9D7-183B-FC1B-7374-E140273AFFAA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52FA45-D12A-87C9-5A68-30F74100BA47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AB24B9-F421-01E9-A9A2-0D7CC70078C6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77B0C3-B6F8-B375-6A86-0D24306C1C32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87E01E-7D0B-1D2D-DAE8-D6E6B90439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B67230F3-1941-575A-F208-2665248C1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7B61FEE9-3097-7E24-C0BE-3205A5F8543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70FF743-703D-327B-D81F-700447DB9C72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8BCD7A1-41BB-3BDC-E998-E31DD7F04115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9131D85-CF2B-CAAD-AB55-63DCBE265791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AC9B190C-CC5E-E136-1A5B-906226CBD4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B582C837-C400-EFAA-FC39-B7C6308138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3C58C92-1CEB-8279-6503-5AC6114EC83A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288B829-11D5-2E15-46E5-184F5D16AE5A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ECA5C11F-675A-EA7A-9914-03C10E2B49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99252130-298F-0E28-4E3A-75D60139B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1107B30-3D9B-5E37-4714-099CC2CD7CE4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C43CF326-881A-244E-89DD-541FEB8C5EFD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2DCD34EE-549B-2531-1785-CD66BE382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9AD901B0-C02D-6460-CCBE-5D80A90F6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CD621516-D482-9642-C6E9-95839213CEC2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33A2A0D-B4A4-38D6-55FB-01F9EA9B7C26}"/>
              </a:ext>
            </a:extLst>
          </p:cNvPr>
          <p:cNvSpPr/>
          <p:nvPr/>
        </p:nvSpPr>
        <p:spPr>
          <a:xfrm>
            <a:off x="2754905" y="39431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A96E3E-9268-99CF-3AAD-69145585CA24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A2AA3D-FAFE-4071-63A9-8CB5CCE106D3}"/>
              </a:ext>
            </a:extLst>
          </p:cNvPr>
          <p:cNvSpPr/>
          <p:nvPr/>
        </p:nvSpPr>
        <p:spPr>
          <a:xfrm>
            <a:off x="1957782" y="3803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87D0CF-8578-5198-C8A9-FC5A8811FF26}"/>
              </a:ext>
            </a:extLst>
          </p:cNvPr>
          <p:cNvSpPr/>
          <p:nvPr/>
        </p:nvSpPr>
        <p:spPr>
          <a:xfrm>
            <a:off x="1116092" y="3551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05DAC1-431D-1BA7-6EF6-F77A1C491F09}"/>
              </a:ext>
            </a:extLst>
          </p:cNvPr>
          <p:cNvSpPr/>
          <p:nvPr/>
        </p:nvSpPr>
        <p:spPr>
          <a:xfrm>
            <a:off x="3769704" y="35292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E13981-E3B6-FAFE-1785-24ABC195C567}"/>
              </a:ext>
            </a:extLst>
          </p:cNvPr>
          <p:cNvSpPr/>
          <p:nvPr/>
        </p:nvSpPr>
        <p:spPr>
          <a:xfrm>
            <a:off x="1994678" y="31978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A41B98-942C-B40F-6D6B-232544DB4C81}"/>
              </a:ext>
            </a:extLst>
          </p:cNvPr>
          <p:cNvSpPr/>
          <p:nvPr/>
        </p:nvSpPr>
        <p:spPr>
          <a:xfrm>
            <a:off x="2917694" y="317360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5E30A0-B5E5-B262-95F5-EC04B133E000}"/>
              </a:ext>
            </a:extLst>
          </p:cNvPr>
          <p:cNvSpPr/>
          <p:nvPr/>
        </p:nvSpPr>
        <p:spPr>
          <a:xfrm>
            <a:off x="2456325" y="288786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EDE462-106E-59E8-B127-62824263BE6A}"/>
              </a:ext>
            </a:extLst>
          </p:cNvPr>
          <p:cNvSpPr/>
          <p:nvPr/>
        </p:nvSpPr>
        <p:spPr>
          <a:xfrm>
            <a:off x="2606280" y="215725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AA791C-2DFD-783D-7BF7-04C5676C896C}"/>
              </a:ext>
            </a:extLst>
          </p:cNvPr>
          <p:cNvSpPr/>
          <p:nvPr/>
        </p:nvSpPr>
        <p:spPr>
          <a:xfrm>
            <a:off x="3484525" y="2309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9BA866F-A741-2C3A-4775-D298FCAA5DF1}"/>
              </a:ext>
            </a:extLst>
          </p:cNvPr>
          <p:cNvSpPr/>
          <p:nvPr/>
        </p:nvSpPr>
        <p:spPr>
          <a:xfrm>
            <a:off x="1607623" y="23420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02518C8-F34D-5B2A-1802-146F10A49532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8BE7C55-2915-D30D-B7BB-7C112BABBA87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2B8D445-2F9D-3755-9A51-9C90417B8384}"/>
              </a:ext>
            </a:extLst>
          </p:cNvPr>
          <p:cNvSpPr/>
          <p:nvPr/>
        </p:nvSpPr>
        <p:spPr>
          <a:xfrm>
            <a:off x="2509823" y="256391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97E7669-DFED-2CA8-5842-FFA8998F942D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AEAC54B-A9D7-8F88-7DD4-A17C5016865E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LB</a:t>
            </a:r>
          </a:p>
        </p:txBody>
      </p:sp>
    </p:spTree>
    <p:extLst>
      <p:ext uri="{BB962C8B-B14F-4D97-AF65-F5344CB8AC3E}">
        <p14:creationId xmlns:p14="http://schemas.microsoft.com/office/powerpoint/2010/main" val="1882928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74E2F-806C-F25A-2155-D5F6C8B9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A3147-F064-161E-F36B-4E357F3B187D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- SECOND Half - Press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38A7B7-380A-8058-4183-62467D687DF4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3BDBCB-55CE-5CD8-BFA3-856F32B47177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2A632-4B08-1A57-F899-5AC8DB048086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415B09A-A339-8DCB-5CED-A7DF716D6163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4212907-4CA7-61C1-9EB4-76D1EA4C2F5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12ED9D44-D61B-2AE9-F7F8-DE0FD4C2A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150B4481-CB90-6DB3-E465-4F5E7B736E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27D1620-35CB-7918-1011-4CF7B435D6A5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641298D-4FA3-F51F-4F23-9721475E0AA1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98BD9E9-E5C4-DDF0-6E37-F73CB6832BAE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55E7C920-395F-CD7E-3F00-81139CAD60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3890AFFA-6AE5-9F43-85D7-86CDC25E14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92D469E-F555-196A-0557-9A7CDBC66493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F7F8F49-462F-CF00-80B2-4AB83ECF0B6A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AA60788D-96CD-138F-E62E-16BC5A75EB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47063B0F-F7A3-17B5-3252-6A1F2AB3C8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E5DDAAA2-971E-92FD-8B28-197B398FC9E1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D04C8983-90F8-AAAF-2248-FF6CB3300B80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49D45BB7-DE6E-7F21-CB71-226244FE9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BE38C78E-258B-A001-F039-5DBFA23E3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12BAF45F-AD4C-F24B-7150-EDE30AE04906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A1F3A92A-32CA-8D49-9BE5-6C4557715F55}"/>
              </a:ext>
            </a:extLst>
          </p:cNvPr>
          <p:cNvSpPr/>
          <p:nvPr/>
        </p:nvSpPr>
        <p:spPr>
          <a:xfrm>
            <a:off x="2754905" y="39431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F900AF-BA25-031D-7A7A-D228B9C38D5B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6E063E-3CFE-1F64-6049-3B35D1489D75}"/>
              </a:ext>
            </a:extLst>
          </p:cNvPr>
          <p:cNvSpPr/>
          <p:nvPr/>
        </p:nvSpPr>
        <p:spPr>
          <a:xfrm>
            <a:off x="1957782" y="3803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7B02B9-D991-F244-0A42-8ED1CF6F0E7F}"/>
              </a:ext>
            </a:extLst>
          </p:cNvPr>
          <p:cNvSpPr/>
          <p:nvPr/>
        </p:nvSpPr>
        <p:spPr>
          <a:xfrm>
            <a:off x="1116092" y="3551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13B09A-29DC-DC21-0034-5191B03CC675}"/>
              </a:ext>
            </a:extLst>
          </p:cNvPr>
          <p:cNvSpPr/>
          <p:nvPr/>
        </p:nvSpPr>
        <p:spPr>
          <a:xfrm>
            <a:off x="3769704" y="35292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A99699-6EE0-9DB6-20D2-B09E78AE8BED}"/>
              </a:ext>
            </a:extLst>
          </p:cNvPr>
          <p:cNvSpPr/>
          <p:nvPr/>
        </p:nvSpPr>
        <p:spPr>
          <a:xfrm>
            <a:off x="1994678" y="31978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A71D1B-57D5-9E11-CFB1-42837BFEBB0E}"/>
              </a:ext>
            </a:extLst>
          </p:cNvPr>
          <p:cNvSpPr/>
          <p:nvPr/>
        </p:nvSpPr>
        <p:spPr>
          <a:xfrm>
            <a:off x="2917694" y="317360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CA5198-EFD8-75C0-E1A8-88ABBBF16142}"/>
              </a:ext>
            </a:extLst>
          </p:cNvPr>
          <p:cNvSpPr/>
          <p:nvPr/>
        </p:nvSpPr>
        <p:spPr>
          <a:xfrm>
            <a:off x="2456325" y="288786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F3E62F6-AE25-B641-66C6-7854DC392BEE}"/>
              </a:ext>
            </a:extLst>
          </p:cNvPr>
          <p:cNvSpPr/>
          <p:nvPr/>
        </p:nvSpPr>
        <p:spPr>
          <a:xfrm>
            <a:off x="2606280" y="215725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6F5EC0-C5EB-2AD9-7747-5C91911E1D18}"/>
              </a:ext>
            </a:extLst>
          </p:cNvPr>
          <p:cNvSpPr/>
          <p:nvPr/>
        </p:nvSpPr>
        <p:spPr>
          <a:xfrm>
            <a:off x="3484525" y="2309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FD44A2C-EB02-0B18-76F7-4E50F1A4A979}"/>
              </a:ext>
            </a:extLst>
          </p:cNvPr>
          <p:cNvSpPr/>
          <p:nvPr/>
        </p:nvSpPr>
        <p:spPr>
          <a:xfrm>
            <a:off x="1607623" y="23420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D5A4D8-9898-C59B-9B3E-0BEB021297AE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224645" y="2090120"/>
            <a:ext cx="268585" cy="834648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D7A51C9-AE87-4B14-F03E-0E6231644D02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0594450-C441-26A4-6EDE-BA09E6B7D06B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66E2DF0-16AC-3BE2-C8EB-7200B4BED8C5}"/>
              </a:ext>
            </a:extLst>
          </p:cNvPr>
          <p:cNvSpPr/>
          <p:nvPr/>
        </p:nvSpPr>
        <p:spPr>
          <a:xfrm>
            <a:off x="2509823" y="256391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B16070E-B1D2-B128-F4C8-B0744005607E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D1A6C7C-EA5D-0EBC-5441-FA18F718BF64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LB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BF4A619-0BD6-9D5E-F016-65F2417732AA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2821375" y="1940312"/>
            <a:ext cx="426580" cy="253844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C97B7E2-77A7-32E1-3989-A70BB038878A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1368092" y="2255439"/>
            <a:ext cx="276436" cy="123503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B82E297-35F9-3FC3-1568-53B29F75D0D1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3699620" y="2283251"/>
            <a:ext cx="322084" cy="63087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nike-soccer-ball-png.jpg">
            <a:extLst>
              <a:ext uri="{FF2B5EF4-FFF2-40B4-BE49-F238E27FC236}">
                <a16:creationId xmlns:a16="http://schemas.microsoft.com/office/drawing/2014/main" id="{1596643B-8C96-347F-1E2E-EC3EEF6AA4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21715" y="1760998"/>
            <a:ext cx="108922" cy="108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5115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2C977-3E2E-6F07-124D-C6AA3047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FBC4BB-EE63-2628-7A89-A25A86E01641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WA - SECOND Half - Press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93C740-CE8C-4877-F9B8-95F0A6E49674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E0920A-F5E7-168B-71A9-23E209310398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AFAB63-F83B-023C-49D4-7FD602E6FE2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D9E7D4-A378-8349-069E-73695CEDDE3F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6510988-FA9A-0149-A061-7DD838BBFDF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419AE6D7-6940-35A0-19F3-5663A45F0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79865D35-A7E8-CAE2-23D6-DC31809C313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54AE897-CFE0-97ED-9B21-95D58BFB5D4D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0F3AAE7-475D-3D27-6678-6C48FB5B1A22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AEEE533-8D17-8F80-D14D-0849C03145CF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77BA4BF4-306D-1B98-3FB4-B5B007FA4A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2776EE9A-8643-7783-9487-E67C13AA61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D644E3EE-733B-0EC2-1069-1465F71FFE19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A933540D-5E26-94E8-2F4E-69DED0A03100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6BB93C7C-D20C-22A5-E2B9-4B495E736E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8896AC5E-AFA2-FEB4-48AC-17FC98B783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E38148C2-01D1-40D7-D397-593CAB5B7403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1CBE88CE-2329-F365-28A4-04AD4DF78BF4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C3654E0B-054D-4FA1-3DD7-A388DDC25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3CFEBEE6-DC74-CF3A-391F-4791AD106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6E66C41E-BE41-5768-EC07-07FADB87DD66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38A63ACB-4CB7-BF1C-4EAF-4F2442A320E1}"/>
              </a:ext>
            </a:extLst>
          </p:cNvPr>
          <p:cNvSpPr/>
          <p:nvPr/>
        </p:nvSpPr>
        <p:spPr>
          <a:xfrm>
            <a:off x="2754905" y="39431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15AC93-ED4A-3C7D-0B3F-84EC54E3C06F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CE11CD-1D16-1762-B543-EA55BF10FF1B}"/>
              </a:ext>
            </a:extLst>
          </p:cNvPr>
          <p:cNvSpPr/>
          <p:nvPr/>
        </p:nvSpPr>
        <p:spPr>
          <a:xfrm>
            <a:off x="1957782" y="3803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39E8B0-2FBD-72B4-FFE9-6E205093A3B5}"/>
              </a:ext>
            </a:extLst>
          </p:cNvPr>
          <p:cNvSpPr/>
          <p:nvPr/>
        </p:nvSpPr>
        <p:spPr>
          <a:xfrm>
            <a:off x="1116092" y="3551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AE866C-21DE-8DDA-5C65-C286FE1D9D07}"/>
              </a:ext>
            </a:extLst>
          </p:cNvPr>
          <p:cNvSpPr/>
          <p:nvPr/>
        </p:nvSpPr>
        <p:spPr>
          <a:xfrm>
            <a:off x="3769704" y="35292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C2563C-CC61-C2B3-AA8D-DE2C5DE99031}"/>
              </a:ext>
            </a:extLst>
          </p:cNvPr>
          <p:cNvSpPr/>
          <p:nvPr/>
        </p:nvSpPr>
        <p:spPr>
          <a:xfrm>
            <a:off x="1994678" y="31978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SD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CF7606-D701-8E99-EE6E-8D675994FEA0}"/>
              </a:ext>
            </a:extLst>
          </p:cNvPr>
          <p:cNvSpPr/>
          <p:nvPr/>
        </p:nvSpPr>
        <p:spPr>
          <a:xfrm>
            <a:off x="2917694" y="317360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12CF67-3BE0-311E-B6ED-A3E9D0BAC028}"/>
              </a:ext>
            </a:extLst>
          </p:cNvPr>
          <p:cNvSpPr/>
          <p:nvPr/>
        </p:nvSpPr>
        <p:spPr>
          <a:xfrm>
            <a:off x="2456325" y="288786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LP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A343ED-858F-CA3A-EF10-FD0EBA35A69F}"/>
              </a:ext>
            </a:extLst>
          </p:cNvPr>
          <p:cNvSpPr/>
          <p:nvPr/>
        </p:nvSpPr>
        <p:spPr>
          <a:xfrm>
            <a:off x="2606280" y="215725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EH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EE69F8-CA2E-9D4F-2128-951E62969D85}"/>
              </a:ext>
            </a:extLst>
          </p:cNvPr>
          <p:cNvSpPr/>
          <p:nvPr/>
        </p:nvSpPr>
        <p:spPr>
          <a:xfrm>
            <a:off x="3484525" y="2309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2BD4265-6C30-BB81-FD66-345D4FE61442}"/>
              </a:ext>
            </a:extLst>
          </p:cNvPr>
          <p:cNvSpPr/>
          <p:nvPr/>
        </p:nvSpPr>
        <p:spPr>
          <a:xfrm>
            <a:off x="1607623" y="23420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bg2"/>
                </a:solidFill>
              </a:rPr>
              <a:t>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151390-41B5-FE00-DFAD-30267B70FF78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224645" y="2090120"/>
            <a:ext cx="268585" cy="834648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FCDACE-5EF2-F764-8C7C-5130CE6A01F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2032102" y="3529233"/>
            <a:ext cx="51680" cy="274141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24B6948-44E4-095F-BC73-DE9466DAB22B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2120678" y="2925058"/>
            <a:ext cx="237853" cy="272766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C5EBDE8-77F0-8234-2534-CCB9CCF62BFD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2382425" y="3973476"/>
            <a:ext cx="372480" cy="95652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9D7FCB39-AFA7-D084-6094-A33252E61CCE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40BDD7F-0CAD-FF2F-1954-9D48D42826E4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8A49A9-1BC6-B23F-1D53-41429ED9EF71}"/>
              </a:ext>
            </a:extLst>
          </p:cNvPr>
          <p:cNvSpPr/>
          <p:nvPr/>
        </p:nvSpPr>
        <p:spPr>
          <a:xfrm>
            <a:off x="2509823" y="256391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837FF87-6AF6-0C4D-7434-86548C4E3090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540B486-7608-6A13-F25F-8778A8CE27D8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LB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F5B5F6C-68B3-6616-2AEC-6FD3BB62723B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2821375" y="1940312"/>
            <a:ext cx="426580" cy="253844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A9C6F9F-8A75-01AE-C097-BA16CE5A372D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1368092" y="2255439"/>
            <a:ext cx="276436" cy="123503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DF0EF7E-0DA0-6ABC-75B7-09491B0DCE3A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3699620" y="2283251"/>
            <a:ext cx="322084" cy="63087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nike-soccer-ball-png.jpg">
            <a:extLst>
              <a:ext uri="{FF2B5EF4-FFF2-40B4-BE49-F238E27FC236}">
                <a16:creationId xmlns:a16="http://schemas.microsoft.com/office/drawing/2014/main" id="{9880BAF4-9F07-6E8A-9045-C9020B0AB8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21715" y="1760998"/>
            <a:ext cx="108922" cy="108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713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70681</TotalTime>
  <Words>1482</Words>
  <Application>Microsoft Office PowerPoint</Application>
  <PresentationFormat>On-screen Show (4:3)</PresentationFormat>
  <Paragraphs>428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Segoe UI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Stefan Busso / Anthony Frost</dc:creator>
  <cp:keywords/>
  <dc:description/>
  <cp:lastModifiedBy>scott conlon</cp:lastModifiedBy>
  <cp:revision>308</cp:revision>
  <cp:lastPrinted>2025-05-31T08:37:08Z</cp:lastPrinted>
  <dcterms:created xsi:type="dcterms:W3CDTF">2012-12-19T23:59:41Z</dcterms:created>
  <dcterms:modified xsi:type="dcterms:W3CDTF">2025-07-22T12:55:55Z</dcterms:modified>
  <cp:category/>
</cp:coreProperties>
</file>