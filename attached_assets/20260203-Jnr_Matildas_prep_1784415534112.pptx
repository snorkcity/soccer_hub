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1"/>
  </p:notesMasterIdLst>
  <p:handoutMasterIdLst>
    <p:handoutMasterId r:id="rId22"/>
  </p:handoutMasterIdLst>
  <p:sldIdLst>
    <p:sldId id="353" r:id="rId3"/>
    <p:sldId id="654" r:id="rId4"/>
    <p:sldId id="641" r:id="rId5"/>
    <p:sldId id="646" r:id="rId6"/>
    <p:sldId id="647" r:id="rId7"/>
    <p:sldId id="648" r:id="rId8"/>
    <p:sldId id="649" r:id="rId9"/>
    <p:sldId id="650" r:id="rId10"/>
    <p:sldId id="651" r:id="rId11"/>
    <p:sldId id="652" r:id="rId12"/>
    <p:sldId id="653" r:id="rId13"/>
    <p:sldId id="655" r:id="rId14"/>
    <p:sldId id="656" r:id="rId15"/>
    <p:sldId id="657" r:id="rId16"/>
    <p:sldId id="658" r:id="rId17"/>
    <p:sldId id="659" r:id="rId18"/>
    <p:sldId id="660" r:id="rId19"/>
    <p:sldId id="661" r:id="rId20"/>
  </p:sldIdLst>
  <p:sldSz cx="9144000" cy="6858000" type="screen4x3"/>
  <p:notesSz cx="6792913" cy="99250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thony Frost" initials="AF" lastIdx="2" clrIdx="0">
    <p:extLst>
      <p:ext uri="{19B8F6BF-5375-455C-9EA6-DF929625EA0E}">
        <p15:presenceInfo xmlns:p15="http://schemas.microsoft.com/office/powerpoint/2012/main" userId="ec08b7a8-6e9d-435a-90c9-0b707f07fc6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63B"/>
    <a:srgbClr val="E7DB02"/>
    <a:srgbClr val="2F00FF"/>
    <a:srgbClr val="FFD700"/>
    <a:srgbClr val="FFDD33"/>
    <a:srgbClr val="CC7722"/>
    <a:srgbClr val="7B1C3D"/>
    <a:srgbClr val="00205B"/>
    <a:srgbClr val="0099CC"/>
    <a:srgbClr val="87CE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80A633-41E1-4EAF-B6D8-9C2E68EFFFC2}" v="53" dt="2026-03-03T03:03:00.3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642" autoAdjust="0"/>
    <p:restoredTop sz="80169" autoAdjust="0"/>
  </p:normalViewPr>
  <p:slideViewPr>
    <p:cSldViewPr snapToGrid="0" snapToObjects="1">
      <p:cViewPr varScale="1">
        <p:scale>
          <a:sx n="114" d="100"/>
          <a:sy n="114" d="100"/>
        </p:scale>
        <p:origin x="108" y="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 snapToObjects="1">
      <p:cViewPr varScale="1">
        <p:scale>
          <a:sx n="100" d="100"/>
          <a:sy n="100" d="100"/>
        </p:scale>
        <p:origin x="33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 conlon" userId="715640cfe8348987" providerId="LiveId" clId="{69B64073-9504-4B6E-9D0F-1C0AE143CAAC}"/>
    <pc:docChg chg="undo custSel addSld delSld modSld sldOrd">
      <pc:chgData name="scott conlon" userId="715640cfe8348987" providerId="LiveId" clId="{69B64073-9504-4B6E-9D0F-1C0AE143CAAC}" dt="2026-03-03T03:06:30.388" v="2953" actId="1076"/>
      <pc:docMkLst>
        <pc:docMk/>
      </pc:docMkLst>
      <pc:sldChg chg="modSp mod">
        <pc:chgData name="scott conlon" userId="715640cfe8348987" providerId="LiveId" clId="{69B64073-9504-4B6E-9D0F-1C0AE143CAAC}" dt="2026-03-03T01:24:00.525" v="21" actId="313"/>
        <pc:sldMkLst>
          <pc:docMk/>
          <pc:sldMk cId="1470261100" sldId="353"/>
        </pc:sldMkLst>
        <pc:spChg chg="mod">
          <ac:chgData name="scott conlon" userId="715640cfe8348987" providerId="LiveId" clId="{69B64073-9504-4B6E-9D0F-1C0AE143CAAC}" dt="2026-03-03T01:24:00.525" v="21" actId="313"/>
          <ac:spMkLst>
            <pc:docMk/>
            <pc:sldMk cId="1470261100" sldId="353"/>
            <ac:spMk id="3" creationId="{B1711341-68F7-362C-75F1-F2C80DC26DCC}"/>
          </ac:spMkLst>
        </pc:spChg>
      </pc:sldChg>
      <pc:sldChg chg="del">
        <pc:chgData name="scott conlon" userId="715640cfe8348987" providerId="LiveId" clId="{69B64073-9504-4B6E-9D0F-1C0AE143CAAC}" dt="2026-03-03T03:04:46.699" v="2942" actId="47"/>
        <pc:sldMkLst>
          <pc:docMk/>
          <pc:sldMk cId="2504118082" sldId="382"/>
        </pc:sldMkLst>
      </pc:sldChg>
      <pc:sldChg chg="del">
        <pc:chgData name="scott conlon" userId="715640cfe8348987" providerId="LiveId" clId="{69B64073-9504-4B6E-9D0F-1C0AE143CAAC}" dt="2026-03-03T03:04:46.699" v="2942" actId="47"/>
        <pc:sldMkLst>
          <pc:docMk/>
          <pc:sldMk cId="802466451" sldId="408"/>
        </pc:sldMkLst>
      </pc:sldChg>
      <pc:sldChg chg="del">
        <pc:chgData name="scott conlon" userId="715640cfe8348987" providerId="LiveId" clId="{69B64073-9504-4B6E-9D0F-1C0AE143CAAC}" dt="2026-03-03T03:04:46.699" v="2942" actId="47"/>
        <pc:sldMkLst>
          <pc:docMk/>
          <pc:sldMk cId="153816750" sldId="566"/>
        </pc:sldMkLst>
      </pc:sldChg>
      <pc:sldChg chg="del ord">
        <pc:chgData name="scott conlon" userId="715640cfe8348987" providerId="LiveId" clId="{69B64073-9504-4B6E-9D0F-1C0AE143CAAC}" dt="2026-03-03T03:04:46.699" v="2942" actId="47"/>
        <pc:sldMkLst>
          <pc:docMk/>
          <pc:sldMk cId="605639947" sldId="613"/>
        </pc:sldMkLst>
      </pc:sldChg>
      <pc:sldChg chg="delSp modSp del mod ord">
        <pc:chgData name="scott conlon" userId="715640cfe8348987" providerId="LiveId" clId="{69B64073-9504-4B6E-9D0F-1C0AE143CAAC}" dt="2026-03-03T03:04:46.699" v="2942" actId="47"/>
        <pc:sldMkLst>
          <pc:docMk/>
          <pc:sldMk cId="2025347170" sldId="614"/>
        </pc:sldMkLst>
        <pc:spChg chg="mod">
          <ac:chgData name="scott conlon" userId="715640cfe8348987" providerId="LiveId" clId="{69B64073-9504-4B6E-9D0F-1C0AE143CAAC}" dt="2026-03-03T01:25:26.125" v="32" actId="20577"/>
          <ac:spMkLst>
            <pc:docMk/>
            <pc:sldMk cId="2025347170" sldId="614"/>
            <ac:spMk id="2" creationId="{589C6955-86BD-7351-83E5-219351C5515B}"/>
          </ac:spMkLst>
        </pc:spChg>
        <pc:spChg chg="del">
          <ac:chgData name="scott conlon" userId="715640cfe8348987" providerId="LiveId" clId="{69B64073-9504-4B6E-9D0F-1C0AE143CAAC}" dt="2026-03-03T01:25:57.872" v="35" actId="478"/>
          <ac:spMkLst>
            <pc:docMk/>
            <pc:sldMk cId="2025347170" sldId="614"/>
            <ac:spMk id="4" creationId="{148A7843-B5E5-ED6D-5FA9-9F5093E83CEE}"/>
          </ac:spMkLst>
        </pc:spChg>
        <pc:spChg chg="mod">
          <ac:chgData name="scott conlon" userId="715640cfe8348987" providerId="LiveId" clId="{69B64073-9504-4B6E-9D0F-1C0AE143CAAC}" dt="2026-03-03T01:26:23.631" v="58" actId="1036"/>
          <ac:spMkLst>
            <pc:docMk/>
            <pc:sldMk cId="2025347170" sldId="614"/>
            <ac:spMk id="7" creationId="{B90B6DD7-D6FB-F09D-CBC4-76A246A65194}"/>
          </ac:spMkLst>
        </pc:spChg>
        <pc:spChg chg="mod">
          <ac:chgData name="scott conlon" userId="715640cfe8348987" providerId="LiveId" clId="{69B64073-9504-4B6E-9D0F-1C0AE143CAAC}" dt="2026-03-03T01:26:23.631" v="58" actId="1036"/>
          <ac:spMkLst>
            <pc:docMk/>
            <pc:sldMk cId="2025347170" sldId="614"/>
            <ac:spMk id="8" creationId="{5F76841D-64F2-E419-0883-14EABABEAE4B}"/>
          </ac:spMkLst>
        </pc:spChg>
        <pc:spChg chg="mod">
          <ac:chgData name="scott conlon" userId="715640cfe8348987" providerId="LiveId" clId="{69B64073-9504-4B6E-9D0F-1C0AE143CAAC}" dt="2026-03-03T01:26:10.940" v="36" actId="207"/>
          <ac:spMkLst>
            <pc:docMk/>
            <pc:sldMk cId="2025347170" sldId="614"/>
            <ac:spMk id="9" creationId="{85073FDA-7FA2-ADB6-AB21-94D9D63BBE35}"/>
          </ac:spMkLst>
        </pc:spChg>
        <pc:spChg chg="mod">
          <ac:chgData name="scott conlon" userId="715640cfe8348987" providerId="LiveId" clId="{69B64073-9504-4B6E-9D0F-1C0AE143CAAC}" dt="2026-03-03T01:26:29.390" v="60" actId="1076"/>
          <ac:spMkLst>
            <pc:docMk/>
            <pc:sldMk cId="2025347170" sldId="614"/>
            <ac:spMk id="12" creationId="{FFB4184F-418A-C5A7-3F8E-F6A3CFDB2E16}"/>
          </ac:spMkLst>
        </pc:spChg>
        <pc:spChg chg="mod">
          <ac:chgData name="scott conlon" userId="715640cfe8348987" providerId="LiveId" clId="{69B64073-9504-4B6E-9D0F-1C0AE143CAAC}" dt="2026-03-03T01:26:23.631" v="58" actId="1036"/>
          <ac:spMkLst>
            <pc:docMk/>
            <pc:sldMk cId="2025347170" sldId="614"/>
            <ac:spMk id="13" creationId="{EA67188C-23F4-B061-8699-46E7AB0F227F}"/>
          </ac:spMkLst>
        </pc:spChg>
        <pc:spChg chg="mod">
          <ac:chgData name="scott conlon" userId="715640cfe8348987" providerId="LiveId" clId="{69B64073-9504-4B6E-9D0F-1C0AE143CAAC}" dt="2026-03-03T01:26:23.631" v="58" actId="1036"/>
          <ac:spMkLst>
            <pc:docMk/>
            <pc:sldMk cId="2025347170" sldId="614"/>
            <ac:spMk id="14" creationId="{B7814AC1-0187-FB79-E1C7-6B50AE6ED131}"/>
          </ac:spMkLst>
        </pc:spChg>
        <pc:spChg chg="mod">
          <ac:chgData name="scott conlon" userId="715640cfe8348987" providerId="LiveId" clId="{69B64073-9504-4B6E-9D0F-1C0AE143CAAC}" dt="2026-03-03T01:26:27.661" v="59" actId="1076"/>
          <ac:spMkLst>
            <pc:docMk/>
            <pc:sldMk cId="2025347170" sldId="614"/>
            <ac:spMk id="15" creationId="{D17ED309-25E5-F7CB-1FD6-6BD75EFFC4ED}"/>
          </ac:spMkLst>
        </pc:spChg>
        <pc:spChg chg="mod">
          <ac:chgData name="scott conlon" userId="715640cfe8348987" providerId="LiveId" clId="{69B64073-9504-4B6E-9D0F-1C0AE143CAAC}" dt="2026-03-03T01:26:23.631" v="58" actId="1036"/>
          <ac:spMkLst>
            <pc:docMk/>
            <pc:sldMk cId="2025347170" sldId="614"/>
            <ac:spMk id="16" creationId="{A1715650-4368-C617-9442-66D43E2944C6}"/>
          </ac:spMkLst>
        </pc:spChg>
        <pc:spChg chg="mod">
          <ac:chgData name="scott conlon" userId="715640cfe8348987" providerId="LiveId" clId="{69B64073-9504-4B6E-9D0F-1C0AE143CAAC}" dt="2026-03-03T01:26:23.631" v="58" actId="1036"/>
          <ac:spMkLst>
            <pc:docMk/>
            <pc:sldMk cId="2025347170" sldId="614"/>
            <ac:spMk id="17" creationId="{376BF417-C6F5-7D1D-5DFD-EDE277975D60}"/>
          </ac:spMkLst>
        </pc:spChg>
        <pc:spChg chg="mod">
          <ac:chgData name="scott conlon" userId="715640cfe8348987" providerId="LiveId" clId="{69B64073-9504-4B6E-9D0F-1C0AE143CAAC}" dt="2026-03-03T01:26:23.631" v="58" actId="1036"/>
          <ac:spMkLst>
            <pc:docMk/>
            <pc:sldMk cId="2025347170" sldId="614"/>
            <ac:spMk id="36" creationId="{3BE49E12-7DA6-4CFD-191A-3E32546389BD}"/>
          </ac:spMkLst>
        </pc:spChg>
        <pc:spChg chg="mod">
          <ac:chgData name="scott conlon" userId="715640cfe8348987" providerId="LiveId" clId="{69B64073-9504-4B6E-9D0F-1C0AE143CAAC}" dt="2026-03-03T01:26:39.999" v="62" actId="1076"/>
          <ac:spMkLst>
            <pc:docMk/>
            <pc:sldMk cId="2025347170" sldId="614"/>
            <ac:spMk id="39" creationId="{96B4EF6D-B522-D6B9-35DA-3CFCC22AEAD1}"/>
          </ac:spMkLst>
        </pc:spChg>
      </pc:sldChg>
      <pc:sldChg chg="del ord">
        <pc:chgData name="scott conlon" userId="715640cfe8348987" providerId="LiveId" clId="{69B64073-9504-4B6E-9D0F-1C0AE143CAAC}" dt="2026-03-03T03:04:46.699" v="2942" actId="47"/>
        <pc:sldMkLst>
          <pc:docMk/>
          <pc:sldMk cId="1054723861" sldId="622"/>
        </pc:sldMkLst>
      </pc:sldChg>
      <pc:sldChg chg="del">
        <pc:chgData name="scott conlon" userId="715640cfe8348987" providerId="LiveId" clId="{69B64073-9504-4B6E-9D0F-1C0AE143CAAC}" dt="2026-03-03T03:04:46.699" v="2942" actId="47"/>
        <pc:sldMkLst>
          <pc:docMk/>
          <pc:sldMk cId="3311182815" sldId="623"/>
        </pc:sldMkLst>
      </pc:sldChg>
      <pc:sldChg chg="del">
        <pc:chgData name="scott conlon" userId="715640cfe8348987" providerId="LiveId" clId="{69B64073-9504-4B6E-9D0F-1C0AE143CAAC}" dt="2026-03-03T03:04:46.699" v="2942" actId="47"/>
        <pc:sldMkLst>
          <pc:docMk/>
          <pc:sldMk cId="3273058702" sldId="628"/>
        </pc:sldMkLst>
      </pc:sldChg>
      <pc:sldChg chg="del">
        <pc:chgData name="scott conlon" userId="715640cfe8348987" providerId="LiveId" clId="{69B64073-9504-4B6E-9D0F-1C0AE143CAAC}" dt="2026-03-03T03:04:46.699" v="2942" actId="47"/>
        <pc:sldMkLst>
          <pc:docMk/>
          <pc:sldMk cId="2400316696" sldId="629"/>
        </pc:sldMkLst>
      </pc:sldChg>
      <pc:sldChg chg="del ord">
        <pc:chgData name="scott conlon" userId="715640cfe8348987" providerId="LiveId" clId="{69B64073-9504-4B6E-9D0F-1C0AE143CAAC}" dt="2026-03-03T03:04:46.699" v="2942" actId="47"/>
        <pc:sldMkLst>
          <pc:docMk/>
          <pc:sldMk cId="1009537305" sldId="630"/>
        </pc:sldMkLst>
      </pc:sldChg>
      <pc:sldChg chg="del">
        <pc:chgData name="scott conlon" userId="715640cfe8348987" providerId="LiveId" clId="{69B64073-9504-4B6E-9D0F-1C0AE143CAAC}" dt="2026-03-03T03:04:46.699" v="2942" actId="47"/>
        <pc:sldMkLst>
          <pc:docMk/>
          <pc:sldMk cId="1804855554" sldId="632"/>
        </pc:sldMkLst>
      </pc:sldChg>
      <pc:sldChg chg="del">
        <pc:chgData name="scott conlon" userId="715640cfe8348987" providerId="LiveId" clId="{69B64073-9504-4B6E-9D0F-1C0AE143CAAC}" dt="2026-03-03T03:04:46.699" v="2942" actId="47"/>
        <pc:sldMkLst>
          <pc:docMk/>
          <pc:sldMk cId="665551087" sldId="636"/>
        </pc:sldMkLst>
      </pc:sldChg>
      <pc:sldChg chg="del">
        <pc:chgData name="scott conlon" userId="715640cfe8348987" providerId="LiveId" clId="{69B64073-9504-4B6E-9D0F-1C0AE143CAAC}" dt="2026-03-03T03:04:46.699" v="2942" actId="47"/>
        <pc:sldMkLst>
          <pc:docMk/>
          <pc:sldMk cId="3536790548" sldId="637"/>
        </pc:sldMkLst>
      </pc:sldChg>
      <pc:sldChg chg="del">
        <pc:chgData name="scott conlon" userId="715640cfe8348987" providerId="LiveId" clId="{69B64073-9504-4B6E-9D0F-1C0AE143CAAC}" dt="2026-03-03T03:04:46.699" v="2942" actId="47"/>
        <pc:sldMkLst>
          <pc:docMk/>
          <pc:sldMk cId="2495661562" sldId="638"/>
        </pc:sldMkLst>
      </pc:sldChg>
      <pc:sldChg chg="del">
        <pc:chgData name="scott conlon" userId="715640cfe8348987" providerId="LiveId" clId="{69B64073-9504-4B6E-9D0F-1C0AE143CAAC}" dt="2026-03-03T03:04:46.699" v="2942" actId="47"/>
        <pc:sldMkLst>
          <pc:docMk/>
          <pc:sldMk cId="3190249143" sldId="639"/>
        </pc:sldMkLst>
      </pc:sldChg>
      <pc:sldChg chg="del">
        <pc:chgData name="scott conlon" userId="715640cfe8348987" providerId="LiveId" clId="{69B64073-9504-4B6E-9D0F-1C0AE143CAAC}" dt="2026-03-03T03:04:46.699" v="2942" actId="47"/>
        <pc:sldMkLst>
          <pc:docMk/>
          <pc:sldMk cId="2580090772" sldId="640"/>
        </pc:sldMkLst>
      </pc:sldChg>
      <pc:sldChg chg="addSp modSp mod modAnim">
        <pc:chgData name="scott conlon" userId="715640cfe8348987" providerId="LiveId" clId="{69B64073-9504-4B6E-9D0F-1C0AE143CAAC}" dt="2026-03-03T01:59:32.220" v="160" actId="20577"/>
        <pc:sldMkLst>
          <pc:docMk/>
          <pc:sldMk cId="659735155" sldId="641"/>
        </pc:sldMkLst>
        <pc:spChg chg="mod">
          <ac:chgData name="scott conlon" userId="715640cfe8348987" providerId="LiveId" clId="{69B64073-9504-4B6E-9D0F-1C0AE143CAAC}" dt="2026-03-03T01:28:08.160" v="77" actId="6549"/>
          <ac:spMkLst>
            <pc:docMk/>
            <pc:sldMk cId="659735155" sldId="641"/>
            <ac:spMk id="2" creationId="{7381FFAE-A1FA-3B85-2158-2B6FD5A2C0FF}"/>
          </ac:spMkLst>
        </pc:spChg>
        <pc:spChg chg="mod">
          <ac:chgData name="scott conlon" userId="715640cfe8348987" providerId="LiveId" clId="{69B64073-9504-4B6E-9D0F-1C0AE143CAAC}" dt="2026-03-03T01:30:04.518" v="93" actId="692"/>
          <ac:spMkLst>
            <pc:docMk/>
            <pc:sldMk cId="659735155" sldId="641"/>
            <ac:spMk id="3" creationId="{D8A72D58-8876-2542-D83D-81DB77A07B3C}"/>
          </ac:spMkLst>
        </pc:spChg>
        <pc:spChg chg="mod">
          <ac:chgData name="scott conlon" userId="715640cfe8348987" providerId="LiveId" clId="{69B64073-9504-4B6E-9D0F-1C0AE143CAAC}" dt="2026-03-03T01:29:16.208" v="88" actId="207"/>
          <ac:spMkLst>
            <pc:docMk/>
            <pc:sldMk cId="659735155" sldId="641"/>
            <ac:spMk id="4" creationId="{356899C8-1670-CEA0-3542-CC064DC12C96}"/>
          </ac:spMkLst>
        </pc:spChg>
        <pc:spChg chg="mod">
          <ac:chgData name="scott conlon" userId="715640cfe8348987" providerId="LiveId" clId="{69B64073-9504-4B6E-9D0F-1C0AE143CAAC}" dt="2026-03-03T01:30:10.748" v="95" actId="692"/>
          <ac:spMkLst>
            <pc:docMk/>
            <pc:sldMk cId="659735155" sldId="641"/>
            <ac:spMk id="5" creationId="{E5B16A05-3673-C3E5-4D89-5B8C8A5D94EA}"/>
          </ac:spMkLst>
        </pc:spChg>
        <pc:spChg chg="mod">
          <ac:chgData name="scott conlon" userId="715640cfe8348987" providerId="LiveId" clId="{69B64073-9504-4B6E-9D0F-1C0AE143CAAC}" dt="2026-03-03T01:30:18.563" v="97" actId="207"/>
          <ac:spMkLst>
            <pc:docMk/>
            <pc:sldMk cId="659735155" sldId="641"/>
            <ac:spMk id="6" creationId="{AE3B60AC-09E3-CB50-69BD-7B0D33F0F8B2}"/>
          </ac:spMkLst>
        </pc:spChg>
        <pc:spChg chg="mod">
          <ac:chgData name="scott conlon" userId="715640cfe8348987" providerId="LiveId" clId="{69B64073-9504-4B6E-9D0F-1C0AE143CAAC}" dt="2026-03-03T01:28:40.707" v="79" actId="692"/>
          <ac:spMkLst>
            <pc:docMk/>
            <pc:sldMk cId="659735155" sldId="641"/>
            <ac:spMk id="7" creationId="{7BA39B69-2509-9BF5-623E-10E698836284}"/>
          </ac:spMkLst>
        </pc:spChg>
        <pc:spChg chg="mod">
          <ac:chgData name="scott conlon" userId="715640cfe8348987" providerId="LiveId" clId="{69B64073-9504-4B6E-9D0F-1C0AE143CAAC}" dt="2026-03-03T01:29:08.292" v="85" actId="207"/>
          <ac:spMkLst>
            <pc:docMk/>
            <pc:sldMk cId="659735155" sldId="641"/>
            <ac:spMk id="8" creationId="{3C490298-40A1-BE9B-DA4C-DFF45FB9FFDB}"/>
          </ac:spMkLst>
        </pc:spChg>
        <pc:spChg chg="mod">
          <ac:chgData name="scott conlon" userId="715640cfe8348987" providerId="LiveId" clId="{69B64073-9504-4B6E-9D0F-1C0AE143CAAC}" dt="2026-03-03T01:29:12.384" v="86" actId="207"/>
          <ac:spMkLst>
            <pc:docMk/>
            <pc:sldMk cId="659735155" sldId="641"/>
            <ac:spMk id="9" creationId="{69FAF304-DB22-6B07-7C1F-3190E2C98537}"/>
          </ac:spMkLst>
        </pc:spChg>
        <pc:spChg chg="mod">
          <ac:chgData name="scott conlon" userId="715640cfe8348987" providerId="LiveId" clId="{69B64073-9504-4B6E-9D0F-1C0AE143CAAC}" dt="2026-03-03T01:29:19.397" v="89" actId="207"/>
          <ac:spMkLst>
            <pc:docMk/>
            <pc:sldMk cId="659735155" sldId="641"/>
            <ac:spMk id="10" creationId="{140EB716-6E35-7B3C-4E45-C611BE519E3A}"/>
          </ac:spMkLst>
        </pc:spChg>
        <pc:spChg chg="mod">
          <ac:chgData name="scott conlon" userId="715640cfe8348987" providerId="LiveId" clId="{69B64073-9504-4B6E-9D0F-1C0AE143CAAC}" dt="2026-03-03T01:29:05.197" v="84" actId="207"/>
          <ac:spMkLst>
            <pc:docMk/>
            <pc:sldMk cId="659735155" sldId="641"/>
            <ac:spMk id="11" creationId="{19ADAC03-4A36-1F7B-A995-A3DF73AAD314}"/>
          </ac:spMkLst>
        </pc:spChg>
        <pc:spChg chg="mod">
          <ac:chgData name="scott conlon" userId="715640cfe8348987" providerId="LiveId" clId="{69B64073-9504-4B6E-9D0F-1C0AE143CAAC}" dt="2026-03-03T01:29:31.012" v="91" actId="1076"/>
          <ac:spMkLst>
            <pc:docMk/>
            <pc:sldMk cId="659735155" sldId="641"/>
            <ac:spMk id="12" creationId="{07676775-5397-EAD6-6FB3-76E9166CB9BF}"/>
          </ac:spMkLst>
        </pc:spChg>
        <pc:spChg chg="mod">
          <ac:chgData name="scott conlon" userId="715640cfe8348987" providerId="LiveId" clId="{69B64073-9504-4B6E-9D0F-1C0AE143CAAC}" dt="2026-03-03T01:28:57.045" v="82" actId="207"/>
          <ac:spMkLst>
            <pc:docMk/>
            <pc:sldMk cId="659735155" sldId="641"/>
            <ac:spMk id="13" creationId="{ACF3CF79-A37C-E22A-81D1-19667E282036}"/>
          </ac:spMkLst>
        </pc:spChg>
        <pc:spChg chg="mod">
          <ac:chgData name="scott conlon" userId="715640cfe8348987" providerId="LiveId" clId="{69B64073-9504-4B6E-9D0F-1C0AE143CAAC}" dt="2026-03-03T01:28:49.703" v="80" actId="207"/>
          <ac:spMkLst>
            <pc:docMk/>
            <pc:sldMk cId="659735155" sldId="641"/>
            <ac:spMk id="14" creationId="{08107B58-9D8C-C79D-AD5A-F148149BFEEE}"/>
          </ac:spMkLst>
        </pc:spChg>
        <pc:spChg chg="mod">
          <ac:chgData name="scott conlon" userId="715640cfe8348987" providerId="LiveId" clId="{69B64073-9504-4B6E-9D0F-1C0AE143CAAC}" dt="2026-03-03T01:28:53.048" v="81" actId="207"/>
          <ac:spMkLst>
            <pc:docMk/>
            <pc:sldMk cId="659735155" sldId="641"/>
            <ac:spMk id="15" creationId="{93AA081A-82EF-698D-AECB-6B06932173AB}"/>
          </ac:spMkLst>
        </pc:spChg>
        <pc:spChg chg="add mod">
          <ac:chgData name="scott conlon" userId="715640cfe8348987" providerId="LiveId" clId="{69B64073-9504-4B6E-9D0F-1C0AE143CAAC}" dt="2026-03-03T01:59:32.220" v="160" actId="20577"/>
          <ac:spMkLst>
            <pc:docMk/>
            <pc:sldMk cId="659735155" sldId="641"/>
            <ac:spMk id="16" creationId="{7E647A4E-0953-BE16-CCB2-B8CF01D5A084}"/>
          </ac:spMkLst>
        </pc:spChg>
        <pc:spChg chg="mod">
          <ac:chgData name="scott conlon" userId="715640cfe8348987" providerId="LiveId" clId="{69B64073-9504-4B6E-9D0F-1C0AE143CAAC}" dt="2026-03-03T01:29:26.202" v="90" actId="108"/>
          <ac:spMkLst>
            <pc:docMk/>
            <pc:sldMk cId="659735155" sldId="641"/>
            <ac:spMk id="36" creationId="{5299F54F-7A4F-5A35-0BAD-F864479A5A45}"/>
          </ac:spMkLst>
        </pc:spChg>
      </pc:sldChg>
      <pc:sldChg chg="del ord">
        <pc:chgData name="scott conlon" userId="715640cfe8348987" providerId="LiveId" clId="{69B64073-9504-4B6E-9D0F-1C0AE143CAAC}" dt="2026-03-03T03:04:46.699" v="2942" actId="47"/>
        <pc:sldMkLst>
          <pc:docMk/>
          <pc:sldMk cId="1467773655" sldId="642"/>
        </pc:sldMkLst>
      </pc:sldChg>
      <pc:sldChg chg="del">
        <pc:chgData name="scott conlon" userId="715640cfe8348987" providerId="LiveId" clId="{69B64073-9504-4B6E-9D0F-1C0AE143CAAC}" dt="2026-03-03T03:04:46.699" v="2942" actId="47"/>
        <pc:sldMkLst>
          <pc:docMk/>
          <pc:sldMk cId="863712945" sldId="643"/>
        </pc:sldMkLst>
      </pc:sldChg>
      <pc:sldChg chg="del">
        <pc:chgData name="scott conlon" userId="715640cfe8348987" providerId="LiveId" clId="{69B64073-9504-4B6E-9D0F-1C0AE143CAAC}" dt="2026-03-03T03:04:46.699" v="2942" actId="47"/>
        <pc:sldMkLst>
          <pc:docMk/>
          <pc:sldMk cId="1252312418" sldId="644"/>
        </pc:sldMkLst>
      </pc:sldChg>
      <pc:sldChg chg="add del">
        <pc:chgData name="scott conlon" userId="715640cfe8348987" providerId="LiveId" clId="{69B64073-9504-4B6E-9D0F-1C0AE143CAAC}" dt="2026-03-03T03:04:46.699" v="2942" actId="47"/>
        <pc:sldMkLst>
          <pc:docMk/>
          <pc:sldMk cId="1100460349" sldId="645"/>
        </pc:sldMkLst>
      </pc:sldChg>
      <pc:sldChg chg="add del setBg">
        <pc:chgData name="scott conlon" userId="715640cfe8348987" providerId="LiveId" clId="{69B64073-9504-4B6E-9D0F-1C0AE143CAAC}" dt="2026-03-03T01:27:06.741" v="64"/>
        <pc:sldMkLst>
          <pc:docMk/>
          <pc:sldMk cId="1415234012" sldId="645"/>
        </pc:sldMkLst>
      </pc:sldChg>
      <pc:sldChg chg="addSp modSp add mod">
        <pc:chgData name="scott conlon" userId="715640cfe8348987" providerId="LiveId" clId="{69B64073-9504-4B6E-9D0F-1C0AE143CAAC}" dt="2026-03-03T02:06:44.255" v="211" actId="20577"/>
        <pc:sldMkLst>
          <pc:docMk/>
          <pc:sldMk cId="1177294854" sldId="646"/>
        </pc:sldMkLst>
        <pc:spChg chg="mod">
          <ac:chgData name="scott conlon" userId="715640cfe8348987" providerId="LiveId" clId="{69B64073-9504-4B6E-9D0F-1C0AE143CAAC}" dt="2026-03-03T02:06:44.255" v="211" actId="20577"/>
          <ac:spMkLst>
            <pc:docMk/>
            <pc:sldMk cId="1177294854" sldId="646"/>
            <ac:spMk id="16" creationId="{3C545187-55F3-0B93-C5E6-627CAE2ABB29}"/>
          </ac:spMkLst>
        </pc:spChg>
        <pc:cxnChg chg="add mod">
          <ac:chgData name="scott conlon" userId="715640cfe8348987" providerId="LiveId" clId="{69B64073-9504-4B6E-9D0F-1C0AE143CAAC}" dt="2026-03-03T02:05:38.202" v="163" actId="692"/>
          <ac:cxnSpMkLst>
            <pc:docMk/>
            <pc:sldMk cId="1177294854" sldId="646"/>
            <ac:cxnSpMk id="37" creationId="{C7E5AF9E-82C9-89A3-F9D7-82A32E8B7E60}"/>
          </ac:cxnSpMkLst>
        </pc:cxnChg>
        <pc:cxnChg chg="add mod">
          <ac:chgData name="scott conlon" userId="715640cfe8348987" providerId="LiveId" clId="{69B64073-9504-4B6E-9D0F-1C0AE143CAAC}" dt="2026-03-03T02:05:52.626" v="166" actId="14100"/>
          <ac:cxnSpMkLst>
            <pc:docMk/>
            <pc:sldMk cId="1177294854" sldId="646"/>
            <ac:cxnSpMk id="38" creationId="{C1A5EE19-9266-4465-9C84-53E17E92978F}"/>
          </ac:cxnSpMkLst>
        </pc:cxnChg>
      </pc:sldChg>
      <pc:sldChg chg="addSp delSp modSp add mod">
        <pc:chgData name="scott conlon" userId="715640cfe8348987" providerId="LiveId" clId="{69B64073-9504-4B6E-9D0F-1C0AE143CAAC}" dt="2026-03-03T02:07:57.219" v="254" actId="20577"/>
        <pc:sldMkLst>
          <pc:docMk/>
          <pc:sldMk cId="1434406663" sldId="647"/>
        </pc:sldMkLst>
        <pc:spChg chg="mod">
          <ac:chgData name="scott conlon" userId="715640cfe8348987" providerId="LiveId" clId="{69B64073-9504-4B6E-9D0F-1C0AE143CAAC}" dt="2026-03-03T02:07:12.576" v="219" actId="1076"/>
          <ac:spMkLst>
            <pc:docMk/>
            <pc:sldMk cId="1434406663" sldId="647"/>
            <ac:spMk id="15" creationId="{B182E9EC-9E82-93C3-C8B1-1BA78200FA17}"/>
          </ac:spMkLst>
        </pc:spChg>
        <pc:spChg chg="mod">
          <ac:chgData name="scott conlon" userId="715640cfe8348987" providerId="LiveId" clId="{69B64073-9504-4B6E-9D0F-1C0AE143CAAC}" dt="2026-03-03T02:07:57.219" v="254" actId="20577"/>
          <ac:spMkLst>
            <pc:docMk/>
            <pc:sldMk cId="1434406663" sldId="647"/>
            <ac:spMk id="16" creationId="{BEC64C5B-3EB4-6994-360A-59EFF70069F6}"/>
          </ac:spMkLst>
        </pc:spChg>
        <pc:spChg chg="mod">
          <ac:chgData name="scott conlon" userId="715640cfe8348987" providerId="LiveId" clId="{69B64073-9504-4B6E-9D0F-1C0AE143CAAC}" dt="2026-03-03T02:07:05.210" v="215" actId="1076"/>
          <ac:spMkLst>
            <pc:docMk/>
            <pc:sldMk cId="1434406663" sldId="647"/>
            <ac:spMk id="36" creationId="{7C65503B-EE0A-4F1B-1318-A9A4B4CB4EE1}"/>
          </ac:spMkLst>
        </pc:spChg>
        <pc:cxnChg chg="del mod">
          <ac:chgData name="scott conlon" userId="715640cfe8348987" providerId="LiveId" clId="{69B64073-9504-4B6E-9D0F-1C0AE143CAAC}" dt="2026-03-03T02:07:15.768" v="220" actId="478"/>
          <ac:cxnSpMkLst>
            <pc:docMk/>
            <pc:sldMk cId="1434406663" sldId="647"/>
            <ac:cxnSpMk id="37" creationId="{95D513F4-6E0B-F30E-2AB8-3834D4E00552}"/>
          </ac:cxnSpMkLst>
        </pc:cxnChg>
        <pc:cxnChg chg="mod">
          <ac:chgData name="scott conlon" userId="715640cfe8348987" providerId="LiveId" clId="{69B64073-9504-4B6E-9D0F-1C0AE143CAAC}" dt="2026-03-03T02:07:29.344" v="224" actId="14100"/>
          <ac:cxnSpMkLst>
            <pc:docMk/>
            <pc:sldMk cId="1434406663" sldId="647"/>
            <ac:cxnSpMk id="38" creationId="{4A57724B-5395-F45B-7129-E5C863E14B45}"/>
          </ac:cxnSpMkLst>
        </pc:cxnChg>
        <pc:cxnChg chg="add mod">
          <ac:chgData name="scott conlon" userId="715640cfe8348987" providerId="LiveId" clId="{69B64073-9504-4B6E-9D0F-1C0AE143CAAC}" dt="2026-03-03T02:07:45.475" v="228" actId="14100"/>
          <ac:cxnSpMkLst>
            <pc:docMk/>
            <pc:sldMk cId="1434406663" sldId="647"/>
            <ac:cxnSpMk id="41" creationId="{EB9B221B-3F40-4542-DFAB-AB7E02FD30E2}"/>
          </ac:cxnSpMkLst>
        </pc:cxnChg>
      </pc:sldChg>
      <pc:sldChg chg="delSp modSp add mod">
        <pc:chgData name="scott conlon" userId="715640cfe8348987" providerId="LiveId" clId="{69B64073-9504-4B6E-9D0F-1C0AE143CAAC}" dt="2026-03-03T02:11:10.453" v="296" actId="20577"/>
        <pc:sldMkLst>
          <pc:docMk/>
          <pc:sldMk cId="2223535602" sldId="648"/>
        </pc:sldMkLst>
        <pc:spChg chg="mod">
          <ac:chgData name="scott conlon" userId="715640cfe8348987" providerId="LiveId" clId="{69B64073-9504-4B6E-9D0F-1C0AE143CAAC}" dt="2026-03-03T02:08:33.633" v="261" actId="1076"/>
          <ac:spMkLst>
            <pc:docMk/>
            <pc:sldMk cId="2223535602" sldId="648"/>
            <ac:spMk id="11" creationId="{37D40A1E-E09D-E9BE-19D3-7E1A64850D6C}"/>
          </ac:spMkLst>
        </pc:spChg>
        <pc:spChg chg="mod">
          <ac:chgData name="scott conlon" userId="715640cfe8348987" providerId="LiveId" clId="{69B64073-9504-4B6E-9D0F-1C0AE143CAAC}" dt="2026-03-03T02:08:28.533" v="260" actId="1076"/>
          <ac:spMkLst>
            <pc:docMk/>
            <pc:sldMk cId="2223535602" sldId="648"/>
            <ac:spMk id="12" creationId="{C5FB42CE-A6E3-B498-DC45-3A29B223D018}"/>
          </ac:spMkLst>
        </pc:spChg>
        <pc:spChg chg="mod">
          <ac:chgData name="scott conlon" userId="715640cfe8348987" providerId="LiveId" clId="{69B64073-9504-4B6E-9D0F-1C0AE143CAAC}" dt="2026-03-03T02:11:10.453" v="296" actId="20577"/>
          <ac:spMkLst>
            <pc:docMk/>
            <pc:sldMk cId="2223535602" sldId="648"/>
            <ac:spMk id="16" creationId="{92DD1FE2-5BE0-880C-8E4F-8475640228A1}"/>
          </ac:spMkLst>
        </pc:spChg>
        <pc:cxnChg chg="mod">
          <ac:chgData name="scott conlon" userId="715640cfe8348987" providerId="LiveId" clId="{69B64073-9504-4B6E-9D0F-1C0AE143CAAC}" dt="2026-03-03T02:08:42.369" v="263" actId="14100"/>
          <ac:cxnSpMkLst>
            <pc:docMk/>
            <pc:sldMk cId="2223535602" sldId="648"/>
            <ac:cxnSpMk id="38" creationId="{570B5F90-F1CE-A988-089B-92119CD2C973}"/>
          </ac:cxnSpMkLst>
        </pc:cxnChg>
        <pc:cxnChg chg="del mod">
          <ac:chgData name="scott conlon" userId="715640cfe8348987" providerId="LiveId" clId="{69B64073-9504-4B6E-9D0F-1C0AE143CAAC}" dt="2026-03-03T02:08:48.593" v="264" actId="478"/>
          <ac:cxnSpMkLst>
            <pc:docMk/>
            <pc:sldMk cId="2223535602" sldId="648"/>
            <ac:cxnSpMk id="41" creationId="{CFC941CA-BB77-C5AE-09A5-2F59AF18084F}"/>
          </ac:cxnSpMkLst>
        </pc:cxnChg>
      </pc:sldChg>
      <pc:sldChg chg="addSp delSp modSp add mod">
        <pc:chgData name="scott conlon" userId="715640cfe8348987" providerId="LiveId" clId="{69B64073-9504-4B6E-9D0F-1C0AE143CAAC}" dt="2026-03-03T02:15:52.991" v="474" actId="478"/>
        <pc:sldMkLst>
          <pc:docMk/>
          <pc:sldMk cId="2049662795" sldId="649"/>
        </pc:sldMkLst>
        <pc:spChg chg="mod">
          <ac:chgData name="scott conlon" userId="715640cfe8348987" providerId="LiveId" clId="{69B64073-9504-4B6E-9D0F-1C0AE143CAAC}" dt="2026-03-03T02:15:15.014" v="434" actId="1036"/>
          <ac:spMkLst>
            <pc:docMk/>
            <pc:sldMk cId="2049662795" sldId="649"/>
            <ac:spMk id="4" creationId="{7BC60421-DB77-FA11-8190-383B29CEAF0B}"/>
          </ac:spMkLst>
        </pc:spChg>
        <pc:spChg chg="mod">
          <ac:chgData name="scott conlon" userId="715640cfe8348987" providerId="LiveId" clId="{69B64073-9504-4B6E-9D0F-1C0AE143CAAC}" dt="2026-03-03T02:14:32.616" v="383" actId="1035"/>
          <ac:spMkLst>
            <pc:docMk/>
            <pc:sldMk cId="2049662795" sldId="649"/>
            <ac:spMk id="7" creationId="{E64FFA35-874F-22CC-72FE-13362835C8C2}"/>
          </ac:spMkLst>
        </pc:spChg>
        <pc:spChg chg="mod">
          <ac:chgData name="scott conlon" userId="715640cfe8348987" providerId="LiveId" clId="{69B64073-9504-4B6E-9D0F-1C0AE143CAAC}" dt="2026-03-03T02:15:17.098" v="439" actId="1036"/>
          <ac:spMkLst>
            <pc:docMk/>
            <pc:sldMk cId="2049662795" sldId="649"/>
            <ac:spMk id="8" creationId="{E6A4EA19-2A9A-3818-D08E-259D18C8A6E7}"/>
          </ac:spMkLst>
        </pc:spChg>
        <pc:spChg chg="mod">
          <ac:chgData name="scott conlon" userId="715640cfe8348987" providerId="LiveId" clId="{69B64073-9504-4B6E-9D0F-1C0AE143CAAC}" dt="2026-03-03T02:15:18.898" v="446" actId="1036"/>
          <ac:spMkLst>
            <pc:docMk/>
            <pc:sldMk cId="2049662795" sldId="649"/>
            <ac:spMk id="9" creationId="{00E4505D-7660-968E-8695-EEBAAAFA44D0}"/>
          </ac:spMkLst>
        </pc:spChg>
        <pc:spChg chg="mod">
          <ac:chgData name="scott conlon" userId="715640cfe8348987" providerId="LiveId" clId="{69B64073-9504-4B6E-9D0F-1C0AE143CAAC}" dt="2026-03-03T02:15:13.283" v="429" actId="1076"/>
          <ac:spMkLst>
            <pc:docMk/>
            <pc:sldMk cId="2049662795" sldId="649"/>
            <ac:spMk id="10" creationId="{3101912F-ABAE-F3BC-7723-C68C0B416347}"/>
          </ac:spMkLst>
        </pc:spChg>
        <pc:spChg chg="mod">
          <ac:chgData name="scott conlon" userId="715640cfe8348987" providerId="LiveId" clId="{69B64073-9504-4B6E-9D0F-1C0AE143CAAC}" dt="2026-03-03T02:11:43.680" v="300" actId="1076"/>
          <ac:spMkLst>
            <pc:docMk/>
            <pc:sldMk cId="2049662795" sldId="649"/>
            <ac:spMk id="14" creationId="{A49604CF-4E72-EBFE-4EA2-559405A4A901}"/>
          </ac:spMkLst>
        </pc:spChg>
        <pc:spChg chg="mod">
          <ac:chgData name="scott conlon" userId="715640cfe8348987" providerId="LiveId" clId="{69B64073-9504-4B6E-9D0F-1C0AE143CAAC}" dt="2026-03-03T02:14:58.149" v="427" actId="1076"/>
          <ac:spMkLst>
            <pc:docMk/>
            <pc:sldMk cId="2049662795" sldId="649"/>
            <ac:spMk id="15" creationId="{D5C942BF-8860-F715-205E-231780D95C53}"/>
          </ac:spMkLst>
        </pc:spChg>
        <pc:spChg chg="mod">
          <ac:chgData name="scott conlon" userId="715640cfe8348987" providerId="LiveId" clId="{69B64073-9504-4B6E-9D0F-1C0AE143CAAC}" dt="2026-03-03T02:12:42.234" v="362" actId="20577"/>
          <ac:spMkLst>
            <pc:docMk/>
            <pc:sldMk cId="2049662795" sldId="649"/>
            <ac:spMk id="16" creationId="{425AA6A5-30C3-CBE4-0179-E119F9B7A49E}"/>
          </ac:spMkLst>
        </pc:spChg>
        <pc:spChg chg="mod">
          <ac:chgData name="scott conlon" userId="715640cfe8348987" providerId="LiveId" clId="{69B64073-9504-4B6E-9D0F-1C0AE143CAAC}" dt="2026-03-03T02:15:01.282" v="428" actId="1076"/>
          <ac:spMkLst>
            <pc:docMk/>
            <pc:sldMk cId="2049662795" sldId="649"/>
            <ac:spMk id="36" creationId="{BDA53F8A-A512-71A4-FA49-146C224CCAEF}"/>
          </ac:spMkLst>
        </pc:spChg>
        <pc:picChg chg="add del mod">
          <ac:chgData name="scott conlon" userId="715640cfe8348987" providerId="LiveId" clId="{69B64073-9504-4B6E-9D0F-1C0AE143CAAC}" dt="2026-03-03T02:15:52.991" v="474" actId="478"/>
          <ac:picMkLst>
            <pc:docMk/>
            <pc:sldMk cId="2049662795" sldId="649"/>
            <ac:picMk id="17" creationId="{EF837C9A-8407-6B13-9F86-ABA952982C8A}"/>
          </ac:picMkLst>
        </pc:picChg>
        <pc:cxnChg chg="del mod">
          <ac:chgData name="scott conlon" userId="715640cfe8348987" providerId="LiveId" clId="{69B64073-9504-4B6E-9D0F-1C0AE143CAAC}" dt="2026-03-03T02:11:46.606" v="301" actId="478"/>
          <ac:cxnSpMkLst>
            <pc:docMk/>
            <pc:sldMk cId="2049662795" sldId="649"/>
            <ac:cxnSpMk id="38" creationId="{98A094A4-4F60-AA98-2B49-B92EA5E5F003}"/>
          </ac:cxnSpMkLst>
        </pc:cxnChg>
      </pc:sldChg>
      <pc:sldChg chg="addSp modSp add mod">
        <pc:chgData name="scott conlon" userId="715640cfe8348987" providerId="LiveId" clId="{69B64073-9504-4B6E-9D0F-1C0AE143CAAC}" dt="2026-03-03T02:16:40.684" v="549" actId="1036"/>
        <pc:sldMkLst>
          <pc:docMk/>
          <pc:sldMk cId="3879293885" sldId="650"/>
        </pc:sldMkLst>
        <pc:spChg chg="mod">
          <ac:chgData name="scott conlon" userId="715640cfe8348987" providerId="LiveId" clId="{69B64073-9504-4B6E-9D0F-1C0AE143CAAC}" dt="2026-03-03T02:16:10.761" v="510" actId="20577"/>
          <ac:spMkLst>
            <pc:docMk/>
            <pc:sldMk cId="3879293885" sldId="650"/>
            <ac:spMk id="16" creationId="{48CFFBF5-4193-BFCF-69DA-6ADD64D82616}"/>
          </ac:spMkLst>
        </pc:spChg>
        <pc:spChg chg="add mod">
          <ac:chgData name="scott conlon" userId="715640cfe8348987" providerId="LiveId" clId="{69B64073-9504-4B6E-9D0F-1C0AE143CAAC}" dt="2026-03-03T02:16:40.684" v="549" actId="1036"/>
          <ac:spMkLst>
            <pc:docMk/>
            <pc:sldMk cId="3879293885" sldId="650"/>
            <ac:spMk id="37" creationId="{057DFA57-9474-34DD-8557-A474D793B8AC}"/>
          </ac:spMkLst>
        </pc:spChg>
        <pc:picChg chg="mod">
          <ac:chgData name="scott conlon" userId="715640cfe8348987" providerId="LiveId" clId="{69B64073-9504-4B6E-9D0F-1C0AE143CAAC}" dt="2026-03-03T02:16:15.034" v="511" actId="1076"/>
          <ac:picMkLst>
            <pc:docMk/>
            <pc:sldMk cId="3879293885" sldId="650"/>
            <ac:picMk id="17" creationId="{DAC016D3-F009-2D30-F476-756D34551E6D}"/>
          </ac:picMkLst>
        </pc:picChg>
      </pc:sldChg>
      <pc:sldChg chg="modSp add mod">
        <pc:chgData name="scott conlon" userId="715640cfe8348987" providerId="LiveId" clId="{69B64073-9504-4B6E-9D0F-1C0AE143CAAC}" dt="2026-03-03T02:18:59.640" v="719" actId="20577"/>
        <pc:sldMkLst>
          <pc:docMk/>
          <pc:sldMk cId="1061622224" sldId="651"/>
        </pc:sldMkLst>
        <pc:spChg chg="mod">
          <ac:chgData name="scott conlon" userId="715640cfe8348987" providerId="LiveId" clId="{69B64073-9504-4B6E-9D0F-1C0AE143CAAC}" dt="2026-03-03T02:17:39.220" v="642" actId="1076"/>
          <ac:spMkLst>
            <pc:docMk/>
            <pc:sldMk cId="1061622224" sldId="651"/>
            <ac:spMk id="4" creationId="{BF121CE4-DA53-4399-1671-7B8A79CE709E}"/>
          </ac:spMkLst>
        </pc:spChg>
        <pc:spChg chg="mod">
          <ac:chgData name="scott conlon" userId="715640cfe8348987" providerId="LiveId" clId="{69B64073-9504-4B6E-9D0F-1C0AE143CAAC}" dt="2026-03-03T02:18:26.844" v="685" actId="1076"/>
          <ac:spMkLst>
            <pc:docMk/>
            <pc:sldMk cId="1061622224" sldId="651"/>
            <ac:spMk id="7" creationId="{F8E4E556-A1F5-68CB-4D40-F75987E86F5F}"/>
          </ac:spMkLst>
        </pc:spChg>
        <pc:spChg chg="mod">
          <ac:chgData name="scott conlon" userId="715640cfe8348987" providerId="LiveId" clId="{69B64073-9504-4B6E-9D0F-1C0AE143CAAC}" dt="2026-03-03T02:17:40.676" v="643" actId="1076"/>
          <ac:spMkLst>
            <pc:docMk/>
            <pc:sldMk cId="1061622224" sldId="651"/>
            <ac:spMk id="8" creationId="{9FE917B7-87AC-E649-26C4-829D1C0A0E58}"/>
          </ac:spMkLst>
        </pc:spChg>
        <pc:spChg chg="mod">
          <ac:chgData name="scott conlon" userId="715640cfe8348987" providerId="LiveId" clId="{69B64073-9504-4B6E-9D0F-1C0AE143CAAC}" dt="2026-03-03T02:17:44.357" v="645" actId="688"/>
          <ac:spMkLst>
            <pc:docMk/>
            <pc:sldMk cId="1061622224" sldId="651"/>
            <ac:spMk id="9" creationId="{0C48BC3C-C4E3-FDC3-3E99-C86AA1E4185E}"/>
          </ac:spMkLst>
        </pc:spChg>
        <pc:spChg chg="mod">
          <ac:chgData name="scott conlon" userId="715640cfe8348987" providerId="LiveId" clId="{69B64073-9504-4B6E-9D0F-1C0AE143CAAC}" dt="2026-03-03T02:17:37.001" v="641" actId="1076"/>
          <ac:spMkLst>
            <pc:docMk/>
            <pc:sldMk cId="1061622224" sldId="651"/>
            <ac:spMk id="10" creationId="{CC2EF453-4F2C-2A44-B477-EC28EDBF5F7D}"/>
          </ac:spMkLst>
        </pc:spChg>
        <pc:spChg chg="mod">
          <ac:chgData name="scott conlon" userId="715640cfe8348987" providerId="LiveId" clId="{69B64073-9504-4B6E-9D0F-1C0AE143CAAC}" dt="2026-03-03T02:17:32.749" v="639" actId="1076"/>
          <ac:spMkLst>
            <pc:docMk/>
            <pc:sldMk cId="1061622224" sldId="651"/>
            <ac:spMk id="11" creationId="{FC775A2C-5844-CBC7-4FC1-7BC3F1921D99}"/>
          </ac:spMkLst>
        </pc:spChg>
        <pc:spChg chg="mod">
          <ac:chgData name="scott conlon" userId="715640cfe8348987" providerId="LiveId" clId="{69B64073-9504-4B6E-9D0F-1C0AE143CAAC}" dt="2026-03-03T02:17:31.401" v="638" actId="1076"/>
          <ac:spMkLst>
            <pc:docMk/>
            <pc:sldMk cId="1061622224" sldId="651"/>
            <ac:spMk id="12" creationId="{F9EB89D9-7549-6216-C24F-54FD46A6CE5A}"/>
          </ac:spMkLst>
        </pc:spChg>
        <pc:spChg chg="mod">
          <ac:chgData name="scott conlon" userId="715640cfe8348987" providerId="LiveId" clId="{69B64073-9504-4B6E-9D0F-1C0AE143CAAC}" dt="2026-03-03T02:17:22.447" v="635" actId="1037"/>
          <ac:spMkLst>
            <pc:docMk/>
            <pc:sldMk cId="1061622224" sldId="651"/>
            <ac:spMk id="13" creationId="{82307C21-0770-F802-C095-97EE7CC242E2}"/>
          </ac:spMkLst>
        </pc:spChg>
        <pc:spChg chg="mod">
          <ac:chgData name="scott conlon" userId="715640cfe8348987" providerId="LiveId" clId="{69B64073-9504-4B6E-9D0F-1C0AE143CAAC}" dt="2026-03-03T02:17:26.996" v="636" actId="1076"/>
          <ac:spMkLst>
            <pc:docMk/>
            <pc:sldMk cId="1061622224" sldId="651"/>
            <ac:spMk id="14" creationId="{DCC2DE8C-FA0B-8D2E-645E-B65FD74A7A66}"/>
          </ac:spMkLst>
        </pc:spChg>
        <pc:spChg chg="mod">
          <ac:chgData name="scott conlon" userId="715640cfe8348987" providerId="LiveId" clId="{69B64073-9504-4B6E-9D0F-1C0AE143CAAC}" dt="2026-03-03T02:17:29.269" v="637" actId="1076"/>
          <ac:spMkLst>
            <pc:docMk/>
            <pc:sldMk cId="1061622224" sldId="651"/>
            <ac:spMk id="15" creationId="{2DD8B720-AB96-36E1-4C42-F514496BD5EE}"/>
          </ac:spMkLst>
        </pc:spChg>
        <pc:spChg chg="mod">
          <ac:chgData name="scott conlon" userId="715640cfe8348987" providerId="LiveId" clId="{69B64073-9504-4B6E-9D0F-1C0AE143CAAC}" dt="2026-03-03T02:18:59.640" v="719" actId="20577"/>
          <ac:spMkLst>
            <pc:docMk/>
            <pc:sldMk cId="1061622224" sldId="651"/>
            <ac:spMk id="16" creationId="{7A98646E-34A5-8EFB-AA99-9F44FEC162BC}"/>
          </ac:spMkLst>
        </pc:spChg>
        <pc:spChg chg="mod">
          <ac:chgData name="scott conlon" userId="715640cfe8348987" providerId="LiveId" clId="{69B64073-9504-4B6E-9D0F-1C0AE143CAAC}" dt="2026-03-03T02:17:48.046" v="649" actId="1037"/>
          <ac:spMkLst>
            <pc:docMk/>
            <pc:sldMk cId="1061622224" sldId="651"/>
            <ac:spMk id="36" creationId="{F0A74C2C-8170-45F3-7877-34C5B634AE0E}"/>
          </ac:spMkLst>
        </pc:spChg>
        <pc:spChg chg="mod">
          <ac:chgData name="scott conlon" userId="715640cfe8348987" providerId="LiveId" clId="{69B64073-9504-4B6E-9D0F-1C0AE143CAAC}" dt="2026-03-03T02:17:08.408" v="604" actId="1037"/>
          <ac:spMkLst>
            <pc:docMk/>
            <pc:sldMk cId="1061622224" sldId="651"/>
            <ac:spMk id="37" creationId="{8D942628-9C81-FD2C-5F6F-C8F3D5D7A8D9}"/>
          </ac:spMkLst>
        </pc:spChg>
        <pc:picChg chg="mod">
          <ac:chgData name="scott conlon" userId="715640cfe8348987" providerId="LiveId" clId="{69B64073-9504-4B6E-9D0F-1C0AE143CAAC}" dt="2026-03-03T02:17:08.408" v="604" actId="1037"/>
          <ac:picMkLst>
            <pc:docMk/>
            <pc:sldMk cId="1061622224" sldId="651"/>
            <ac:picMk id="17" creationId="{5C7FA884-A66B-563D-DC3B-E2AEAEBBE24B}"/>
          </ac:picMkLst>
        </pc:picChg>
      </pc:sldChg>
      <pc:sldChg chg="addSp modSp add mod">
        <pc:chgData name="scott conlon" userId="715640cfe8348987" providerId="LiveId" clId="{69B64073-9504-4B6E-9D0F-1C0AE143CAAC}" dt="2026-03-03T02:21:34.788" v="946" actId="20577"/>
        <pc:sldMkLst>
          <pc:docMk/>
          <pc:sldMk cId="556361208" sldId="652"/>
        </pc:sldMkLst>
        <pc:spChg chg="mod">
          <ac:chgData name="scott conlon" userId="715640cfe8348987" providerId="LiveId" clId="{69B64073-9504-4B6E-9D0F-1C0AE143CAAC}" dt="2026-03-03T02:20:23.563" v="818" actId="1076"/>
          <ac:spMkLst>
            <pc:docMk/>
            <pc:sldMk cId="556361208" sldId="652"/>
            <ac:spMk id="4" creationId="{D2698728-FEC4-4F58-0863-E730D87D85D2}"/>
          </ac:spMkLst>
        </pc:spChg>
        <pc:spChg chg="mod">
          <ac:chgData name="scott conlon" userId="715640cfe8348987" providerId="LiveId" clId="{69B64073-9504-4B6E-9D0F-1C0AE143CAAC}" dt="2026-03-03T02:20:31.309" v="826" actId="1035"/>
          <ac:spMkLst>
            <pc:docMk/>
            <pc:sldMk cId="556361208" sldId="652"/>
            <ac:spMk id="8" creationId="{4D225C80-9976-A5C7-2E03-4AE4AA9C5DF1}"/>
          </ac:spMkLst>
        </pc:spChg>
        <pc:spChg chg="mod">
          <ac:chgData name="scott conlon" userId="715640cfe8348987" providerId="LiveId" clId="{69B64073-9504-4B6E-9D0F-1C0AE143CAAC}" dt="2026-03-03T02:20:28.109" v="820" actId="1076"/>
          <ac:spMkLst>
            <pc:docMk/>
            <pc:sldMk cId="556361208" sldId="652"/>
            <ac:spMk id="9" creationId="{5E271FFC-B1C8-9444-4E3F-1B002C1489B7}"/>
          </ac:spMkLst>
        </pc:spChg>
        <pc:spChg chg="mod">
          <ac:chgData name="scott conlon" userId="715640cfe8348987" providerId="LiveId" clId="{69B64073-9504-4B6E-9D0F-1C0AE143CAAC}" dt="2026-03-03T02:20:21.959" v="817" actId="1076"/>
          <ac:spMkLst>
            <pc:docMk/>
            <pc:sldMk cId="556361208" sldId="652"/>
            <ac:spMk id="10" creationId="{6421E36E-CD99-2ECA-15DC-8D0BC1BE4BFB}"/>
          </ac:spMkLst>
        </pc:spChg>
        <pc:spChg chg="mod">
          <ac:chgData name="scott conlon" userId="715640cfe8348987" providerId="LiveId" clId="{69B64073-9504-4B6E-9D0F-1C0AE143CAAC}" dt="2026-03-03T02:20:39.364" v="833" actId="1036"/>
          <ac:spMkLst>
            <pc:docMk/>
            <pc:sldMk cId="556361208" sldId="652"/>
            <ac:spMk id="11" creationId="{0B0B5CBB-3BDB-652A-77EA-16B9F06EBB7D}"/>
          </ac:spMkLst>
        </pc:spChg>
        <pc:spChg chg="mod">
          <ac:chgData name="scott conlon" userId="715640cfe8348987" providerId="LiveId" clId="{69B64073-9504-4B6E-9D0F-1C0AE143CAAC}" dt="2026-03-03T02:20:33.021" v="827" actId="1076"/>
          <ac:spMkLst>
            <pc:docMk/>
            <pc:sldMk cId="556361208" sldId="652"/>
            <ac:spMk id="12" creationId="{964EEC25-D8E1-DAF0-09DD-21B68E633C01}"/>
          </ac:spMkLst>
        </pc:spChg>
        <pc:spChg chg="mod">
          <ac:chgData name="scott conlon" userId="715640cfe8348987" providerId="LiveId" clId="{69B64073-9504-4B6E-9D0F-1C0AE143CAAC}" dt="2026-03-03T02:20:45.799" v="835" actId="1076"/>
          <ac:spMkLst>
            <pc:docMk/>
            <pc:sldMk cId="556361208" sldId="652"/>
            <ac:spMk id="13" creationId="{EFBB187C-85E8-B9E1-359C-BF231DF923CB}"/>
          </ac:spMkLst>
        </pc:spChg>
        <pc:spChg chg="mod">
          <ac:chgData name="scott conlon" userId="715640cfe8348987" providerId="LiveId" clId="{69B64073-9504-4B6E-9D0F-1C0AE143CAAC}" dt="2026-03-03T02:20:42.215" v="834" actId="1076"/>
          <ac:spMkLst>
            <pc:docMk/>
            <pc:sldMk cId="556361208" sldId="652"/>
            <ac:spMk id="14" creationId="{5A279422-51DA-F1F9-7C66-166360D41460}"/>
          </ac:spMkLst>
        </pc:spChg>
        <pc:spChg chg="mod">
          <ac:chgData name="scott conlon" userId="715640cfe8348987" providerId="LiveId" clId="{69B64073-9504-4B6E-9D0F-1C0AE143CAAC}" dt="2026-03-03T02:20:19.748" v="816" actId="1076"/>
          <ac:spMkLst>
            <pc:docMk/>
            <pc:sldMk cId="556361208" sldId="652"/>
            <ac:spMk id="15" creationId="{7FA4507A-42F7-6277-91C2-583B9BAE7A78}"/>
          </ac:spMkLst>
        </pc:spChg>
        <pc:spChg chg="mod">
          <ac:chgData name="scott conlon" userId="715640cfe8348987" providerId="LiveId" clId="{69B64073-9504-4B6E-9D0F-1C0AE143CAAC}" dt="2026-03-03T02:21:34.788" v="946" actId="20577"/>
          <ac:spMkLst>
            <pc:docMk/>
            <pc:sldMk cId="556361208" sldId="652"/>
            <ac:spMk id="16" creationId="{CB442DB2-B2BC-FB56-330D-8B8189325C6B}"/>
          </ac:spMkLst>
        </pc:spChg>
        <pc:spChg chg="mod">
          <ac:chgData name="scott conlon" userId="715640cfe8348987" providerId="LiveId" clId="{69B64073-9504-4B6E-9D0F-1C0AE143CAAC}" dt="2026-03-03T02:20:37.953" v="829" actId="1076"/>
          <ac:spMkLst>
            <pc:docMk/>
            <pc:sldMk cId="556361208" sldId="652"/>
            <ac:spMk id="36" creationId="{918B80D2-6277-76E5-2636-DFA3CBA591D7}"/>
          </ac:spMkLst>
        </pc:spChg>
        <pc:spChg chg="mod">
          <ac:chgData name="scott conlon" userId="715640cfe8348987" providerId="LiveId" clId="{69B64073-9504-4B6E-9D0F-1C0AE143CAAC}" dt="2026-03-03T02:20:06.271" v="768" actId="1076"/>
          <ac:spMkLst>
            <pc:docMk/>
            <pc:sldMk cId="556361208" sldId="652"/>
            <ac:spMk id="37" creationId="{B186D08F-AE60-ECA8-28C9-ED08B3B79521}"/>
          </ac:spMkLst>
        </pc:spChg>
        <pc:spChg chg="add mod">
          <ac:chgData name="scott conlon" userId="715640cfe8348987" providerId="LiveId" clId="{69B64073-9504-4B6E-9D0F-1C0AE143CAAC}" dt="2026-03-03T02:20:14.870" v="815" actId="1036"/>
          <ac:spMkLst>
            <pc:docMk/>
            <pc:sldMk cId="556361208" sldId="652"/>
            <ac:spMk id="43" creationId="{924D0D4D-D0B2-10D5-2E59-E540D96946A4}"/>
          </ac:spMkLst>
        </pc:spChg>
        <pc:picChg chg="mod">
          <ac:chgData name="scott conlon" userId="715640cfe8348987" providerId="LiveId" clId="{69B64073-9504-4B6E-9D0F-1C0AE143CAAC}" dt="2026-03-03T02:20:01.545" v="766" actId="1076"/>
          <ac:picMkLst>
            <pc:docMk/>
            <pc:sldMk cId="556361208" sldId="652"/>
            <ac:picMk id="17" creationId="{3CBE7BF7-504F-C579-322D-F50202BE8682}"/>
          </ac:picMkLst>
        </pc:picChg>
        <pc:cxnChg chg="add mod">
          <ac:chgData name="scott conlon" userId="715640cfe8348987" providerId="LiveId" clId="{69B64073-9504-4B6E-9D0F-1C0AE143CAAC}" dt="2026-03-03T02:20:03.847" v="767" actId="14100"/>
          <ac:cxnSpMkLst>
            <pc:docMk/>
            <pc:sldMk cId="556361208" sldId="652"/>
            <ac:cxnSpMk id="38" creationId="{AF095743-4AA4-5BCD-60E0-539DC7A59B17}"/>
          </ac:cxnSpMkLst>
        </pc:cxnChg>
      </pc:sldChg>
      <pc:sldChg chg="modSp add mod">
        <pc:chgData name="scott conlon" userId="715640cfe8348987" providerId="LiveId" clId="{69B64073-9504-4B6E-9D0F-1C0AE143CAAC}" dt="2026-03-03T02:23:06.003" v="1039" actId="1076"/>
        <pc:sldMkLst>
          <pc:docMk/>
          <pc:sldMk cId="2163544397" sldId="653"/>
        </pc:sldMkLst>
        <pc:spChg chg="mod">
          <ac:chgData name="scott conlon" userId="715640cfe8348987" providerId="LiveId" clId="{69B64073-9504-4B6E-9D0F-1C0AE143CAAC}" dt="2026-03-03T02:23:00.843" v="1037" actId="1076"/>
          <ac:spMkLst>
            <pc:docMk/>
            <pc:sldMk cId="2163544397" sldId="653"/>
            <ac:spMk id="4" creationId="{8B22C841-E5C7-58DF-EB58-7B7A5449B984}"/>
          </ac:spMkLst>
        </pc:spChg>
        <pc:spChg chg="mod">
          <ac:chgData name="scott conlon" userId="715640cfe8348987" providerId="LiveId" clId="{69B64073-9504-4B6E-9D0F-1C0AE143CAAC}" dt="2026-03-03T02:23:06.003" v="1039" actId="1076"/>
          <ac:spMkLst>
            <pc:docMk/>
            <pc:sldMk cId="2163544397" sldId="653"/>
            <ac:spMk id="7" creationId="{4A14AC41-C9AA-CCA6-2AA5-8C979535AD8C}"/>
          </ac:spMkLst>
        </pc:spChg>
        <pc:spChg chg="mod">
          <ac:chgData name="scott conlon" userId="715640cfe8348987" providerId="LiveId" clId="{69B64073-9504-4B6E-9D0F-1C0AE143CAAC}" dt="2026-03-03T02:22:58.518" v="1036" actId="1076"/>
          <ac:spMkLst>
            <pc:docMk/>
            <pc:sldMk cId="2163544397" sldId="653"/>
            <ac:spMk id="8" creationId="{43E5B842-26C8-C952-1075-8DB8149C6236}"/>
          </ac:spMkLst>
        </pc:spChg>
        <pc:spChg chg="mod">
          <ac:chgData name="scott conlon" userId="715640cfe8348987" providerId="LiveId" clId="{69B64073-9504-4B6E-9D0F-1C0AE143CAAC}" dt="2026-03-03T02:22:55.517" v="1035" actId="1076"/>
          <ac:spMkLst>
            <pc:docMk/>
            <pc:sldMk cId="2163544397" sldId="653"/>
            <ac:spMk id="9" creationId="{09641F1E-AD7E-B4B7-93F1-770DA008F504}"/>
          </ac:spMkLst>
        </pc:spChg>
        <pc:spChg chg="mod">
          <ac:chgData name="scott conlon" userId="715640cfe8348987" providerId="LiveId" clId="{69B64073-9504-4B6E-9D0F-1C0AE143CAAC}" dt="2026-03-03T02:23:03.340" v="1038" actId="1076"/>
          <ac:spMkLst>
            <pc:docMk/>
            <pc:sldMk cId="2163544397" sldId="653"/>
            <ac:spMk id="10" creationId="{21889C43-1C50-E25C-86BF-CB7B9B2ADD27}"/>
          </ac:spMkLst>
        </pc:spChg>
        <pc:spChg chg="mod">
          <ac:chgData name="scott conlon" userId="715640cfe8348987" providerId="LiveId" clId="{69B64073-9504-4B6E-9D0F-1C0AE143CAAC}" dt="2026-03-03T02:22:48.730" v="1032" actId="1076"/>
          <ac:spMkLst>
            <pc:docMk/>
            <pc:sldMk cId="2163544397" sldId="653"/>
            <ac:spMk id="11" creationId="{469EF553-D8C1-288C-C505-01F8201E9875}"/>
          </ac:spMkLst>
        </pc:spChg>
        <pc:spChg chg="mod">
          <ac:chgData name="scott conlon" userId="715640cfe8348987" providerId="LiveId" clId="{69B64073-9504-4B6E-9D0F-1C0AE143CAAC}" dt="2026-03-03T02:22:51.506" v="1033" actId="1076"/>
          <ac:spMkLst>
            <pc:docMk/>
            <pc:sldMk cId="2163544397" sldId="653"/>
            <ac:spMk id="12" creationId="{E96BBE6A-9F3B-A42D-9599-BDBBFB53CC87}"/>
          </ac:spMkLst>
        </pc:spChg>
        <pc:spChg chg="mod">
          <ac:chgData name="scott conlon" userId="715640cfe8348987" providerId="LiveId" clId="{69B64073-9504-4B6E-9D0F-1C0AE143CAAC}" dt="2026-03-03T02:22:40.907" v="1030" actId="1076"/>
          <ac:spMkLst>
            <pc:docMk/>
            <pc:sldMk cId="2163544397" sldId="653"/>
            <ac:spMk id="13" creationId="{54F07CC0-2AAB-9915-69BC-8CDA52B11ECC}"/>
          </ac:spMkLst>
        </pc:spChg>
        <pc:spChg chg="mod">
          <ac:chgData name="scott conlon" userId="715640cfe8348987" providerId="LiveId" clId="{69B64073-9504-4B6E-9D0F-1C0AE143CAAC}" dt="2026-03-03T02:22:38.643" v="1029" actId="1076"/>
          <ac:spMkLst>
            <pc:docMk/>
            <pc:sldMk cId="2163544397" sldId="653"/>
            <ac:spMk id="14" creationId="{410B9E67-6672-6F74-9F22-641542B2EDED}"/>
          </ac:spMkLst>
        </pc:spChg>
        <pc:spChg chg="mod">
          <ac:chgData name="scott conlon" userId="715640cfe8348987" providerId="LiveId" clId="{69B64073-9504-4B6E-9D0F-1C0AE143CAAC}" dt="2026-03-03T02:22:53.447" v="1034" actId="1076"/>
          <ac:spMkLst>
            <pc:docMk/>
            <pc:sldMk cId="2163544397" sldId="653"/>
            <ac:spMk id="15" creationId="{85E3AAA0-356B-6C5C-A6D0-A99333A057D0}"/>
          </ac:spMkLst>
        </pc:spChg>
        <pc:spChg chg="mod">
          <ac:chgData name="scott conlon" userId="715640cfe8348987" providerId="LiveId" clId="{69B64073-9504-4B6E-9D0F-1C0AE143CAAC}" dt="2026-03-03T02:22:33.048" v="1027" actId="6549"/>
          <ac:spMkLst>
            <pc:docMk/>
            <pc:sldMk cId="2163544397" sldId="653"/>
            <ac:spMk id="16" creationId="{BDDA6CC7-8DBF-9BC2-D209-976E08DA9879}"/>
          </ac:spMkLst>
        </pc:spChg>
        <pc:spChg chg="mod">
          <ac:chgData name="scott conlon" userId="715640cfe8348987" providerId="LiveId" clId="{69B64073-9504-4B6E-9D0F-1C0AE143CAAC}" dt="2026-03-03T02:22:44.942" v="1031" actId="1076"/>
          <ac:spMkLst>
            <pc:docMk/>
            <pc:sldMk cId="2163544397" sldId="653"/>
            <ac:spMk id="36" creationId="{20298E4C-83D7-E332-29CD-A89799AC1A60}"/>
          </ac:spMkLst>
        </pc:spChg>
        <pc:spChg chg="mod">
          <ac:chgData name="scott conlon" userId="715640cfe8348987" providerId="LiveId" clId="{69B64073-9504-4B6E-9D0F-1C0AE143CAAC}" dt="2026-03-03T02:22:06.287" v="950" actId="1076"/>
          <ac:spMkLst>
            <pc:docMk/>
            <pc:sldMk cId="2163544397" sldId="653"/>
            <ac:spMk id="37" creationId="{A3E4E157-BF0C-F7F4-892B-0759EE2CF4E9}"/>
          </ac:spMkLst>
        </pc:spChg>
        <pc:cxnChg chg="mod">
          <ac:chgData name="scott conlon" userId="715640cfe8348987" providerId="LiveId" clId="{69B64073-9504-4B6E-9D0F-1C0AE143CAAC}" dt="2026-03-03T02:22:03.762" v="949" actId="14100"/>
          <ac:cxnSpMkLst>
            <pc:docMk/>
            <pc:sldMk cId="2163544397" sldId="653"/>
            <ac:cxnSpMk id="38" creationId="{F7536701-D646-8765-A84D-FFFBE9FF3C44}"/>
          </ac:cxnSpMkLst>
        </pc:cxnChg>
      </pc:sldChg>
      <pc:sldChg chg="modSp add mod">
        <pc:chgData name="scott conlon" userId="715640cfe8348987" providerId="LiveId" clId="{69B64073-9504-4B6E-9D0F-1C0AE143CAAC}" dt="2026-03-03T02:40:03.635" v="1210" actId="1035"/>
        <pc:sldMkLst>
          <pc:docMk/>
          <pc:sldMk cId="2312377944" sldId="654"/>
        </pc:sldMkLst>
        <pc:spChg chg="mod">
          <ac:chgData name="scott conlon" userId="715640cfe8348987" providerId="LiveId" clId="{69B64073-9504-4B6E-9D0F-1C0AE143CAAC}" dt="2026-03-03T02:40:03.635" v="1210" actId="1035"/>
          <ac:spMkLst>
            <pc:docMk/>
            <pc:sldMk cId="2312377944" sldId="654"/>
            <ac:spMk id="3" creationId="{8CEFEC4D-4127-F318-F94C-53D7F1AE39FC}"/>
          </ac:spMkLst>
        </pc:spChg>
      </pc:sldChg>
      <pc:sldChg chg="modSp add mod ord">
        <pc:chgData name="scott conlon" userId="715640cfe8348987" providerId="LiveId" clId="{69B64073-9504-4B6E-9D0F-1C0AE143CAAC}" dt="2026-03-03T02:41:14.466" v="1254" actId="20577"/>
        <pc:sldMkLst>
          <pc:docMk/>
          <pc:sldMk cId="2044542713" sldId="655"/>
        </pc:sldMkLst>
        <pc:spChg chg="mod">
          <ac:chgData name="scott conlon" userId="715640cfe8348987" providerId="LiveId" clId="{69B64073-9504-4B6E-9D0F-1C0AE143CAAC}" dt="2026-03-03T02:40:44.321" v="1223" actId="20577"/>
          <ac:spMkLst>
            <pc:docMk/>
            <pc:sldMk cId="2044542713" sldId="655"/>
            <ac:spMk id="2" creationId="{28CEC799-3CD3-19A5-0289-AA74C2401827}"/>
          </ac:spMkLst>
        </pc:spChg>
        <pc:spChg chg="mod">
          <ac:chgData name="scott conlon" userId="715640cfe8348987" providerId="LiveId" clId="{69B64073-9504-4B6E-9D0F-1C0AE143CAAC}" dt="2026-03-03T02:41:14.466" v="1254" actId="20577"/>
          <ac:spMkLst>
            <pc:docMk/>
            <pc:sldMk cId="2044542713" sldId="655"/>
            <ac:spMk id="16" creationId="{D215A5C9-0417-E578-36D4-4D5C204FF1BB}"/>
          </ac:spMkLst>
        </pc:spChg>
      </pc:sldChg>
      <pc:sldChg chg="addSp modSp add mod">
        <pc:chgData name="scott conlon" userId="715640cfe8348987" providerId="LiveId" clId="{69B64073-9504-4B6E-9D0F-1C0AE143CAAC}" dt="2026-03-03T02:47:00.588" v="1424" actId="14100"/>
        <pc:sldMkLst>
          <pc:docMk/>
          <pc:sldMk cId="3294812656" sldId="656"/>
        </pc:sldMkLst>
        <pc:spChg chg="mod">
          <ac:chgData name="scott conlon" userId="715640cfe8348987" providerId="LiveId" clId="{69B64073-9504-4B6E-9D0F-1C0AE143CAAC}" dt="2026-03-03T02:41:42.152" v="1294" actId="20577"/>
          <ac:spMkLst>
            <pc:docMk/>
            <pc:sldMk cId="3294812656" sldId="656"/>
            <ac:spMk id="16" creationId="{13D53E11-AFE4-A3A7-F8B8-BCBC42D945EC}"/>
          </ac:spMkLst>
        </pc:spChg>
        <pc:cxnChg chg="add mod">
          <ac:chgData name="scott conlon" userId="715640cfe8348987" providerId="LiveId" clId="{69B64073-9504-4B6E-9D0F-1C0AE143CAAC}" dt="2026-03-03T02:47:00.588" v="1424" actId="14100"/>
          <ac:cxnSpMkLst>
            <pc:docMk/>
            <pc:sldMk cId="3294812656" sldId="656"/>
            <ac:cxnSpMk id="17" creationId="{EAF7F19D-78C8-EECB-CB8A-4F2988551ACD}"/>
          </ac:cxnSpMkLst>
        </pc:cxnChg>
        <pc:cxnChg chg="add mod">
          <ac:chgData name="scott conlon" userId="715640cfe8348987" providerId="LiveId" clId="{69B64073-9504-4B6E-9D0F-1C0AE143CAAC}" dt="2026-03-03T02:46:49.390" v="1420" actId="14100"/>
          <ac:cxnSpMkLst>
            <pc:docMk/>
            <pc:sldMk cId="3294812656" sldId="656"/>
            <ac:cxnSpMk id="39" creationId="{38AE94FC-1CA8-1D52-5EBF-3E5A03A8D2EA}"/>
          </ac:cxnSpMkLst>
        </pc:cxnChg>
        <pc:cxnChg chg="add mod">
          <ac:chgData name="scott conlon" userId="715640cfe8348987" providerId="LiveId" clId="{69B64073-9504-4B6E-9D0F-1C0AE143CAAC}" dt="2026-03-03T02:46:57.250" v="1423" actId="14100"/>
          <ac:cxnSpMkLst>
            <pc:docMk/>
            <pc:sldMk cId="3294812656" sldId="656"/>
            <ac:cxnSpMk id="42" creationId="{7E7B0831-34CE-FA33-1F2C-D8A564FB12E4}"/>
          </ac:cxnSpMkLst>
        </pc:cxnChg>
        <pc:cxnChg chg="add mod">
          <ac:chgData name="scott conlon" userId="715640cfe8348987" providerId="LiveId" clId="{69B64073-9504-4B6E-9D0F-1C0AE143CAAC}" dt="2026-03-03T02:46:55.045" v="1422" actId="14100"/>
          <ac:cxnSpMkLst>
            <pc:docMk/>
            <pc:sldMk cId="3294812656" sldId="656"/>
            <ac:cxnSpMk id="45" creationId="{ACE00A0F-72CC-EC8D-A9BF-7DC2058FCFB3}"/>
          </ac:cxnSpMkLst>
        </pc:cxnChg>
      </pc:sldChg>
      <pc:sldChg chg="addSp delSp modSp add mod">
        <pc:chgData name="scott conlon" userId="715640cfe8348987" providerId="LiveId" clId="{69B64073-9504-4B6E-9D0F-1C0AE143CAAC}" dt="2026-03-03T02:51:07.136" v="2310" actId="1035"/>
        <pc:sldMkLst>
          <pc:docMk/>
          <pc:sldMk cId="1378963634" sldId="657"/>
        </pc:sldMkLst>
        <pc:spChg chg="mod">
          <ac:chgData name="scott conlon" userId="715640cfe8348987" providerId="LiveId" clId="{69B64073-9504-4B6E-9D0F-1C0AE143CAAC}" dt="2026-03-03T02:47:37.960" v="1462" actId="1076"/>
          <ac:spMkLst>
            <pc:docMk/>
            <pc:sldMk cId="1378963634" sldId="657"/>
            <ac:spMk id="4" creationId="{60CCAC08-E26A-9700-C5CF-3573D6D7389E}"/>
          </ac:spMkLst>
        </pc:spChg>
        <pc:spChg chg="mod">
          <ac:chgData name="scott conlon" userId="715640cfe8348987" providerId="LiveId" clId="{69B64073-9504-4B6E-9D0F-1C0AE143CAAC}" dt="2026-03-03T02:47:40.143" v="1463" actId="1076"/>
          <ac:spMkLst>
            <pc:docMk/>
            <pc:sldMk cId="1378963634" sldId="657"/>
            <ac:spMk id="7" creationId="{CDB213A3-A576-641A-2F4B-365ABCE5FE99}"/>
          </ac:spMkLst>
        </pc:spChg>
        <pc:spChg chg="mod">
          <ac:chgData name="scott conlon" userId="715640cfe8348987" providerId="LiveId" clId="{69B64073-9504-4B6E-9D0F-1C0AE143CAAC}" dt="2026-03-03T02:50:56.428" v="2304" actId="1076"/>
          <ac:spMkLst>
            <pc:docMk/>
            <pc:sldMk cId="1378963634" sldId="657"/>
            <ac:spMk id="8" creationId="{70E438A7-3B22-87C8-071B-B6A9A68F384A}"/>
          </ac:spMkLst>
        </pc:spChg>
        <pc:spChg chg="mod">
          <ac:chgData name="scott conlon" userId="715640cfe8348987" providerId="LiveId" clId="{69B64073-9504-4B6E-9D0F-1C0AE143CAAC}" dt="2026-03-03T02:50:58.520" v="2305" actId="1076"/>
          <ac:spMkLst>
            <pc:docMk/>
            <pc:sldMk cId="1378963634" sldId="657"/>
            <ac:spMk id="9" creationId="{6F78CD56-A155-7466-011C-8CA3BBB870A2}"/>
          </ac:spMkLst>
        </pc:spChg>
        <pc:spChg chg="mod">
          <ac:chgData name="scott conlon" userId="715640cfe8348987" providerId="LiveId" clId="{69B64073-9504-4B6E-9D0F-1C0AE143CAAC}" dt="2026-03-03T02:50:53.271" v="2303" actId="1076"/>
          <ac:spMkLst>
            <pc:docMk/>
            <pc:sldMk cId="1378963634" sldId="657"/>
            <ac:spMk id="10" creationId="{0281DFC1-CE2A-EBA9-AC48-FF9F4FA3596E}"/>
          </ac:spMkLst>
        </pc:spChg>
        <pc:spChg chg="mod">
          <ac:chgData name="scott conlon" userId="715640cfe8348987" providerId="LiveId" clId="{69B64073-9504-4B6E-9D0F-1C0AE143CAAC}" dt="2026-03-03T02:51:00.266" v="2306" actId="1076"/>
          <ac:spMkLst>
            <pc:docMk/>
            <pc:sldMk cId="1378963634" sldId="657"/>
            <ac:spMk id="11" creationId="{95CD906F-8173-66CE-3517-7C3D1E36F6B6}"/>
          </ac:spMkLst>
        </pc:spChg>
        <pc:spChg chg="mod">
          <ac:chgData name="scott conlon" userId="715640cfe8348987" providerId="LiveId" clId="{69B64073-9504-4B6E-9D0F-1C0AE143CAAC}" dt="2026-03-03T02:47:28.255" v="1456" actId="1076"/>
          <ac:spMkLst>
            <pc:docMk/>
            <pc:sldMk cId="1378963634" sldId="657"/>
            <ac:spMk id="12" creationId="{B95805E5-CF30-423F-A2A1-B865A055EDBE}"/>
          </ac:spMkLst>
        </pc:spChg>
        <pc:spChg chg="mod">
          <ac:chgData name="scott conlon" userId="715640cfe8348987" providerId="LiveId" clId="{69B64073-9504-4B6E-9D0F-1C0AE143CAAC}" dt="2026-03-03T02:48:13.395" v="1672" actId="1076"/>
          <ac:spMkLst>
            <pc:docMk/>
            <pc:sldMk cId="1378963634" sldId="657"/>
            <ac:spMk id="13" creationId="{649AD189-9862-0697-D770-2CE31DF85087}"/>
          </ac:spMkLst>
        </pc:spChg>
        <pc:spChg chg="mod">
          <ac:chgData name="scott conlon" userId="715640cfe8348987" providerId="LiveId" clId="{69B64073-9504-4B6E-9D0F-1C0AE143CAAC}" dt="2026-03-03T02:51:07.136" v="2310" actId="1035"/>
          <ac:spMkLst>
            <pc:docMk/>
            <pc:sldMk cId="1378963634" sldId="657"/>
            <ac:spMk id="14" creationId="{729B1C41-0D12-B3E2-DA39-89CA1797010E}"/>
          </ac:spMkLst>
        </pc:spChg>
        <pc:spChg chg="mod">
          <ac:chgData name="scott conlon" userId="715640cfe8348987" providerId="LiveId" clId="{69B64073-9504-4B6E-9D0F-1C0AE143CAAC}" dt="2026-03-03T02:48:16.712" v="1674" actId="1076"/>
          <ac:spMkLst>
            <pc:docMk/>
            <pc:sldMk cId="1378963634" sldId="657"/>
            <ac:spMk id="15" creationId="{056CA7FE-AE44-BF8E-ECF1-C198BF4A1351}"/>
          </ac:spMkLst>
        </pc:spChg>
        <pc:spChg chg="mod">
          <ac:chgData name="scott conlon" userId="715640cfe8348987" providerId="LiveId" clId="{69B64073-9504-4B6E-9D0F-1C0AE143CAAC}" dt="2026-03-03T02:47:14.874" v="1450" actId="6549"/>
          <ac:spMkLst>
            <pc:docMk/>
            <pc:sldMk cId="1378963634" sldId="657"/>
            <ac:spMk id="16" creationId="{7FDB369A-FD4F-5E15-CEF4-50272DFF5E35}"/>
          </ac:spMkLst>
        </pc:spChg>
        <pc:spChg chg="mod">
          <ac:chgData name="scott conlon" userId="715640cfe8348987" providerId="LiveId" clId="{69B64073-9504-4B6E-9D0F-1C0AE143CAAC}" dt="2026-03-03T02:47:22.082" v="1452" actId="1076"/>
          <ac:spMkLst>
            <pc:docMk/>
            <pc:sldMk cId="1378963634" sldId="657"/>
            <ac:spMk id="36" creationId="{75EC59CB-C213-699B-3A48-50F639336B51}"/>
          </ac:spMkLst>
        </pc:spChg>
        <pc:spChg chg="add mod">
          <ac:chgData name="scott conlon" userId="715640cfe8348987" providerId="LiveId" clId="{69B64073-9504-4B6E-9D0F-1C0AE143CAAC}" dt="2026-03-03T02:48:06.148" v="1645" actId="1035"/>
          <ac:spMkLst>
            <pc:docMk/>
            <pc:sldMk cId="1378963634" sldId="657"/>
            <ac:spMk id="38" creationId="{8BAB9C62-D03F-8DF9-C2F9-DF7F4076156F}"/>
          </ac:spMkLst>
        </pc:spChg>
        <pc:spChg chg="add del mod">
          <ac:chgData name="scott conlon" userId="715640cfe8348987" providerId="LiveId" clId="{69B64073-9504-4B6E-9D0F-1C0AE143CAAC}" dt="2026-03-03T02:48:44.743" v="1677" actId="478"/>
          <ac:spMkLst>
            <pc:docMk/>
            <pc:sldMk cId="1378963634" sldId="657"/>
            <ac:spMk id="40" creationId="{34C55A43-402E-7DCA-481D-318E5D956881}"/>
          </ac:spMkLst>
        </pc:spChg>
        <pc:picChg chg="add mod">
          <ac:chgData name="scott conlon" userId="715640cfe8348987" providerId="LiveId" clId="{69B64073-9504-4B6E-9D0F-1C0AE143CAAC}" dt="2026-03-03T02:48:11.399" v="1671" actId="1037"/>
          <ac:picMkLst>
            <pc:docMk/>
            <pc:sldMk cId="1378963634" sldId="657"/>
            <ac:picMk id="37" creationId="{94F63F1E-EB81-C5D9-63EC-361C5CF57727}"/>
          </ac:picMkLst>
        </pc:picChg>
        <pc:cxnChg chg="del mod">
          <ac:chgData name="scott conlon" userId="715640cfe8348987" providerId="LiveId" clId="{69B64073-9504-4B6E-9D0F-1C0AE143CAAC}" dt="2026-03-03T02:44:12.755" v="1390" actId="478"/>
          <ac:cxnSpMkLst>
            <pc:docMk/>
            <pc:sldMk cId="1378963634" sldId="657"/>
            <ac:cxnSpMk id="17" creationId="{B2548234-6D21-464F-D30C-3AE3AD39F877}"/>
          </ac:cxnSpMkLst>
        </pc:cxnChg>
        <pc:cxnChg chg="del mod">
          <ac:chgData name="scott conlon" userId="715640cfe8348987" providerId="LiveId" clId="{69B64073-9504-4B6E-9D0F-1C0AE143CAAC}" dt="2026-03-03T02:44:27.967" v="1396" actId="478"/>
          <ac:cxnSpMkLst>
            <pc:docMk/>
            <pc:sldMk cId="1378963634" sldId="657"/>
            <ac:cxnSpMk id="39" creationId="{C77C88DC-0D1D-3497-CFD2-195B34B02853}"/>
          </ac:cxnSpMkLst>
        </pc:cxnChg>
        <pc:cxnChg chg="del mod">
          <ac:chgData name="scott conlon" userId="715640cfe8348987" providerId="LiveId" clId="{69B64073-9504-4B6E-9D0F-1C0AE143CAAC}" dt="2026-03-03T02:44:28.887" v="1397" actId="478"/>
          <ac:cxnSpMkLst>
            <pc:docMk/>
            <pc:sldMk cId="1378963634" sldId="657"/>
            <ac:cxnSpMk id="42" creationId="{DB689BCA-60A5-F91E-BF8F-63D66B8D1590}"/>
          </ac:cxnSpMkLst>
        </pc:cxnChg>
        <pc:cxnChg chg="add mod">
          <ac:chgData name="scott conlon" userId="715640cfe8348987" providerId="LiveId" clId="{69B64073-9504-4B6E-9D0F-1C0AE143CAAC}" dt="2026-03-03T02:49:45.971" v="1832" actId="1035"/>
          <ac:cxnSpMkLst>
            <pc:docMk/>
            <pc:sldMk cId="1378963634" sldId="657"/>
            <ac:cxnSpMk id="43" creationId="{EDAD6A27-4904-F376-CE1D-F500F62BE9FA}"/>
          </ac:cxnSpMkLst>
        </pc:cxnChg>
        <pc:cxnChg chg="add mod">
          <ac:chgData name="scott conlon" userId="715640cfe8348987" providerId="LiveId" clId="{69B64073-9504-4B6E-9D0F-1C0AE143CAAC}" dt="2026-03-03T02:49:53.014" v="1838" actId="1037"/>
          <ac:cxnSpMkLst>
            <pc:docMk/>
            <pc:sldMk cId="1378963634" sldId="657"/>
            <ac:cxnSpMk id="44" creationId="{02FD7F64-BFBF-0FF6-F787-9CF68F6D1DCC}"/>
          </ac:cxnSpMkLst>
        </pc:cxnChg>
        <pc:cxnChg chg="del mod">
          <ac:chgData name="scott conlon" userId="715640cfe8348987" providerId="LiveId" clId="{69B64073-9504-4B6E-9D0F-1C0AE143CAAC}" dt="2026-03-03T02:44:29.765" v="1398" actId="478"/>
          <ac:cxnSpMkLst>
            <pc:docMk/>
            <pc:sldMk cId="1378963634" sldId="657"/>
            <ac:cxnSpMk id="45" creationId="{92A93C5C-266D-6F5B-6C7E-EE32338229EC}"/>
          </ac:cxnSpMkLst>
        </pc:cxnChg>
        <pc:cxnChg chg="add mod">
          <ac:chgData name="scott conlon" userId="715640cfe8348987" providerId="LiveId" clId="{69B64073-9504-4B6E-9D0F-1C0AE143CAAC}" dt="2026-03-03T02:50:06.017" v="1904" actId="1038"/>
          <ac:cxnSpMkLst>
            <pc:docMk/>
            <pc:sldMk cId="1378963634" sldId="657"/>
            <ac:cxnSpMk id="50" creationId="{AAB352F5-0D0D-BEC9-AEC5-80F34E27EC91}"/>
          </ac:cxnSpMkLst>
        </pc:cxnChg>
        <pc:cxnChg chg="add mod">
          <ac:chgData name="scott conlon" userId="715640cfe8348987" providerId="LiveId" clId="{69B64073-9504-4B6E-9D0F-1C0AE143CAAC}" dt="2026-03-03T02:50:06.017" v="1904" actId="1038"/>
          <ac:cxnSpMkLst>
            <pc:docMk/>
            <pc:sldMk cId="1378963634" sldId="657"/>
            <ac:cxnSpMk id="51" creationId="{6EB2454B-9082-D3F4-4431-C0FBA7696E8B}"/>
          </ac:cxnSpMkLst>
        </pc:cxnChg>
        <pc:cxnChg chg="add mod">
          <ac:chgData name="scott conlon" userId="715640cfe8348987" providerId="LiveId" clId="{69B64073-9504-4B6E-9D0F-1C0AE143CAAC}" dt="2026-03-03T02:50:10.619" v="1953" actId="1037"/>
          <ac:cxnSpMkLst>
            <pc:docMk/>
            <pc:sldMk cId="1378963634" sldId="657"/>
            <ac:cxnSpMk id="52" creationId="{968C714C-04B1-98A5-4013-900B83312E23}"/>
          </ac:cxnSpMkLst>
        </pc:cxnChg>
        <pc:cxnChg chg="add mod">
          <ac:chgData name="scott conlon" userId="715640cfe8348987" providerId="LiveId" clId="{69B64073-9504-4B6E-9D0F-1C0AE143CAAC}" dt="2026-03-03T02:50:10.619" v="1953" actId="1037"/>
          <ac:cxnSpMkLst>
            <pc:docMk/>
            <pc:sldMk cId="1378963634" sldId="657"/>
            <ac:cxnSpMk id="53" creationId="{77C335C9-473B-593A-C0F5-830AF62F1050}"/>
          </ac:cxnSpMkLst>
        </pc:cxnChg>
        <pc:cxnChg chg="add mod">
          <ac:chgData name="scott conlon" userId="715640cfe8348987" providerId="LiveId" clId="{69B64073-9504-4B6E-9D0F-1C0AE143CAAC}" dt="2026-03-03T02:50:15.215" v="1999" actId="1038"/>
          <ac:cxnSpMkLst>
            <pc:docMk/>
            <pc:sldMk cId="1378963634" sldId="657"/>
            <ac:cxnSpMk id="54" creationId="{D84B5654-DA76-397B-02FA-9F4BD97BA58E}"/>
          </ac:cxnSpMkLst>
        </pc:cxnChg>
        <pc:cxnChg chg="add mod">
          <ac:chgData name="scott conlon" userId="715640cfe8348987" providerId="LiveId" clId="{69B64073-9504-4B6E-9D0F-1C0AE143CAAC}" dt="2026-03-03T02:50:15.215" v="1999" actId="1038"/>
          <ac:cxnSpMkLst>
            <pc:docMk/>
            <pc:sldMk cId="1378963634" sldId="657"/>
            <ac:cxnSpMk id="55" creationId="{3C0D420B-64CC-B4F5-621D-3E7BFAF2866E}"/>
          </ac:cxnSpMkLst>
        </pc:cxnChg>
        <pc:cxnChg chg="add mod">
          <ac:chgData name="scott conlon" userId="715640cfe8348987" providerId="LiveId" clId="{69B64073-9504-4B6E-9D0F-1C0AE143CAAC}" dt="2026-03-03T02:50:22.076" v="2068" actId="1035"/>
          <ac:cxnSpMkLst>
            <pc:docMk/>
            <pc:sldMk cId="1378963634" sldId="657"/>
            <ac:cxnSpMk id="56" creationId="{008D1223-ACEF-5A6B-FA8C-DFFF91978AF5}"/>
          </ac:cxnSpMkLst>
        </pc:cxnChg>
        <pc:cxnChg chg="add mod">
          <ac:chgData name="scott conlon" userId="715640cfe8348987" providerId="LiveId" clId="{69B64073-9504-4B6E-9D0F-1C0AE143CAAC}" dt="2026-03-03T02:50:22.076" v="2068" actId="1035"/>
          <ac:cxnSpMkLst>
            <pc:docMk/>
            <pc:sldMk cId="1378963634" sldId="657"/>
            <ac:cxnSpMk id="57" creationId="{EFF0E455-7B4E-4024-D087-CB76D406C732}"/>
          </ac:cxnSpMkLst>
        </pc:cxnChg>
        <pc:cxnChg chg="add mod">
          <ac:chgData name="scott conlon" userId="715640cfe8348987" providerId="LiveId" clId="{69B64073-9504-4B6E-9D0F-1C0AE143CAAC}" dt="2026-03-03T02:50:27.986" v="2118" actId="1035"/>
          <ac:cxnSpMkLst>
            <pc:docMk/>
            <pc:sldMk cId="1378963634" sldId="657"/>
            <ac:cxnSpMk id="58" creationId="{567C3FDA-8743-981F-A89F-56FA7F74F270}"/>
          </ac:cxnSpMkLst>
        </pc:cxnChg>
        <pc:cxnChg chg="add mod">
          <ac:chgData name="scott conlon" userId="715640cfe8348987" providerId="LiveId" clId="{69B64073-9504-4B6E-9D0F-1C0AE143CAAC}" dt="2026-03-03T02:50:27.986" v="2118" actId="1035"/>
          <ac:cxnSpMkLst>
            <pc:docMk/>
            <pc:sldMk cId="1378963634" sldId="657"/>
            <ac:cxnSpMk id="59" creationId="{58FAF840-D3DA-06B3-BB2D-48C467CA96B1}"/>
          </ac:cxnSpMkLst>
        </pc:cxnChg>
        <pc:cxnChg chg="add mod">
          <ac:chgData name="scott conlon" userId="715640cfe8348987" providerId="LiveId" clId="{69B64073-9504-4B6E-9D0F-1C0AE143CAAC}" dt="2026-03-03T02:50:35.428" v="2194" actId="1038"/>
          <ac:cxnSpMkLst>
            <pc:docMk/>
            <pc:sldMk cId="1378963634" sldId="657"/>
            <ac:cxnSpMk id="60" creationId="{E49B56FB-AC9B-A2CF-7721-0DD4FED2C282}"/>
          </ac:cxnSpMkLst>
        </pc:cxnChg>
        <pc:cxnChg chg="add mod">
          <ac:chgData name="scott conlon" userId="715640cfe8348987" providerId="LiveId" clId="{69B64073-9504-4B6E-9D0F-1C0AE143CAAC}" dt="2026-03-03T02:50:35.428" v="2194" actId="1038"/>
          <ac:cxnSpMkLst>
            <pc:docMk/>
            <pc:sldMk cId="1378963634" sldId="657"/>
            <ac:cxnSpMk id="61" creationId="{F8636F6C-B26B-5108-C23D-3918A98919EF}"/>
          </ac:cxnSpMkLst>
        </pc:cxnChg>
        <pc:cxnChg chg="add del mod">
          <ac:chgData name="scott conlon" userId="715640cfe8348987" providerId="LiveId" clId="{69B64073-9504-4B6E-9D0F-1C0AE143CAAC}" dt="2026-03-03T02:50:39.338" v="2223" actId="21"/>
          <ac:cxnSpMkLst>
            <pc:docMk/>
            <pc:sldMk cId="1378963634" sldId="657"/>
            <ac:cxnSpMk id="62" creationId="{0B72BC84-7F1C-208E-84A1-67AC55C1EE82}"/>
          </ac:cxnSpMkLst>
        </pc:cxnChg>
        <pc:cxnChg chg="add del mod">
          <ac:chgData name="scott conlon" userId="715640cfe8348987" providerId="LiveId" clId="{69B64073-9504-4B6E-9D0F-1C0AE143CAAC}" dt="2026-03-03T02:50:39.338" v="2223" actId="21"/>
          <ac:cxnSpMkLst>
            <pc:docMk/>
            <pc:sldMk cId="1378963634" sldId="657"/>
            <ac:cxnSpMk id="63" creationId="{C930E45A-2997-C851-1993-87297C6AC568}"/>
          </ac:cxnSpMkLst>
        </pc:cxnChg>
        <pc:cxnChg chg="add mod">
          <ac:chgData name="scott conlon" userId="715640cfe8348987" providerId="LiveId" clId="{69B64073-9504-4B6E-9D0F-1C0AE143CAAC}" dt="2026-03-03T02:50:41.155" v="2224"/>
          <ac:cxnSpMkLst>
            <pc:docMk/>
            <pc:sldMk cId="1378963634" sldId="657"/>
            <ac:cxnSpMk id="64" creationId="{0B72BC84-7F1C-208E-84A1-67AC55C1EE82}"/>
          </ac:cxnSpMkLst>
        </pc:cxnChg>
        <pc:cxnChg chg="add mod">
          <ac:chgData name="scott conlon" userId="715640cfe8348987" providerId="LiveId" clId="{69B64073-9504-4B6E-9D0F-1C0AE143CAAC}" dt="2026-03-03T02:50:41.155" v="2224"/>
          <ac:cxnSpMkLst>
            <pc:docMk/>
            <pc:sldMk cId="1378963634" sldId="657"/>
            <ac:cxnSpMk id="65" creationId="{C930E45A-2997-C851-1993-87297C6AC568}"/>
          </ac:cxnSpMkLst>
        </pc:cxnChg>
        <pc:cxnChg chg="add mod">
          <ac:chgData name="scott conlon" userId="715640cfe8348987" providerId="LiveId" clId="{69B64073-9504-4B6E-9D0F-1C0AE143CAAC}" dt="2026-03-03T02:50:43.786" v="2243" actId="1038"/>
          <ac:cxnSpMkLst>
            <pc:docMk/>
            <pc:sldMk cId="1378963634" sldId="657"/>
            <ac:cxnSpMk id="66" creationId="{0395A683-ADA5-4015-6292-A49103F5566A}"/>
          </ac:cxnSpMkLst>
        </pc:cxnChg>
        <pc:cxnChg chg="add mod">
          <ac:chgData name="scott conlon" userId="715640cfe8348987" providerId="LiveId" clId="{69B64073-9504-4B6E-9D0F-1C0AE143CAAC}" dt="2026-03-03T02:50:43.786" v="2243" actId="1038"/>
          <ac:cxnSpMkLst>
            <pc:docMk/>
            <pc:sldMk cId="1378963634" sldId="657"/>
            <ac:cxnSpMk id="67" creationId="{E55242B6-07A9-B36B-4412-0DEF6F6B9A28}"/>
          </ac:cxnSpMkLst>
        </pc:cxnChg>
        <pc:cxnChg chg="add mod">
          <ac:chgData name="scott conlon" userId="715640cfe8348987" providerId="LiveId" clId="{69B64073-9504-4B6E-9D0F-1C0AE143CAAC}" dt="2026-03-03T02:50:51.035" v="2302" actId="1036"/>
          <ac:cxnSpMkLst>
            <pc:docMk/>
            <pc:sldMk cId="1378963634" sldId="657"/>
            <ac:cxnSpMk id="68" creationId="{04F1D79B-76E2-C0E3-8D12-5EF32BA16A3C}"/>
          </ac:cxnSpMkLst>
        </pc:cxnChg>
        <pc:cxnChg chg="add mod">
          <ac:chgData name="scott conlon" userId="715640cfe8348987" providerId="LiveId" clId="{69B64073-9504-4B6E-9D0F-1C0AE143CAAC}" dt="2026-03-03T02:50:51.035" v="2302" actId="1036"/>
          <ac:cxnSpMkLst>
            <pc:docMk/>
            <pc:sldMk cId="1378963634" sldId="657"/>
            <ac:cxnSpMk id="69" creationId="{C69B208D-73A9-3E7C-631B-AC4D373337DB}"/>
          </ac:cxnSpMkLst>
        </pc:cxnChg>
      </pc:sldChg>
      <pc:sldChg chg="modSp add mod ord">
        <pc:chgData name="scott conlon" userId="715640cfe8348987" providerId="LiveId" clId="{69B64073-9504-4B6E-9D0F-1C0AE143CAAC}" dt="2026-03-03T02:53:18.152" v="2347" actId="14100"/>
        <pc:sldMkLst>
          <pc:docMk/>
          <pc:sldMk cId="2107728693" sldId="658"/>
        </pc:sldMkLst>
        <pc:spChg chg="mod">
          <ac:chgData name="scott conlon" userId="715640cfe8348987" providerId="LiveId" clId="{69B64073-9504-4B6E-9D0F-1C0AE143CAAC}" dt="2026-03-03T02:52:44.836" v="2334" actId="20577"/>
          <ac:spMkLst>
            <pc:docMk/>
            <pc:sldMk cId="2107728693" sldId="658"/>
            <ac:spMk id="16" creationId="{5421AC17-A5BD-A169-D314-1926C4F14D26}"/>
          </ac:spMkLst>
        </pc:spChg>
        <pc:cxnChg chg="mod">
          <ac:chgData name="scott conlon" userId="715640cfe8348987" providerId="LiveId" clId="{69B64073-9504-4B6E-9D0F-1C0AE143CAAC}" dt="2026-03-03T02:53:18.152" v="2347" actId="14100"/>
          <ac:cxnSpMkLst>
            <pc:docMk/>
            <pc:sldMk cId="2107728693" sldId="658"/>
            <ac:cxnSpMk id="17" creationId="{B90B042D-3340-2C9F-A5A4-CBBE9790A60F}"/>
          </ac:cxnSpMkLst>
        </pc:cxnChg>
        <pc:cxnChg chg="mod">
          <ac:chgData name="scott conlon" userId="715640cfe8348987" providerId="LiveId" clId="{69B64073-9504-4B6E-9D0F-1C0AE143CAAC}" dt="2026-03-03T02:53:03.221" v="2342" actId="14100"/>
          <ac:cxnSpMkLst>
            <pc:docMk/>
            <pc:sldMk cId="2107728693" sldId="658"/>
            <ac:cxnSpMk id="39" creationId="{998B182F-EC9E-8D98-66C6-B6752D6ECE0E}"/>
          </ac:cxnSpMkLst>
        </pc:cxnChg>
        <pc:cxnChg chg="mod">
          <ac:chgData name="scott conlon" userId="715640cfe8348987" providerId="LiveId" clId="{69B64073-9504-4B6E-9D0F-1C0AE143CAAC}" dt="2026-03-03T02:53:09.273" v="2343" actId="14100"/>
          <ac:cxnSpMkLst>
            <pc:docMk/>
            <pc:sldMk cId="2107728693" sldId="658"/>
            <ac:cxnSpMk id="42" creationId="{62685BFD-E09C-3945-02AF-B006635FA216}"/>
          </ac:cxnSpMkLst>
        </pc:cxnChg>
        <pc:cxnChg chg="mod">
          <ac:chgData name="scott conlon" userId="715640cfe8348987" providerId="LiveId" clId="{69B64073-9504-4B6E-9D0F-1C0AE143CAAC}" dt="2026-03-03T02:53:15.196" v="2346" actId="14100"/>
          <ac:cxnSpMkLst>
            <pc:docMk/>
            <pc:sldMk cId="2107728693" sldId="658"/>
            <ac:cxnSpMk id="45" creationId="{C172F3C7-E501-21AC-D007-83D3CA6E5343}"/>
          </ac:cxnSpMkLst>
        </pc:cxnChg>
      </pc:sldChg>
      <pc:sldChg chg="modSp add mod ord">
        <pc:chgData name="scott conlon" userId="715640cfe8348987" providerId="LiveId" clId="{69B64073-9504-4B6E-9D0F-1C0AE143CAAC}" dt="2026-03-03T03:06:30.388" v="2953" actId="1076"/>
        <pc:sldMkLst>
          <pc:docMk/>
          <pc:sldMk cId="3245421384" sldId="659"/>
        </pc:sldMkLst>
        <pc:spChg chg="mod">
          <ac:chgData name="scott conlon" userId="715640cfe8348987" providerId="LiveId" clId="{69B64073-9504-4B6E-9D0F-1C0AE143CAAC}" dt="2026-03-03T03:06:05.764" v="2945" actId="1076"/>
          <ac:spMkLst>
            <pc:docMk/>
            <pc:sldMk cId="3245421384" sldId="659"/>
            <ac:spMk id="4" creationId="{E33ACA7A-865D-2C67-1C7A-ADEA742EB846}"/>
          </ac:spMkLst>
        </pc:spChg>
        <pc:spChg chg="mod">
          <ac:chgData name="scott conlon" userId="715640cfe8348987" providerId="LiveId" clId="{69B64073-9504-4B6E-9D0F-1C0AE143CAAC}" dt="2026-03-03T03:06:01.331" v="2944" actId="1076"/>
          <ac:spMkLst>
            <pc:docMk/>
            <pc:sldMk cId="3245421384" sldId="659"/>
            <ac:spMk id="8" creationId="{51D3735A-CFE6-2BB2-7F3E-A73D8ADA2FDF}"/>
          </ac:spMkLst>
        </pc:spChg>
        <pc:spChg chg="mod">
          <ac:chgData name="scott conlon" userId="715640cfe8348987" providerId="LiveId" clId="{69B64073-9504-4B6E-9D0F-1C0AE143CAAC}" dt="2026-03-03T03:06:30.388" v="2953" actId="1076"/>
          <ac:spMkLst>
            <pc:docMk/>
            <pc:sldMk cId="3245421384" sldId="659"/>
            <ac:spMk id="9" creationId="{E7B5856D-8864-E56E-D0E9-5D03B2AD4791}"/>
          </ac:spMkLst>
        </pc:spChg>
        <pc:spChg chg="mod">
          <ac:chgData name="scott conlon" userId="715640cfe8348987" providerId="LiveId" clId="{69B64073-9504-4B6E-9D0F-1C0AE143CAAC}" dt="2026-03-03T03:06:07.948" v="2946" actId="1076"/>
          <ac:spMkLst>
            <pc:docMk/>
            <pc:sldMk cId="3245421384" sldId="659"/>
            <ac:spMk id="10" creationId="{45BAD5F5-EA0D-621F-2C04-43651402AE9B}"/>
          </ac:spMkLst>
        </pc:spChg>
        <pc:spChg chg="mod">
          <ac:chgData name="scott conlon" userId="715640cfe8348987" providerId="LiveId" clId="{69B64073-9504-4B6E-9D0F-1C0AE143CAAC}" dt="2026-03-03T03:06:11.488" v="2947" actId="1076"/>
          <ac:spMkLst>
            <pc:docMk/>
            <pc:sldMk cId="3245421384" sldId="659"/>
            <ac:spMk id="11" creationId="{BFF6745A-4011-B475-7F34-05955EEF8573}"/>
          </ac:spMkLst>
        </pc:spChg>
        <pc:spChg chg="mod">
          <ac:chgData name="scott conlon" userId="715640cfe8348987" providerId="LiveId" clId="{69B64073-9504-4B6E-9D0F-1C0AE143CAAC}" dt="2026-03-03T03:06:13.609" v="2948" actId="1076"/>
          <ac:spMkLst>
            <pc:docMk/>
            <pc:sldMk cId="3245421384" sldId="659"/>
            <ac:spMk id="12" creationId="{93A38E7A-D3AF-4C41-F35E-46691F0233AE}"/>
          </ac:spMkLst>
        </pc:spChg>
        <pc:spChg chg="mod">
          <ac:chgData name="scott conlon" userId="715640cfe8348987" providerId="LiveId" clId="{69B64073-9504-4B6E-9D0F-1C0AE143CAAC}" dt="2026-03-03T03:06:16.496" v="2949" actId="1076"/>
          <ac:spMkLst>
            <pc:docMk/>
            <pc:sldMk cId="3245421384" sldId="659"/>
            <ac:spMk id="13" creationId="{7A5CE45E-AD99-6D0A-D82D-D8CA1C56855F}"/>
          </ac:spMkLst>
        </pc:spChg>
        <pc:spChg chg="mod">
          <ac:chgData name="scott conlon" userId="715640cfe8348987" providerId="LiveId" clId="{69B64073-9504-4B6E-9D0F-1C0AE143CAAC}" dt="2026-03-03T03:06:25.578" v="2951" actId="1076"/>
          <ac:spMkLst>
            <pc:docMk/>
            <pc:sldMk cId="3245421384" sldId="659"/>
            <ac:spMk id="14" creationId="{001F958F-BD4C-AE18-C673-5047FD8E3FAF}"/>
          </ac:spMkLst>
        </pc:spChg>
        <pc:spChg chg="mod">
          <ac:chgData name="scott conlon" userId="715640cfe8348987" providerId="LiveId" clId="{69B64073-9504-4B6E-9D0F-1C0AE143CAAC}" dt="2026-03-03T02:53:58.320" v="2398" actId="6549"/>
          <ac:spMkLst>
            <pc:docMk/>
            <pc:sldMk cId="3245421384" sldId="659"/>
            <ac:spMk id="16" creationId="{11AA8F13-1BF5-C39B-2E9A-C30CD6709081}"/>
          </ac:spMkLst>
        </pc:spChg>
        <pc:spChg chg="mod">
          <ac:chgData name="scott conlon" userId="715640cfe8348987" providerId="LiveId" clId="{69B64073-9504-4B6E-9D0F-1C0AE143CAAC}" dt="2026-03-03T03:06:28.144" v="2952" actId="1076"/>
          <ac:spMkLst>
            <pc:docMk/>
            <pc:sldMk cId="3245421384" sldId="659"/>
            <ac:spMk id="36" creationId="{6CA707F5-5968-5B12-C476-77D474B73AB9}"/>
          </ac:spMkLst>
        </pc:spChg>
      </pc:sldChg>
      <pc:sldChg chg="modSp add mod ord">
        <pc:chgData name="scott conlon" userId="715640cfe8348987" providerId="LiveId" clId="{69B64073-9504-4B6E-9D0F-1C0AE143CAAC}" dt="2026-03-03T03:00:33.079" v="2581" actId="14100"/>
        <pc:sldMkLst>
          <pc:docMk/>
          <pc:sldMk cId="3892987161" sldId="660"/>
        </pc:sldMkLst>
        <pc:spChg chg="mod">
          <ac:chgData name="scott conlon" userId="715640cfe8348987" providerId="LiveId" clId="{69B64073-9504-4B6E-9D0F-1C0AE143CAAC}" dt="2026-03-03T02:58:35.287" v="2412" actId="20577"/>
          <ac:spMkLst>
            <pc:docMk/>
            <pc:sldMk cId="3892987161" sldId="660"/>
            <ac:spMk id="2" creationId="{79B8B44D-61C0-AFF6-650B-8994930266A0}"/>
          </ac:spMkLst>
        </pc:spChg>
        <pc:spChg chg="mod">
          <ac:chgData name="scott conlon" userId="715640cfe8348987" providerId="LiveId" clId="{69B64073-9504-4B6E-9D0F-1C0AE143CAAC}" dt="2026-03-03T02:59:08.221" v="2457" actId="1035"/>
          <ac:spMkLst>
            <pc:docMk/>
            <pc:sldMk cId="3892987161" sldId="660"/>
            <ac:spMk id="4" creationId="{72F185C8-FF0D-F1C0-96C6-9BE6F271F57F}"/>
          </ac:spMkLst>
        </pc:spChg>
        <pc:spChg chg="mod">
          <ac:chgData name="scott conlon" userId="715640cfe8348987" providerId="LiveId" clId="{69B64073-9504-4B6E-9D0F-1C0AE143CAAC}" dt="2026-03-03T02:59:03.515" v="2447" actId="1036"/>
          <ac:spMkLst>
            <pc:docMk/>
            <pc:sldMk cId="3892987161" sldId="660"/>
            <ac:spMk id="7" creationId="{68E49B27-2E85-9E49-CD7A-56B121B3FB44}"/>
          </ac:spMkLst>
        </pc:spChg>
        <pc:spChg chg="mod">
          <ac:chgData name="scott conlon" userId="715640cfe8348987" providerId="LiveId" clId="{69B64073-9504-4B6E-9D0F-1C0AE143CAAC}" dt="2026-03-03T02:59:06.519" v="2448" actId="1076"/>
          <ac:spMkLst>
            <pc:docMk/>
            <pc:sldMk cId="3892987161" sldId="660"/>
            <ac:spMk id="8" creationId="{7B6DEAC6-235D-CC6B-0CF2-9D15917CF69D}"/>
          </ac:spMkLst>
        </pc:spChg>
        <pc:spChg chg="mod">
          <ac:chgData name="scott conlon" userId="715640cfe8348987" providerId="LiveId" clId="{69B64073-9504-4B6E-9D0F-1C0AE143CAAC}" dt="2026-03-03T02:59:17.375" v="2462" actId="1037"/>
          <ac:spMkLst>
            <pc:docMk/>
            <pc:sldMk cId="3892987161" sldId="660"/>
            <ac:spMk id="9" creationId="{61B4A50C-2757-81A9-20C5-3853DD17CC71}"/>
          </ac:spMkLst>
        </pc:spChg>
        <pc:spChg chg="mod">
          <ac:chgData name="scott conlon" userId="715640cfe8348987" providerId="LiveId" clId="{69B64073-9504-4B6E-9D0F-1C0AE143CAAC}" dt="2026-03-03T02:59:20.789" v="2465" actId="1036"/>
          <ac:spMkLst>
            <pc:docMk/>
            <pc:sldMk cId="3892987161" sldId="660"/>
            <ac:spMk id="10" creationId="{2CD07387-185C-933E-5969-3412644BC4DC}"/>
          </ac:spMkLst>
        </pc:spChg>
        <pc:spChg chg="mod">
          <ac:chgData name="scott conlon" userId="715640cfe8348987" providerId="LiveId" clId="{69B64073-9504-4B6E-9D0F-1C0AE143CAAC}" dt="2026-03-03T03:00:15.545" v="2544" actId="1037"/>
          <ac:spMkLst>
            <pc:docMk/>
            <pc:sldMk cId="3892987161" sldId="660"/>
            <ac:spMk id="11" creationId="{43516B1A-7070-281D-037C-7C0DC7046D7F}"/>
          </ac:spMkLst>
        </pc:spChg>
        <pc:spChg chg="mod">
          <ac:chgData name="scott conlon" userId="715640cfe8348987" providerId="LiveId" clId="{69B64073-9504-4B6E-9D0F-1C0AE143CAAC}" dt="2026-03-03T02:59:50.436" v="2511" actId="1038"/>
          <ac:spMkLst>
            <pc:docMk/>
            <pc:sldMk cId="3892987161" sldId="660"/>
            <ac:spMk id="12" creationId="{931960FF-E028-3069-1EAA-2A2184BA2CAB}"/>
          </ac:spMkLst>
        </pc:spChg>
        <pc:spChg chg="mod">
          <ac:chgData name="scott conlon" userId="715640cfe8348987" providerId="LiveId" clId="{69B64073-9504-4B6E-9D0F-1C0AE143CAAC}" dt="2026-03-03T02:59:48.065" v="2505" actId="1037"/>
          <ac:spMkLst>
            <pc:docMk/>
            <pc:sldMk cId="3892987161" sldId="660"/>
            <ac:spMk id="13" creationId="{169A2BFA-38A3-5BCA-7DE1-0366196A24C1}"/>
          </ac:spMkLst>
        </pc:spChg>
        <pc:spChg chg="mod">
          <ac:chgData name="scott conlon" userId="715640cfe8348987" providerId="LiveId" clId="{69B64073-9504-4B6E-9D0F-1C0AE143CAAC}" dt="2026-03-03T03:00:08.478" v="2539" actId="1038"/>
          <ac:spMkLst>
            <pc:docMk/>
            <pc:sldMk cId="3892987161" sldId="660"/>
            <ac:spMk id="14" creationId="{775625CF-FAF4-5EF0-10DC-5492D9CCF7FF}"/>
          </ac:spMkLst>
        </pc:spChg>
        <pc:spChg chg="mod">
          <ac:chgData name="scott conlon" userId="715640cfe8348987" providerId="LiveId" clId="{69B64073-9504-4B6E-9D0F-1C0AE143CAAC}" dt="2026-03-03T02:59:53.139" v="2512" actId="1076"/>
          <ac:spMkLst>
            <pc:docMk/>
            <pc:sldMk cId="3892987161" sldId="660"/>
            <ac:spMk id="15" creationId="{E1F79881-6CFB-34D3-607E-A0ED41880F65}"/>
          </ac:spMkLst>
        </pc:spChg>
        <pc:spChg chg="mod">
          <ac:chgData name="scott conlon" userId="715640cfe8348987" providerId="LiveId" clId="{69B64073-9504-4B6E-9D0F-1C0AE143CAAC}" dt="2026-03-03T03:00:33.079" v="2581" actId="14100"/>
          <ac:spMkLst>
            <pc:docMk/>
            <pc:sldMk cId="3892987161" sldId="660"/>
            <ac:spMk id="16" creationId="{4C307A86-5527-5609-E2D5-30AA2FF4748D}"/>
          </ac:spMkLst>
        </pc:spChg>
        <pc:spChg chg="mod">
          <ac:chgData name="scott conlon" userId="715640cfe8348987" providerId="LiveId" clId="{69B64073-9504-4B6E-9D0F-1C0AE143CAAC}" dt="2026-03-03T02:59:54.822" v="2513" actId="1076"/>
          <ac:spMkLst>
            <pc:docMk/>
            <pc:sldMk cId="3892987161" sldId="660"/>
            <ac:spMk id="36" creationId="{9A9A920E-CDE7-67EF-C9D7-66D47C525A17}"/>
          </ac:spMkLst>
        </pc:spChg>
      </pc:sldChg>
      <pc:sldChg chg="addSp modSp add mod">
        <pc:chgData name="scott conlon" userId="715640cfe8348987" providerId="LiveId" clId="{69B64073-9504-4B6E-9D0F-1C0AE143CAAC}" dt="2026-03-03T03:03:05.737" v="2941" actId="1036"/>
        <pc:sldMkLst>
          <pc:docMk/>
          <pc:sldMk cId="3098563880" sldId="661"/>
        </pc:sldMkLst>
        <pc:spChg chg="mod">
          <ac:chgData name="scott conlon" userId="715640cfe8348987" providerId="LiveId" clId="{69B64073-9504-4B6E-9D0F-1C0AE143CAAC}" dt="2026-03-03T03:01:56.889" v="2635" actId="1035"/>
          <ac:spMkLst>
            <pc:docMk/>
            <pc:sldMk cId="3098563880" sldId="661"/>
            <ac:spMk id="14" creationId="{ED08FEFA-7968-CF1D-97DF-32B4AA682994}"/>
          </ac:spMkLst>
        </pc:spChg>
        <pc:spChg chg="mod">
          <ac:chgData name="scott conlon" userId="715640cfe8348987" providerId="LiveId" clId="{69B64073-9504-4B6E-9D0F-1C0AE143CAAC}" dt="2026-03-03T03:01:22.601" v="2621" actId="14100"/>
          <ac:spMkLst>
            <pc:docMk/>
            <pc:sldMk cId="3098563880" sldId="661"/>
            <ac:spMk id="16" creationId="{26A24CCD-84E8-DCAC-A437-6E7CA85059B6}"/>
          </ac:spMkLst>
        </pc:spChg>
        <pc:spChg chg="add mod">
          <ac:chgData name="scott conlon" userId="715640cfe8348987" providerId="LiveId" clId="{69B64073-9504-4B6E-9D0F-1C0AE143CAAC}" dt="2026-03-03T03:02:23.213" v="2723" actId="1037"/>
          <ac:spMkLst>
            <pc:docMk/>
            <pc:sldMk cId="3098563880" sldId="661"/>
            <ac:spMk id="42" creationId="{6FAC360B-545B-9E58-2A32-26AD22067116}"/>
          </ac:spMkLst>
        </pc:spChg>
        <pc:spChg chg="add mod">
          <ac:chgData name="scott conlon" userId="715640cfe8348987" providerId="LiveId" clId="{69B64073-9504-4B6E-9D0F-1C0AE143CAAC}" dt="2026-03-03T03:02:28.801" v="2759" actId="1036"/>
          <ac:spMkLst>
            <pc:docMk/>
            <pc:sldMk cId="3098563880" sldId="661"/>
            <ac:spMk id="43" creationId="{B84B52A8-4BF0-3408-9D44-6B1A8B1298FF}"/>
          </ac:spMkLst>
        </pc:spChg>
        <pc:spChg chg="add mod">
          <ac:chgData name="scott conlon" userId="715640cfe8348987" providerId="LiveId" clId="{69B64073-9504-4B6E-9D0F-1C0AE143CAAC}" dt="2026-03-03T03:02:36.639" v="2829" actId="6549"/>
          <ac:spMkLst>
            <pc:docMk/>
            <pc:sldMk cId="3098563880" sldId="661"/>
            <ac:spMk id="44" creationId="{95974E9E-949D-B08D-F13A-D0277B1D7005}"/>
          </ac:spMkLst>
        </pc:spChg>
        <pc:spChg chg="add mod">
          <ac:chgData name="scott conlon" userId="715640cfe8348987" providerId="LiveId" clId="{69B64073-9504-4B6E-9D0F-1C0AE143CAAC}" dt="2026-03-03T03:02:46.150" v="2885" actId="1037"/>
          <ac:spMkLst>
            <pc:docMk/>
            <pc:sldMk cId="3098563880" sldId="661"/>
            <ac:spMk id="45" creationId="{2E5883DC-98EC-764C-9FC7-4873069E9C06}"/>
          </ac:spMkLst>
        </pc:spChg>
        <pc:picChg chg="add mod">
          <ac:chgData name="scott conlon" userId="715640cfe8348987" providerId="LiveId" clId="{69B64073-9504-4B6E-9D0F-1C0AE143CAAC}" dt="2026-03-03T03:03:05.737" v="2941" actId="1036"/>
          <ac:picMkLst>
            <pc:docMk/>
            <pc:sldMk cId="3098563880" sldId="661"/>
            <ac:picMk id="46" creationId="{844D5716-0F84-7E4A-F69D-E973AA547960}"/>
          </ac:picMkLst>
        </pc:picChg>
        <pc:cxnChg chg="add mod">
          <ac:chgData name="scott conlon" userId="715640cfe8348987" providerId="LiveId" clId="{69B64073-9504-4B6E-9D0F-1C0AE143CAAC}" dt="2026-03-03T03:01:56.889" v="2635" actId="1035"/>
          <ac:cxnSpMkLst>
            <pc:docMk/>
            <pc:sldMk cId="3098563880" sldId="661"/>
            <ac:cxnSpMk id="17" creationId="{94091720-3512-18AA-70D5-AA18B4757F97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7748" y="0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/>
          <a:lstStyle>
            <a:lvl1pPr algn="r">
              <a:defRPr sz="1200"/>
            </a:lvl1pPr>
          </a:lstStyle>
          <a:p>
            <a:fld id="{40B77F8D-ABD0-9740-A21A-E007A3A720A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427076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7748" y="9427076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 anchor="b"/>
          <a:lstStyle>
            <a:lvl1pPr algn="r">
              <a:defRPr sz="1200"/>
            </a:lvl1pPr>
          </a:lstStyle>
          <a:p>
            <a:fld id="{4A05F985-EC8F-124C-BA94-03844164D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096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7748" y="0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/>
          <a:lstStyle>
            <a:lvl1pPr algn="r">
              <a:defRPr sz="1200"/>
            </a:lvl1pPr>
          </a:lstStyle>
          <a:p>
            <a:fld id="{2CD3914B-C950-6748-8DBF-9E6BBADF3CD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0937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80" tIns="45689" rIns="91380" bIns="456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92" y="4714400"/>
            <a:ext cx="5434330" cy="4466273"/>
          </a:xfrm>
          <a:prstGeom prst="rect">
            <a:avLst/>
          </a:prstGeom>
        </p:spPr>
        <p:txBody>
          <a:bodyPr vert="horz" lIns="91380" tIns="45689" rIns="91380" bIns="45689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427076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7748" y="9427076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 anchor="b"/>
          <a:lstStyle>
            <a:lvl1pPr algn="r">
              <a:defRPr sz="1200"/>
            </a:lvl1pPr>
          </a:lstStyle>
          <a:p>
            <a:fld id="{C997C1D0-CF01-9C45-B233-E59ABBF52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5602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7C1D0-CF01-9C45-B233-E59ABBF528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10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55051-727B-A222-610B-8C1C47D27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D5836-7CAE-6C45-C59D-34E59D1DF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6E16B-4AD6-FA01-13FD-A0A0536AF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2FAE6-362C-B4E4-84B5-23A9DECAFF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7C1D0-CF01-9C45-B233-E59ABBF528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58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25EEC-E053-5242-603D-D5C45AF02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29B43-B4DF-3E51-CED0-A1BC22F85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78712-0C09-A5BD-0642-6E55F05C9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FA135-A313-8A80-661E-CF0E936D58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6217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62E59-3ECD-1DEC-7C54-DC9DC2FEF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BB7226-DC64-AE4A-3D9B-FF3F75570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AC28BF-03A5-7F59-B124-70BAE3A9D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E16A8-6F60-D53E-4006-0B365D078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0541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6461E-2187-5258-2344-0ABCD6733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943620-DA53-ABF0-E82A-C4A510981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C28F40-EC83-F6EB-044F-ECB2F77E3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BAFEE-38E5-E597-F064-D8520676E8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5540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49003-B691-484E-23B7-964E2462B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FECB3B-4C76-0854-E195-D096FFDF5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AD550A-2E16-874D-0721-56D71A2FE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9FD4F-4D09-A725-67F1-AE668AAE9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68274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653D5-1611-BCBF-C77D-222AAE14A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B3BCB9-2B2C-54D1-BBA6-9C96AC006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B4EDD1-21D7-0FEC-9557-66D01D964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B3656-19DB-9250-E4AF-A6B4888E4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2461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12C76-8842-ED42-8ABA-B4C7B28C6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1D32F-4112-1D7F-B989-E4D315F06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EC797-869F-5B05-9198-09EF4C8D3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E4CF0-4C74-79DC-0004-BF138A0F9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9731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0EA80-5FE5-CC3F-426A-E284A5C4A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855CC-1750-0A62-7995-37D3756E6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0813A-DBE2-AA44-1239-DB38A1773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E9CB4-B66F-3896-F1AE-09F5ACEBE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90223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6DBA4-693C-09D9-0E3A-7B24ACFD1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53846-7683-7CF7-F858-C7A3081FF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C62FCD-50E7-AF55-22F5-FD245F3AE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7C8B9-5642-AABA-A2AF-2B17B2387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31824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EF1EB-9842-7EEA-2E56-753C5BFCF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9D28B-6C7E-1FA1-5A17-3CD33A029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77121-1319-DBEB-9478-EF9D373F5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4E2EB-2BBE-18EB-65A8-F770536430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44006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FDD23-C94D-CCCD-76F9-9C464609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1405D-9EA8-FEF1-74B8-1664C88CD9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3CAD95-BC7D-F2DE-0D14-B57C521B9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00CF9-6C94-2242-4F4F-912351CE0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02057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DA84F-3314-3729-667F-B102FC3CA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D42FF8-C787-FFEC-2807-D09A456F8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01F269-34FB-2BDB-2D31-C3A13A13F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76EA7-6E60-9F63-103B-AB0CD707E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94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3ADF8-41AE-58D5-AFB6-920A5F01E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AF8D6A-A493-FFBA-73FD-148D713DE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5D978-3403-EEAB-B7A3-B48437E45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6A9F9-5014-5C30-A315-1827AF173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58509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BDE14-EFE2-9571-32D1-E21995C8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35021D-2C6C-401C-EADC-BB41DC257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FCC2FC-700D-AB91-EE4F-76F004DF3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79C86-1810-7E89-08CF-35D5489BB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37429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9D4BB-FFAD-AD0A-F5A0-165C55C85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60E343-BEA5-E566-6727-F53C8D6A3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23FFB-D295-07BB-5619-6AFEA630E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35FF8-CCA8-363D-A244-9C1DE27CE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84190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70A54-FB54-10D2-12E2-0382A6708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F8882E-C7E7-4A45-7048-BB1FE9CD8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83FCC9-FB51-85FC-518E-AB157C8D3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1B865-953D-B78E-D2BA-9C069FD69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21857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C4FB5-435B-47C2-0F49-CEED9A67A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209A7-2FEB-1C3E-07EE-D0D7A30CA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7C2C5-F672-8CE7-42D5-B527EE6EA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7531E-C704-3A3D-0966-18D727AA84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1030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EB28B-75DE-AF4A-9386-94D4984F98F7}" type="datetime1">
              <a:rPr lang="en-NZ" smtClean="0"/>
              <a:t>3/03/2026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60863989"/>
              </p:ext>
            </p:extLst>
          </p:nvPr>
        </p:nvGraphicFramePr>
        <p:xfrm>
          <a:off x="162000" y="152399"/>
          <a:ext cx="8820000" cy="584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7522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Football</a:t>
                      </a:r>
                      <a:r>
                        <a:rPr lang="en-US" sz="1200" baseline="0" dirty="0">
                          <a:solidFill>
                            <a:schemeClr val="bg1"/>
                          </a:solidFill>
                        </a:rPr>
                        <a:t> Problem/Opportunity/Scenario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899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Illustrate the scenario below</a:t>
                      </a:r>
                      <a:r>
                        <a:rPr lang="en-US" sz="1200" baseline="0" dirty="0"/>
                        <a:t>, showing examples of key trends linked to your 5W breakdown.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" name="Group 7"/>
          <p:cNvGrpSpPr>
            <a:grpSpLocks noChangeAspect="1"/>
          </p:cNvGrpSpPr>
          <p:nvPr userDrawn="1"/>
        </p:nvGrpSpPr>
        <p:grpSpPr>
          <a:xfrm>
            <a:off x="162000" y="904462"/>
            <a:ext cx="4281981" cy="5771590"/>
            <a:chOff x="222499" y="950144"/>
            <a:chExt cx="4281981" cy="5771590"/>
          </a:xfrm>
        </p:grpSpPr>
        <p:sp>
          <p:nvSpPr>
            <p:cNvPr id="9" name="Shape 9"/>
            <p:cNvSpPr>
              <a:spLocks noChangeArrowheads="1"/>
            </p:cNvSpPr>
            <p:nvPr userDrawn="1"/>
          </p:nvSpPr>
          <p:spPr bwMode="auto">
            <a:xfrm>
              <a:off x="222499" y="950144"/>
              <a:ext cx="4281981" cy="5771590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lIns="91425" tIns="45700" rIns="91425" bIns="45700" anchor="ctr"/>
            <a:lstStyle/>
            <a:p>
              <a:pPr algn="ctr"/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0" name="Shape 9"/>
            <p:cNvSpPr>
              <a:spLocks noChangeArrowheads="1"/>
            </p:cNvSpPr>
            <p:nvPr userDrawn="1"/>
          </p:nvSpPr>
          <p:spPr bwMode="auto">
            <a:xfrm>
              <a:off x="1127034" y="1117123"/>
              <a:ext cx="697689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1" name="Shape 9"/>
            <p:cNvSpPr>
              <a:spLocks noChangeArrowheads="1"/>
            </p:cNvSpPr>
            <p:nvPr userDrawn="1"/>
          </p:nvSpPr>
          <p:spPr bwMode="auto">
            <a:xfrm>
              <a:off x="2878500" y="1117123"/>
              <a:ext cx="732334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2" name="Shape 9"/>
            <p:cNvSpPr>
              <a:spLocks noChangeArrowheads="1"/>
            </p:cNvSpPr>
            <p:nvPr userDrawn="1"/>
          </p:nvSpPr>
          <p:spPr bwMode="auto">
            <a:xfrm>
              <a:off x="339042" y="1117123"/>
              <a:ext cx="787992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3" name="Shape 9"/>
            <p:cNvSpPr>
              <a:spLocks noChangeArrowheads="1"/>
            </p:cNvSpPr>
            <p:nvPr userDrawn="1"/>
          </p:nvSpPr>
          <p:spPr bwMode="auto">
            <a:xfrm>
              <a:off x="3610833" y="1117123"/>
              <a:ext cx="766511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4" name="Shape 131"/>
            <p:cNvSpPr>
              <a:spLocks noChangeArrowheads="1"/>
            </p:cNvSpPr>
            <p:nvPr/>
          </p:nvSpPr>
          <p:spPr bwMode="auto">
            <a:xfrm>
              <a:off x="321486" y="1114026"/>
              <a:ext cx="4060250" cy="5352463"/>
            </a:xfrm>
            <a:prstGeom prst="rect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15" name="Shape 132"/>
            <p:cNvCxnSpPr>
              <a:cxnSpLocks noChangeShapeType="1"/>
            </p:cNvCxnSpPr>
            <p:nvPr/>
          </p:nvCxnSpPr>
          <p:spPr bwMode="auto">
            <a:xfrm>
              <a:off x="317096" y="3790257"/>
              <a:ext cx="4060250" cy="0"/>
            </a:xfrm>
            <a:prstGeom prst="straightConnector1">
              <a:avLst/>
            </a:prstGeom>
            <a:noFill/>
            <a:ln w="19050">
              <a:solidFill>
                <a:srgbClr val="FFFFFF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6" name="Oval 15"/>
            <p:cNvSpPr/>
            <p:nvPr/>
          </p:nvSpPr>
          <p:spPr>
            <a:xfrm>
              <a:off x="1824723" y="3263332"/>
              <a:ext cx="1053848" cy="1053848"/>
            </a:xfrm>
            <a:prstGeom prst="ellips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 flipH="1">
              <a:off x="2308040" y="3748882"/>
              <a:ext cx="82750" cy="827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/>
            <p:cNvGrpSpPr/>
            <p:nvPr userDrawn="1"/>
          </p:nvGrpSpPr>
          <p:grpSpPr>
            <a:xfrm>
              <a:off x="1127034" y="1000198"/>
              <a:ext cx="2483799" cy="945538"/>
              <a:chOff x="1301751" y="797815"/>
              <a:chExt cx="3100916" cy="1180463"/>
            </a:xfrm>
          </p:grpSpPr>
          <p:sp>
            <p:nvSpPr>
              <p:cNvPr id="24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5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6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27" name="Oval 26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/>
            <p:cNvGrpSpPr/>
            <p:nvPr userDrawn="1"/>
          </p:nvGrpSpPr>
          <p:grpSpPr>
            <a:xfrm flipV="1">
              <a:off x="1127034" y="5636416"/>
              <a:ext cx="2483799" cy="945538"/>
              <a:chOff x="1301751" y="797815"/>
              <a:chExt cx="3100916" cy="1180463"/>
            </a:xfrm>
          </p:grpSpPr>
          <p:sp>
            <p:nvSpPr>
              <p:cNvPr id="20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2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23" name="Oval 22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8" name="Group 27"/>
          <p:cNvGrpSpPr>
            <a:grpSpLocks noChangeAspect="1"/>
          </p:cNvGrpSpPr>
          <p:nvPr userDrawn="1"/>
        </p:nvGrpSpPr>
        <p:grpSpPr>
          <a:xfrm>
            <a:off x="4700019" y="904462"/>
            <a:ext cx="4281981" cy="5771590"/>
            <a:chOff x="222499" y="950144"/>
            <a:chExt cx="4281981" cy="5771590"/>
          </a:xfrm>
        </p:grpSpPr>
        <p:sp>
          <p:nvSpPr>
            <p:cNvPr id="29" name="Shape 9"/>
            <p:cNvSpPr>
              <a:spLocks noChangeArrowheads="1"/>
            </p:cNvSpPr>
            <p:nvPr userDrawn="1"/>
          </p:nvSpPr>
          <p:spPr bwMode="auto">
            <a:xfrm>
              <a:off x="222499" y="950144"/>
              <a:ext cx="4281981" cy="5771590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lIns="91425" tIns="45700" rIns="91425" bIns="45700" anchor="ctr"/>
            <a:lstStyle/>
            <a:p>
              <a:pPr algn="ctr"/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30" name="Shape 9"/>
            <p:cNvSpPr>
              <a:spLocks noChangeArrowheads="1"/>
            </p:cNvSpPr>
            <p:nvPr userDrawn="1"/>
          </p:nvSpPr>
          <p:spPr bwMode="auto">
            <a:xfrm>
              <a:off x="1127034" y="1117123"/>
              <a:ext cx="697689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1" name="Shape 9"/>
            <p:cNvSpPr>
              <a:spLocks noChangeArrowheads="1"/>
            </p:cNvSpPr>
            <p:nvPr userDrawn="1"/>
          </p:nvSpPr>
          <p:spPr bwMode="auto">
            <a:xfrm>
              <a:off x="2878500" y="1117123"/>
              <a:ext cx="732334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2" name="Shape 9"/>
            <p:cNvSpPr>
              <a:spLocks noChangeArrowheads="1"/>
            </p:cNvSpPr>
            <p:nvPr userDrawn="1"/>
          </p:nvSpPr>
          <p:spPr bwMode="auto">
            <a:xfrm>
              <a:off x="339042" y="1117123"/>
              <a:ext cx="787992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3" name="Shape 9"/>
            <p:cNvSpPr>
              <a:spLocks noChangeArrowheads="1"/>
            </p:cNvSpPr>
            <p:nvPr userDrawn="1"/>
          </p:nvSpPr>
          <p:spPr bwMode="auto">
            <a:xfrm>
              <a:off x="3610833" y="1117123"/>
              <a:ext cx="766511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4" name="Shape 131"/>
            <p:cNvSpPr>
              <a:spLocks noChangeArrowheads="1"/>
            </p:cNvSpPr>
            <p:nvPr/>
          </p:nvSpPr>
          <p:spPr bwMode="auto">
            <a:xfrm>
              <a:off x="321486" y="1114026"/>
              <a:ext cx="4060250" cy="5352463"/>
            </a:xfrm>
            <a:prstGeom prst="rect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35" name="Shape 132"/>
            <p:cNvCxnSpPr>
              <a:cxnSpLocks noChangeShapeType="1"/>
            </p:cNvCxnSpPr>
            <p:nvPr/>
          </p:nvCxnSpPr>
          <p:spPr bwMode="auto">
            <a:xfrm>
              <a:off x="317096" y="3790257"/>
              <a:ext cx="4060250" cy="0"/>
            </a:xfrm>
            <a:prstGeom prst="straightConnector1">
              <a:avLst/>
            </a:prstGeom>
            <a:noFill/>
            <a:ln w="19050">
              <a:solidFill>
                <a:srgbClr val="FFFFFF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36" name="Oval 35"/>
            <p:cNvSpPr/>
            <p:nvPr/>
          </p:nvSpPr>
          <p:spPr>
            <a:xfrm>
              <a:off x="1824723" y="3263332"/>
              <a:ext cx="1053848" cy="1053848"/>
            </a:xfrm>
            <a:prstGeom prst="ellips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 flipH="1">
              <a:off x="2308040" y="3748882"/>
              <a:ext cx="82750" cy="827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8" name="Group 37"/>
            <p:cNvGrpSpPr/>
            <p:nvPr userDrawn="1"/>
          </p:nvGrpSpPr>
          <p:grpSpPr>
            <a:xfrm>
              <a:off x="1127034" y="1000198"/>
              <a:ext cx="2483799" cy="945538"/>
              <a:chOff x="1301751" y="797815"/>
              <a:chExt cx="3100916" cy="1180463"/>
            </a:xfrm>
          </p:grpSpPr>
          <p:sp>
            <p:nvSpPr>
              <p:cNvPr id="44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5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6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47" name="Oval 46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/>
            <p:cNvGrpSpPr/>
            <p:nvPr userDrawn="1"/>
          </p:nvGrpSpPr>
          <p:grpSpPr>
            <a:xfrm flipV="1">
              <a:off x="1127034" y="5636416"/>
              <a:ext cx="2483799" cy="945538"/>
              <a:chOff x="1301751" y="797815"/>
              <a:chExt cx="3100916" cy="1180463"/>
            </a:xfrm>
          </p:grpSpPr>
          <p:sp>
            <p:nvSpPr>
              <p:cNvPr id="40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1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43" name="Oval 42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12176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25FA2-910B-7B46-8D26-DA8E4A201CB5}" type="datetime1">
              <a:rPr lang="en-NZ" smtClean="0"/>
              <a:t>3/03/2026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10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747E9-B010-D24E-939C-BDC2EA5A07EA}" type="datetime1">
              <a:rPr lang="en-NZ" smtClean="0"/>
              <a:t>3/03/2026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8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8488B-ADC6-7C49-8742-D83C4AC54E23}" type="datetime1">
              <a:rPr lang="en-NZ" smtClean="0"/>
              <a:t>3/03/2026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72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CD6B2-B0D4-5240-9B7D-B610FB3DA407}" type="datetime1">
              <a:rPr lang="en-NZ" smtClean="0"/>
              <a:t>3/03/2026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08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C057-D8D4-C648-B480-FADEA029E041}" type="datetime1">
              <a:rPr lang="en-NZ" smtClean="0"/>
              <a:t>3/03/2026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0887F5-C076-F742-AAC5-46830061D9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7413" y="1468438"/>
            <a:ext cx="1079500" cy="4159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2057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7E375-FBB9-F746-BF76-7AAB6C271FBD}" type="datetime1">
              <a:rPr lang="en-NZ" smtClean="0"/>
              <a:t>3/03/2026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0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79F0-5028-6347-B14D-F76E71D1B039}" type="datetime1">
              <a:rPr lang="en-NZ" smtClean="0"/>
              <a:t>3/03/2026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11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952A-18F2-7749-9A51-99C875B4C2D7}" type="datetime1">
              <a:rPr lang="en-NZ" smtClean="0"/>
              <a:t>3/03/2026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32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2EC6-86F7-F243-AAE5-BA0E66720C9B}" type="datetime1">
              <a:rPr lang="en-NZ" smtClean="0"/>
              <a:t>3/03/2026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34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60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73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404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28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35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867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52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46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4192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74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268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1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747DD-2B21-A240-B1D8-1A6A71FE901C}" type="datetime1">
              <a:rPr lang="en-NZ" smtClean="0"/>
              <a:t>3/03/2026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02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B9914-65BE-C845-9ED8-7D9C21A479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4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711341-68F7-362C-75F1-F2C80DC26DCC}"/>
              </a:ext>
            </a:extLst>
          </p:cNvPr>
          <p:cNvSpPr txBox="1"/>
          <p:nvPr/>
        </p:nvSpPr>
        <p:spPr>
          <a:xfrm>
            <a:off x="895082" y="2584752"/>
            <a:ext cx="72664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Junior Matilda’s Prep</a:t>
            </a:r>
          </a:p>
          <a:p>
            <a:pPr algn="ctr"/>
            <a:endParaRPr lang="en-US" sz="32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26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188516-A109-52EA-45AD-21D1B122F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EFEC4D-4127-F318-F94C-53D7F1AE39FC}"/>
              </a:ext>
            </a:extLst>
          </p:cNvPr>
          <p:cNvSpPr txBox="1"/>
          <p:nvPr/>
        </p:nvSpPr>
        <p:spPr>
          <a:xfrm>
            <a:off x="895082" y="1594850"/>
            <a:ext cx="726640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 x 20min blocks</a:t>
            </a:r>
          </a:p>
          <a:p>
            <a:pPr algn="ctr"/>
            <a:endParaRPr lang="en-US" sz="32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B1: Belco def mid-block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B2: Belco def high-press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B3: Belco def low-block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B4: Belco att set-pieces</a:t>
            </a:r>
          </a:p>
          <a:p>
            <a:pPr algn="ctr"/>
            <a:endParaRPr lang="en-US" sz="32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377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0B9541-7AA7-4033-E9E9-0458B7320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81FFAE-A1FA-3B85-2158-2B6FD5A2C0FF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Mid-Block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B16A05-3673-C3E5-4D89-5B8C8A5D94EA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A72D58-8876-2542-D83D-81DB77A07B3C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3B60AC-09E3-CB50-69BD-7B0D33F0F8B2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BFE19F4-0F0F-E39E-CBD1-6E5301AE0C54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0FB6425-B6E8-2F20-25B5-30DE960656B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A257E538-E5C6-F60E-1005-A9328A9EC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E116CFB2-95FA-72C1-AE77-E74EF9A4DBC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116EED8-0EB3-9B79-2ACE-582C110076D7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7FF8D1D-107B-63BB-6528-B6479111E3F9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1B673393-6CC9-C6FD-19A4-35A76F2C0F76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69503D36-9011-F064-6674-224B7F3BCA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43F3647D-5CD8-4309-C167-2E41620AC0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D1F51F26-90A3-FB1B-F0E0-F6F6CC4CB3C3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4298CBD6-583E-BB70-6F53-B3DC7084F4BE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883D2B0B-82E6-9A2C-AA81-E758506747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19B044D0-0E30-B76E-345D-654AA299CA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B3161E71-28A4-77D7-179D-8C757FC60AEC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A093AC21-46C9-F944-8711-9DBB5459E732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CF9B51EE-9750-297F-5D8A-8BCA2F2E1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4791EF37-2959-127B-F6AC-F00FFDAA1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3BDA1BC2-495E-53C2-DED4-470B84C7D90B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356899C8-1670-CEA0-3542-CC064DC12C96}"/>
              </a:ext>
            </a:extLst>
          </p:cNvPr>
          <p:cNvSpPr/>
          <p:nvPr/>
        </p:nvSpPr>
        <p:spPr>
          <a:xfrm>
            <a:off x="2942015" y="424054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A39B69-2509-9BF5-623E-10E698836284}"/>
              </a:ext>
            </a:extLst>
          </p:cNvPr>
          <p:cNvSpPr/>
          <p:nvPr/>
        </p:nvSpPr>
        <p:spPr>
          <a:xfrm>
            <a:off x="2509823" y="487002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"/>
              </a:rPr>
              <a:t>1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490298-40A1-BE9B-DA4C-DFF45FB9FFDB}"/>
              </a:ext>
            </a:extLst>
          </p:cNvPr>
          <p:cNvSpPr/>
          <p:nvPr/>
        </p:nvSpPr>
        <p:spPr>
          <a:xfrm>
            <a:off x="2150098" y="426609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9FAF304-DB22-6B07-7C1F-3190E2C98537}"/>
              </a:ext>
            </a:extLst>
          </p:cNvPr>
          <p:cNvSpPr/>
          <p:nvPr/>
        </p:nvSpPr>
        <p:spPr>
          <a:xfrm>
            <a:off x="1234088" y="402485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40EB716-6E35-7B3C-4E45-C611BE519E3A}"/>
              </a:ext>
            </a:extLst>
          </p:cNvPr>
          <p:cNvSpPr/>
          <p:nvPr/>
        </p:nvSpPr>
        <p:spPr>
          <a:xfrm>
            <a:off x="3756208" y="401409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ADAC03-4A36-1F7B-A995-A3DF73AAD314}"/>
              </a:ext>
            </a:extLst>
          </p:cNvPr>
          <p:cNvSpPr/>
          <p:nvPr/>
        </p:nvSpPr>
        <p:spPr>
          <a:xfrm>
            <a:off x="2500349" y="372960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7676775-5397-EAD6-6FB3-76E9166CB9BF}"/>
              </a:ext>
            </a:extLst>
          </p:cNvPr>
          <p:cNvSpPr/>
          <p:nvPr/>
        </p:nvSpPr>
        <p:spPr>
          <a:xfrm>
            <a:off x="2996731" y="340812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CF3CF79-A37C-E22A-81D1-19667E282036}"/>
              </a:ext>
            </a:extLst>
          </p:cNvPr>
          <p:cNvSpPr/>
          <p:nvPr/>
        </p:nvSpPr>
        <p:spPr>
          <a:xfrm>
            <a:off x="2357423" y="310054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8107B58-9D8C-C79D-AD5A-F148149BFEEE}"/>
              </a:ext>
            </a:extLst>
          </p:cNvPr>
          <p:cNvSpPr/>
          <p:nvPr/>
        </p:nvSpPr>
        <p:spPr>
          <a:xfrm>
            <a:off x="2532685" y="250903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3AA081A-82EF-698D-AECB-6B06932173AB}"/>
              </a:ext>
            </a:extLst>
          </p:cNvPr>
          <p:cNvSpPr/>
          <p:nvPr/>
        </p:nvSpPr>
        <p:spPr>
          <a:xfrm>
            <a:off x="3643704" y="279821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299F54F-7A4F-5A35-0BAD-F864479A5A45}"/>
              </a:ext>
            </a:extLst>
          </p:cNvPr>
          <p:cNvSpPr/>
          <p:nvPr/>
        </p:nvSpPr>
        <p:spPr>
          <a:xfrm>
            <a:off x="1449416" y="2840283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647A4E-0953-BE16-CCB2-B8CF01D5A084}"/>
              </a:ext>
            </a:extLst>
          </p:cNvPr>
          <p:cNvSpPr txBox="1"/>
          <p:nvPr/>
        </p:nvSpPr>
        <p:spPr>
          <a:xfrm>
            <a:off x="5337860" y="1361185"/>
            <a:ext cx="32741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Midblock: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We move from 433 to 442</a:t>
            </a:r>
          </a:p>
        </p:txBody>
      </p:sp>
    </p:spTree>
    <p:extLst>
      <p:ext uri="{BB962C8B-B14F-4D97-AF65-F5344CB8AC3E}">
        <p14:creationId xmlns:p14="http://schemas.microsoft.com/office/powerpoint/2010/main" val="659735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311D44-80A3-69EB-25AB-A97842C49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7CB3CE-2276-DAAA-5D9F-41992D86EE70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Mid-Block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964F1B-2007-400C-A565-FCC796921510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1273DF-5C3F-F469-D0E7-FC28A4DA013E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6F692A-02BD-C4B3-E3CD-37C9AB1B6B3E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B322929-880F-6D74-6D34-FC44BA5D03D3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CD5C18C-6680-9F0B-5495-E2645589641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DD3FA019-80B6-3F95-0E1F-6715992EC4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578E9EF5-F428-9B3F-9D68-5A777493D45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1A47140-A2F7-3B97-C8EF-01BD60414F6F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08F81B22-A670-8952-5919-D3089D9A8171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57C53EF5-4C38-62D9-FAA1-F49586C2AA85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3E58AAF2-A9F8-CE22-D129-B09F572B7F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2826B0E1-ECD3-AE9F-9826-0EAEF65C92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0FB3283F-7C8C-B1E3-4B61-A45A0E34644C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6CBD58CC-8E40-15C4-2D64-27A33E2469F3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8DC4E002-8FB8-D784-3077-068F56714F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BE530D2E-CA82-F737-21BA-65412AF041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D052E830-D7C9-DA08-A9EE-414E3FFC0CB6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FFFA4416-C65E-1B74-0F87-CEDCBE107831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7F2EAE5A-4248-4E53-565A-03E219519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2B1AEA08-6540-1476-1EC2-D291417CF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28E19123-B3AA-A389-3C9C-FB755CDD6B18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2F1A76BC-E2AF-2A49-9F42-8EE3B064910F}"/>
              </a:ext>
            </a:extLst>
          </p:cNvPr>
          <p:cNvSpPr/>
          <p:nvPr/>
        </p:nvSpPr>
        <p:spPr>
          <a:xfrm>
            <a:off x="2942015" y="424054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30D45CE-C2DE-4923-46DD-32E79E7511C8}"/>
              </a:ext>
            </a:extLst>
          </p:cNvPr>
          <p:cNvSpPr/>
          <p:nvPr/>
        </p:nvSpPr>
        <p:spPr>
          <a:xfrm>
            <a:off x="2509823" y="487002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"/>
              </a:rPr>
              <a:t>1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9D151FB-DCA9-161B-5A66-954DF3792992}"/>
              </a:ext>
            </a:extLst>
          </p:cNvPr>
          <p:cNvSpPr/>
          <p:nvPr/>
        </p:nvSpPr>
        <p:spPr>
          <a:xfrm>
            <a:off x="2150098" y="426609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03C55C5-116A-B42C-012D-BAAA6FB7BC52}"/>
              </a:ext>
            </a:extLst>
          </p:cNvPr>
          <p:cNvSpPr/>
          <p:nvPr/>
        </p:nvSpPr>
        <p:spPr>
          <a:xfrm>
            <a:off x="1234088" y="402485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01D746E-B318-0B2E-8F70-8D323EAC770B}"/>
              </a:ext>
            </a:extLst>
          </p:cNvPr>
          <p:cNvSpPr/>
          <p:nvPr/>
        </p:nvSpPr>
        <p:spPr>
          <a:xfrm>
            <a:off x="3756208" y="401409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146C1EE-4349-6488-CCFE-4344D637C24F}"/>
              </a:ext>
            </a:extLst>
          </p:cNvPr>
          <p:cNvSpPr/>
          <p:nvPr/>
        </p:nvSpPr>
        <p:spPr>
          <a:xfrm>
            <a:off x="2500349" y="372960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6012B7-CFFB-F0CC-832E-FF619F98DE1E}"/>
              </a:ext>
            </a:extLst>
          </p:cNvPr>
          <p:cNvSpPr/>
          <p:nvPr/>
        </p:nvSpPr>
        <p:spPr>
          <a:xfrm>
            <a:off x="2996731" y="340812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79AC6D-75FF-E608-8816-DB09586D6FE6}"/>
              </a:ext>
            </a:extLst>
          </p:cNvPr>
          <p:cNvSpPr/>
          <p:nvPr/>
        </p:nvSpPr>
        <p:spPr>
          <a:xfrm>
            <a:off x="2357423" y="310054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BD0D905-8588-1CF9-5732-2CEAEFAEA9AC}"/>
              </a:ext>
            </a:extLst>
          </p:cNvPr>
          <p:cNvSpPr/>
          <p:nvPr/>
        </p:nvSpPr>
        <p:spPr>
          <a:xfrm>
            <a:off x="2532685" y="250903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84F022-24EC-F439-7BB7-7B4F21A2D1B2}"/>
              </a:ext>
            </a:extLst>
          </p:cNvPr>
          <p:cNvSpPr/>
          <p:nvPr/>
        </p:nvSpPr>
        <p:spPr>
          <a:xfrm>
            <a:off x="3643704" y="279821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8A3D71E-1198-DE73-C029-914C450215E5}"/>
              </a:ext>
            </a:extLst>
          </p:cNvPr>
          <p:cNvSpPr/>
          <p:nvPr/>
        </p:nvSpPr>
        <p:spPr>
          <a:xfrm>
            <a:off x="1449416" y="2840283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545187-55F3-0B93-C5E6-627CAE2ABB29}"/>
              </a:ext>
            </a:extLst>
          </p:cNvPr>
          <p:cNvSpPr txBox="1"/>
          <p:nvPr/>
        </p:nvSpPr>
        <p:spPr>
          <a:xfrm>
            <a:off x="5337859" y="1361185"/>
            <a:ext cx="35869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Midblock: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We move from 433 to 442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Wingers tuck in to join midfield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7E5AF9E-82C9-89A3-F9D7-82A32E8B7E60}"/>
              </a:ext>
            </a:extLst>
          </p:cNvPr>
          <p:cNvCxnSpPr>
            <a:stCxn id="36" idx="4"/>
          </p:cNvCxnSpPr>
          <p:nvPr/>
        </p:nvCxnSpPr>
        <p:spPr>
          <a:xfrm>
            <a:off x="1575416" y="3092283"/>
            <a:ext cx="62191" cy="567837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1A5EE19-9266-4465-9C84-53E17E92978F}"/>
              </a:ext>
            </a:extLst>
          </p:cNvPr>
          <p:cNvCxnSpPr>
            <a:cxnSpLocks/>
            <a:stCxn id="15" idx="4"/>
          </p:cNvCxnSpPr>
          <p:nvPr/>
        </p:nvCxnSpPr>
        <p:spPr>
          <a:xfrm flipH="1">
            <a:off x="3643704" y="3050214"/>
            <a:ext cx="126000" cy="531885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294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690E3A-49C8-330D-F112-ED60E8D68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713895-E3F6-2235-0A2C-C58995971F68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Mid-Block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CD524D-B481-18E1-2D47-5E90FE18FD2C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1D5FC7-90B9-4523-B8AE-DF5D64390030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15CEDC-996B-DDBA-396A-185B582D42BD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432BA7E-A463-6B02-6A5C-512DDA9DC8C4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FE3C0AA-7813-E0EE-2F1A-97CB3429E91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A1F1B56F-CA28-633F-ECDE-E145A69C3B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552704D4-F838-F089-9A97-11E24B82C12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7D4A5FD-7537-A25E-7A41-C0E5C1099E17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6890F62-C473-5C94-0117-759836ACCFBD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2EDB3DA2-503C-91A0-CC3F-2AE30FDD9B11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7080A685-6C8C-9385-E10A-04E3B7E0CA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6800BD00-0EF3-7770-6E1E-E17C859D46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6F0E86E5-7525-7F7F-47E4-E10960A9606E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E8BC0935-598D-8014-DB60-FC6EDC971AD4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EC34D187-8908-9D87-109E-30706430DB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15B3DF4E-5907-BAAF-1814-8891FAED2E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DE9CB9C1-C8E9-0DED-484D-A65CCEA8C1EA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18E1AB17-A941-07AA-5BB7-6529F9A75A6E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00DE19A4-F53D-B78F-DCD7-C82658631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85EA2C4C-676A-A7BA-3381-0537BD8EF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450747B4-95A5-1CD4-8F37-C3D60484174A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4CD0B9AE-D4FE-37DF-2C57-0486A59660B8}"/>
              </a:ext>
            </a:extLst>
          </p:cNvPr>
          <p:cNvSpPr/>
          <p:nvPr/>
        </p:nvSpPr>
        <p:spPr>
          <a:xfrm>
            <a:off x="2942015" y="424054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1EB4BE-3075-16DC-38B0-B7E8C40CE650}"/>
              </a:ext>
            </a:extLst>
          </p:cNvPr>
          <p:cNvSpPr/>
          <p:nvPr/>
        </p:nvSpPr>
        <p:spPr>
          <a:xfrm>
            <a:off x="2509823" y="487002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"/>
              </a:rPr>
              <a:t>1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8F549B8-C3C2-1E15-ED97-2B9FD4385FF0}"/>
              </a:ext>
            </a:extLst>
          </p:cNvPr>
          <p:cNvSpPr/>
          <p:nvPr/>
        </p:nvSpPr>
        <p:spPr>
          <a:xfrm>
            <a:off x="2150098" y="426609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3275116-5317-8496-06B0-3DD226582298}"/>
              </a:ext>
            </a:extLst>
          </p:cNvPr>
          <p:cNvSpPr/>
          <p:nvPr/>
        </p:nvSpPr>
        <p:spPr>
          <a:xfrm>
            <a:off x="1234088" y="402485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D59A179-39AC-05F0-80F0-80513DD961AE}"/>
              </a:ext>
            </a:extLst>
          </p:cNvPr>
          <p:cNvSpPr/>
          <p:nvPr/>
        </p:nvSpPr>
        <p:spPr>
          <a:xfrm>
            <a:off x="3756208" y="401409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F4A6ABB-7568-7362-F7B1-2A0442B7E778}"/>
              </a:ext>
            </a:extLst>
          </p:cNvPr>
          <p:cNvSpPr/>
          <p:nvPr/>
        </p:nvSpPr>
        <p:spPr>
          <a:xfrm>
            <a:off x="2500349" y="372960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A8B9B0D-D299-1B17-A14E-EBEFD7B66AA5}"/>
              </a:ext>
            </a:extLst>
          </p:cNvPr>
          <p:cNvSpPr/>
          <p:nvPr/>
        </p:nvSpPr>
        <p:spPr>
          <a:xfrm>
            <a:off x="2996731" y="340812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6F150DC-5BD8-E351-FA38-C58080D3E5E8}"/>
              </a:ext>
            </a:extLst>
          </p:cNvPr>
          <p:cNvSpPr/>
          <p:nvPr/>
        </p:nvSpPr>
        <p:spPr>
          <a:xfrm>
            <a:off x="2357423" y="310054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3BB05F9-E74E-1A83-FA6D-79CB7E2E472D}"/>
              </a:ext>
            </a:extLst>
          </p:cNvPr>
          <p:cNvSpPr/>
          <p:nvPr/>
        </p:nvSpPr>
        <p:spPr>
          <a:xfrm>
            <a:off x="2532685" y="250903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182E9EC-9E82-93C3-C8B1-1BA78200FA17}"/>
              </a:ext>
            </a:extLst>
          </p:cNvPr>
          <p:cNvSpPr/>
          <p:nvPr/>
        </p:nvSpPr>
        <p:spPr>
          <a:xfrm>
            <a:off x="3517704" y="351258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C65503B-EE0A-4F1B-1318-A9A4B4CB4EE1}"/>
              </a:ext>
            </a:extLst>
          </p:cNvPr>
          <p:cNvSpPr/>
          <p:nvPr/>
        </p:nvSpPr>
        <p:spPr>
          <a:xfrm>
            <a:off x="1516323" y="354504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C64C5B-3EB4-6994-360A-59EFF70069F6}"/>
              </a:ext>
            </a:extLst>
          </p:cNvPr>
          <p:cNvSpPr txBox="1"/>
          <p:nvPr/>
        </p:nvSpPr>
        <p:spPr>
          <a:xfrm>
            <a:off x="5337859" y="1361185"/>
            <a:ext cx="35869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Midblock: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We move from 433 to 442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Wingers tuck in to join midfield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6 and 8 become square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A57724B-5395-F45B-7129-E5C863E14B45}"/>
              </a:ext>
            </a:extLst>
          </p:cNvPr>
          <p:cNvCxnSpPr>
            <a:cxnSpLocks/>
            <a:stCxn id="12" idx="3"/>
          </p:cNvCxnSpPr>
          <p:nvPr/>
        </p:nvCxnSpPr>
        <p:spPr>
          <a:xfrm flipH="1">
            <a:off x="2877057" y="3623215"/>
            <a:ext cx="156579" cy="173829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B9B221B-3F40-4542-DFAB-AB7E02FD30E2}"/>
              </a:ext>
            </a:extLst>
          </p:cNvPr>
          <p:cNvCxnSpPr>
            <a:cxnSpLocks/>
            <a:stCxn id="11" idx="2"/>
          </p:cNvCxnSpPr>
          <p:nvPr/>
        </p:nvCxnSpPr>
        <p:spPr>
          <a:xfrm flipH="1" flipV="1">
            <a:off x="2287615" y="3707041"/>
            <a:ext cx="212734" cy="148568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406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70FE8A-AD54-3B44-0109-8F00FEC74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FE0817-6A94-725D-F562-4C7D0465AD65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Mid-Block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44C712-6C72-A7AE-D161-21C2CB3220A3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411140-E237-17F0-4A06-BB193B1FC536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3158FC-1802-4A78-E9A6-87CD7861D968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5F91EB4-9909-39AD-662B-1B73AEB7B7E4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CEBA301-A545-CC97-BFE8-79118A5CFF6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34D37D4C-243A-17FB-F806-DEB56360B2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8A2CA2BD-58A4-32C8-C931-5462941290B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217183C-67A6-AC74-CD25-90FA580C4785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0608E7C-E427-9D04-48EA-7C67F60B2994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5414618B-680C-662B-62AB-A7B296EBB1CA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9C594393-F618-0BCE-1C52-D72FBD727A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471261BE-1C3B-64A7-867C-524D106F87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7539AA7B-EB71-FC05-D3E0-61B4AFBC91B6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86BEA8A4-5BF8-351D-FE60-3589A99A794D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FDFE5E3C-ABE3-C2E0-D01B-192F1CDD28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2D5C2FE8-B557-BB2E-957A-26824A70B7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6858DBEE-9AAC-B9B9-B381-FF51831707AC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52861CD9-C1B9-FE9F-E6AE-20AEB94F321D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822ACE47-ED1B-BDCC-5128-3BEC8C162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E3372BA0-7BF4-A043-4635-72BF45C8A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DFE688E1-64C3-012B-C708-72980C52E333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30470365-7F07-6994-43D4-E5A3F9197A81}"/>
              </a:ext>
            </a:extLst>
          </p:cNvPr>
          <p:cNvSpPr/>
          <p:nvPr/>
        </p:nvSpPr>
        <p:spPr>
          <a:xfrm>
            <a:off x="2942015" y="424054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B40983-E17D-0497-5174-5437695261CD}"/>
              </a:ext>
            </a:extLst>
          </p:cNvPr>
          <p:cNvSpPr/>
          <p:nvPr/>
        </p:nvSpPr>
        <p:spPr>
          <a:xfrm>
            <a:off x="2509823" y="487002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"/>
              </a:rPr>
              <a:t>1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06C861-B063-8180-EE44-BBB1C78AA00E}"/>
              </a:ext>
            </a:extLst>
          </p:cNvPr>
          <p:cNvSpPr/>
          <p:nvPr/>
        </p:nvSpPr>
        <p:spPr>
          <a:xfrm>
            <a:off x="2150098" y="426609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187CD36-7129-0E0E-0848-E310402D54A5}"/>
              </a:ext>
            </a:extLst>
          </p:cNvPr>
          <p:cNvSpPr/>
          <p:nvPr/>
        </p:nvSpPr>
        <p:spPr>
          <a:xfrm>
            <a:off x="1234088" y="402485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BE81C8C-3AC9-9541-3B25-7A73B1382CCD}"/>
              </a:ext>
            </a:extLst>
          </p:cNvPr>
          <p:cNvSpPr/>
          <p:nvPr/>
        </p:nvSpPr>
        <p:spPr>
          <a:xfrm>
            <a:off x="3756208" y="401409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7D40A1E-E09D-E9BE-19D3-7E1A64850D6C}"/>
              </a:ext>
            </a:extLst>
          </p:cNvPr>
          <p:cNvSpPr/>
          <p:nvPr/>
        </p:nvSpPr>
        <p:spPr>
          <a:xfrm>
            <a:off x="2191634" y="361256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5FB42CE-A6E3-B498-DC45-3A29B223D018}"/>
              </a:ext>
            </a:extLst>
          </p:cNvPr>
          <p:cNvSpPr/>
          <p:nvPr/>
        </p:nvSpPr>
        <p:spPr>
          <a:xfrm>
            <a:off x="2752349" y="364306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D412E98-D386-B1AD-F62B-6232699B813D}"/>
              </a:ext>
            </a:extLst>
          </p:cNvPr>
          <p:cNvSpPr/>
          <p:nvPr/>
        </p:nvSpPr>
        <p:spPr>
          <a:xfrm>
            <a:off x="2357423" y="310054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B082531-FFAA-1C0B-39FB-7F9A8C15A7C4}"/>
              </a:ext>
            </a:extLst>
          </p:cNvPr>
          <p:cNvSpPr/>
          <p:nvPr/>
        </p:nvSpPr>
        <p:spPr>
          <a:xfrm>
            <a:off x="2532685" y="250903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F3025D3-BDDB-EA7C-48CD-26763D6528A5}"/>
              </a:ext>
            </a:extLst>
          </p:cNvPr>
          <p:cNvSpPr/>
          <p:nvPr/>
        </p:nvSpPr>
        <p:spPr>
          <a:xfrm>
            <a:off x="3517704" y="351258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A1AB35C-56A1-2FF9-2204-422347895CF7}"/>
              </a:ext>
            </a:extLst>
          </p:cNvPr>
          <p:cNvSpPr/>
          <p:nvPr/>
        </p:nvSpPr>
        <p:spPr>
          <a:xfrm>
            <a:off x="1516323" y="354504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DD1FE2-5BE0-880C-8E4F-8475640228A1}"/>
              </a:ext>
            </a:extLst>
          </p:cNvPr>
          <p:cNvSpPr txBox="1"/>
          <p:nvPr/>
        </p:nvSpPr>
        <p:spPr>
          <a:xfrm>
            <a:off x="5337859" y="1361185"/>
            <a:ext cx="358698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Midblock: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We move from 433 to 442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Wingers tuck in to join midfield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6 and 8 become square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9 drops to join the 10</a:t>
            </a:r>
            <a:b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AU" sz="16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70B5F90-F1CE-A988-089B-92119CD2C973}"/>
              </a:ext>
            </a:extLst>
          </p:cNvPr>
          <p:cNvCxnSpPr>
            <a:cxnSpLocks/>
            <a:stCxn id="14" idx="5"/>
          </p:cNvCxnSpPr>
          <p:nvPr/>
        </p:nvCxnSpPr>
        <p:spPr>
          <a:xfrm>
            <a:off x="2747780" y="2724132"/>
            <a:ext cx="137527" cy="532044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535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7CA0E-7862-AD28-FA48-4BEBA5B40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418FA1-A1C3-EDDC-2167-FED246E0468B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Mid-Block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12343A-2491-DF14-B930-FE26EE7D5374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F8ACD4-97C7-2ED2-0928-D880B6E713FF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2587A9-4E7F-728B-FC0C-709959C28462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0826670-8F26-B80A-8C2B-B43B5D576971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FA249EB-8911-4221-F8F0-8AA3364CABD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E9761F87-A2D0-F82B-81B2-3B1EA1AFD4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F9342EAA-5B52-EA5B-8CE0-51AE6036C8C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451058C-DE92-26B4-4E99-8552752F7D92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A4BA0AC-16A2-4881-DCD6-A8E2397B72F6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C31728E2-5004-BCF8-3A28-292CFE235D0F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969DE8D8-F5F9-D1BA-132E-802EDB766E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01B14C44-1A19-57C5-5D9C-4C89978837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9732896C-4FC7-0096-F2B6-43231509AC49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ED8AABD5-E84B-2805-290B-605D17E44CE0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1B1F23D0-E8C8-8D7E-BA8C-06499687C1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E5A54014-B500-05B8-3B74-295E941CA1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EB42262B-5ACE-8B27-4ED9-06C5BFBE800E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8371FBF2-FB8A-A96A-C92A-500D56ECABEE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22B75042-2415-96BD-0E1B-734E517CC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609F11D8-E30F-A4B4-6258-DF5058BBF0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C150F2BC-EE61-B3E4-0593-FCE6F5C382B7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7BC60421-DB77-FA11-8190-383B29CEAF0B}"/>
              </a:ext>
            </a:extLst>
          </p:cNvPr>
          <p:cNvSpPr/>
          <p:nvPr/>
        </p:nvSpPr>
        <p:spPr>
          <a:xfrm>
            <a:off x="2828035" y="415706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64FFA35-874F-22CC-72FE-13362835C8C2}"/>
              </a:ext>
            </a:extLst>
          </p:cNvPr>
          <p:cNvSpPr/>
          <p:nvPr/>
        </p:nvSpPr>
        <p:spPr>
          <a:xfrm>
            <a:off x="2509823" y="5272693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"/>
              </a:rPr>
              <a:t>1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A4EA19-2A9A-3818-D08E-259D18C8A6E7}"/>
              </a:ext>
            </a:extLst>
          </p:cNvPr>
          <p:cNvSpPr/>
          <p:nvPr/>
        </p:nvSpPr>
        <p:spPr>
          <a:xfrm>
            <a:off x="2150098" y="414026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E4505D-7660-968E-8695-EEBAAAFA44D0}"/>
              </a:ext>
            </a:extLst>
          </p:cNvPr>
          <p:cNvSpPr/>
          <p:nvPr/>
        </p:nvSpPr>
        <p:spPr>
          <a:xfrm>
            <a:off x="1510925" y="416747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101912F-ABAE-F3BC-7723-C68C0B416347}"/>
              </a:ext>
            </a:extLst>
          </p:cNvPr>
          <p:cNvSpPr/>
          <p:nvPr/>
        </p:nvSpPr>
        <p:spPr>
          <a:xfrm>
            <a:off x="3534772" y="4152666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09914A0-5814-A66D-AD3E-57CAE29BCC0C}"/>
              </a:ext>
            </a:extLst>
          </p:cNvPr>
          <p:cNvSpPr/>
          <p:nvPr/>
        </p:nvSpPr>
        <p:spPr>
          <a:xfrm>
            <a:off x="2191634" y="361256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1359B78-0CCD-9042-EB16-5904CCB60186}"/>
              </a:ext>
            </a:extLst>
          </p:cNvPr>
          <p:cNvSpPr/>
          <p:nvPr/>
        </p:nvSpPr>
        <p:spPr>
          <a:xfrm>
            <a:off x="2752349" y="364306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FA007F8-C325-8A85-1330-D7AEECDB4697}"/>
              </a:ext>
            </a:extLst>
          </p:cNvPr>
          <p:cNvSpPr/>
          <p:nvPr/>
        </p:nvSpPr>
        <p:spPr>
          <a:xfrm>
            <a:off x="2357423" y="310054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49604CF-4E72-EBFE-4EA2-559405A4A901}"/>
              </a:ext>
            </a:extLst>
          </p:cNvPr>
          <p:cNvSpPr/>
          <p:nvPr/>
        </p:nvSpPr>
        <p:spPr>
          <a:xfrm>
            <a:off x="2795002" y="312323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C942BF-8860-F715-205E-231780D95C53}"/>
              </a:ext>
            </a:extLst>
          </p:cNvPr>
          <p:cNvSpPr/>
          <p:nvPr/>
        </p:nvSpPr>
        <p:spPr>
          <a:xfrm>
            <a:off x="3354144" y="361821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DA53F8A-A512-71A4-FA49-146C224CCAEF}"/>
              </a:ext>
            </a:extLst>
          </p:cNvPr>
          <p:cNvSpPr/>
          <p:nvPr/>
        </p:nvSpPr>
        <p:spPr>
          <a:xfrm>
            <a:off x="1632156" y="362101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5AA6A5-30C3-CBE4-0179-E119F9B7A49E}"/>
              </a:ext>
            </a:extLst>
          </p:cNvPr>
          <p:cNvSpPr txBox="1"/>
          <p:nvPr/>
        </p:nvSpPr>
        <p:spPr>
          <a:xfrm>
            <a:off x="5337859" y="1361185"/>
            <a:ext cx="358698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Midblock: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We move from 433 to 442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Wingers tuck in to join midfield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6 and 8 become square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9 drops to join the 10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AU" sz="16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the final are the lines together</a:t>
            </a:r>
            <a:b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AU" sz="16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662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985323-7773-E1C8-77AA-8B167E609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942329-E4C1-91CC-B1E9-5A23AD7FDC12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Mid-Block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B5869C-9EA5-0D2A-ED26-B8479C88334B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CABADE-1949-D35D-C793-65A68F6E4F47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7EEB4D-0B6C-A1BC-5791-A055706A02E7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AE88754-011D-8056-B8C1-94BF7216F3A6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E826317-F47F-491D-C615-E88A82FAF06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C7C54E65-DEC0-8DEC-67F8-E300A87268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9A799AFE-88D2-7CA0-6E8C-E058C5A8A0F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58890B7-E406-659E-BA6F-58777433B25C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01B73F4-64BC-D7BE-BF83-333795A02645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2B1E5ECF-623D-4F1A-0630-63C2E53D3D56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29C2EEC8-9037-A6BB-EE43-481DF36721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05669A76-D38F-9F0D-1E01-DD7714A1EA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F9DFF543-9089-3633-AA68-F87D8FFF15BF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26A622D3-3AAF-8E40-9FA3-A2158A164EA9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7CCCD7A6-6784-9E67-2B98-0EB3C1D75D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F55B19B5-ECF8-FD3D-F0B0-F23D545E27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11CD5DD5-6722-2737-E21C-F9907CA6CB33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4C8FA45F-4914-C124-57A3-9A400D4429D9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7DC81189-6150-E464-FBE0-1905A7CA7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80C4B692-2279-1B39-9CE5-DD177F6BF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95BCA72A-CDB0-452B-79B0-9ABE4F01B501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43B8FF2D-FD9C-D348-F612-B30ABC57CFB6}"/>
              </a:ext>
            </a:extLst>
          </p:cNvPr>
          <p:cNvSpPr/>
          <p:nvPr/>
        </p:nvSpPr>
        <p:spPr>
          <a:xfrm>
            <a:off x="2828035" y="415706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0531EF6-5324-024D-2C5C-B6AD960B9C46}"/>
              </a:ext>
            </a:extLst>
          </p:cNvPr>
          <p:cNvSpPr/>
          <p:nvPr/>
        </p:nvSpPr>
        <p:spPr>
          <a:xfrm>
            <a:off x="2509823" y="5272693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"/>
              </a:rPr>
              <a:t>1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1723E9-D30A-AA6C-DC64-D8FCA744172F}"/>
              </a:ext>
            </a:extLst>
          </p:cNvPr>
          <p:cNvSpPr/>
          <p:nvPr/>
        </p:nvSpPr>
        <p:spPr>
          <a:xfrm>
            <a:off x="2150098" y="414026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E2630A-E5DF-71DD-27FC-6071A3F3DDA6}"/>
              </a:ext>
            </a:extLst>
          </p:cNvPr>
          <p:cNvSpPr/>
          <p:nvPr/>
        </p:nvSpPr>
        <p:spPr>
          <a:xfrm>
            <a:off x="1510925" y="416747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E7996A7-A7D9-3764-DFA4-BBF99851E0ED}"/>
              </a:ext>
            </a:extLst>
          </p:cNvPr>
          <p:cNvSpPr/>
          <p:nvPr/>
        </p:nvSpPr>
        <p:spPr>
          <a:xfrm>
            <a:off x="3534772" y="4152666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B81EF2F-0A03-2BB3-EB88-2F9AAD55A321}"/>
              </a:ext>
            </a:extLst>
          </p:cNvPr>
          <p:cNvSpPr/>
          <p:nvPr/>
        </p:nvSpPr>
        <p:spPr>
          <a:xfrm>
            <a:off x="2191634" y="361256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4442FA-D973-81E0-9188-63613852B8B1}"/>
              </a:ext>
            </a:extLst>
          </p:cNvPr>
          <p:cNvSpPr/>
          <p:nvPr/>
        </p:nvSpPr>
        <p:spPr>
          <a:xfrm>
            <a:off x="2752349" y="364306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F5589D1-92F9-9A7D-95D3-137160A0FDD6}"/>
              </a:ext>
            </a:extLst>
          </p:cNvPr>
          <p:cNvSpPr/>
          <p:nvPr/>
        </p:nvSpPr>
        <p:spPr>
          <a:xfrm>
            <a:off x="2357423" y="310054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A55C85B-E0B9-9BAD-2D22-41C8968F0E14}"/>
              </a:ext>
            </a:extLst>
          </p:cNvPr>
          <p:cNvSpPr/>
          <p:nvPr/>
        </p:nvSpPr>
        <p:spPr>
          <a:xfrm>
            <a:off x="2795002" y="312323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B5DF5-4F15-4DBA-B8EC-187FB85E6538}"/>
              </a:ext>
            </a:extLst>
          </p:cNvPr>
          <p:cNvSpPr/>
          <p:nvPr/>
        </p:nvSpPr>
        <p:spPr>
          <a:xfrm>
            <a:off x="3354144" y="361821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BA455F7-5535-1F50-D2F8-0AE4DCC0FDD7}"/>
              </a:ext>
            </a:extLst>
          </p:cNvPr>
          <p:cNvSpPr/>
          <p:nvPr/>
        </p:nvSpPr>
        <p:spPr>
          <a:xfrm>
            <a:off x="1632156" y="362101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CFFBF5-4193-BFCF-69DA-6ADD64D82616}"/>
              </a:ext>
            </a:extLst>
          </p:cNvPr>
          <p:cNvSpPr txBox="1"/>
          <p:nvPr/>
        </p:nvSpPr>
        <p:spPr>
          <a:xfrm>
            <a:off x="5337859" y="1361185"/>
            <a:ext cx="358698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Movements: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ball is central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7" name="Picture 16" descr="nike-soccer-ball-png.jpg">
            <a:extLst>
              <a:ext uri="{FF2B5EF4-FFF2-40B4-BE49-F238E27FC236}">
                <a16:creationId xmlns:a16="http://schemas.microsoft.com/office/drawing/2014/main" id="{DAC016D3-F009-2D30-F476-756D34551E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2635823" y="2723383"/>
            <a:ext cx="126000" cy="124934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057DFA57-9474-34DD-8557-A474D793B8AC}"/>
              </a:ext>
            </a:extLst>
          </p:cNvPr>
          <p:cNvSpPr/>
          <p:nvPr/>
        </p:nvSpPr>
        <p:spPr>
          <a:xfrm>
            <a:off x="2602239" y="2524609"/>
            <a:ext cx="180000" cy="180000"/>
          </a:xfrm>
          <a:prstGeom prst="ellipse">
            <a:avLst/>
          </a:prstGeom>
          <a:solidFill>
            <a:srgbClr val="00563B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293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4E33CB-D0D9-4F4B-5B28-1BB6E02B8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2C7CA6-D4E1-8E7C-190E-61D4FA1AC45F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Mid-Block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FD195B-544B-800B-6797-5746966D07C0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106B73-7CC4-759A-8DAD-1320E3F13160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E46CF3-7672-77CD-E51D-1872339FD228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5374520-BC45-D19C-0853-A8FE62833C58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61BD73E-3B66-0E35-B7AD-1F43B462CBF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2491D41D-EAAC-A437-B662-279EAABCBF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7A85679C-2F84-5BD7-5905-D4035C5F99A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57042753-1BE9-8666-D2DB-54248F31C9E3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47824A46-E94F-CF42-BC34-69216A787FFE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3C6A918-A8FC-B604-A84C-CA160D1771F6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38D8D84F-608D-39E2-FEEE-4F6652944F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04C35ACF-A58E-D975-A28B-29FD0ECCFA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6FE8C8D7-6DF0-C21B-A930-016D9676B1D8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88D7EC69-9040-A3FC-E7B2-FAC3E2A21E89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BB368414-47B3-6331-03E8-7D87D831FB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E2C6344A-6B7F-6E5B-886E-8D99A98496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C827BE9C-AE61-EE2D-DD50-32FE818595ED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019DE496-9C40-16FA-8A3A-F9A2DA058DC1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D4A74EB5-802F-9D7F-ACC0-B63FD4428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9E175C90-047A-E794-6DCE-FFD24EB9C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9A0650C9-6FF4-0D36-E387-95005B375777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BF121CE4-DA53-4399-1671-7B8A79CE709E}"/>
              </a:ext>
            </a:extLst>
          </p:cNvPr>
          <p:cNvSpPr/>
          <p:nvPr/>
        </p:nvSpPr>
        <p:spPr>
          <a:xfrm>
            <a:off x="3257967" y="400772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8E4E556-A1F5-68CB-4D40-F75987E86F5F}"/>
              </a:ext>
            </a:extLst>
          </p:cNvPr>
          <p:cNvSpPr/>
          <p:nvPr/>
        </p:nvSpPr>
        <p:spPr>
          <a:xfrm>
            <a:off x="2996731" y="507167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"/>
              </a:rPr>
              <a:t>1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E917B7-87AC-E649-26C4-829D1C0A0E58}"/>
              </a:ext>
            </a:extLst>
          </p:cNvPr>
          <p:cNvSpPr/>
          <p:nvPr/>
        </p:nvSpPr>
        <p:spPr>
          <a:xfrm>
            <a:off x="2579811" y="409735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C48BC3C-C4E3-FDC3-3E99-C86AA1E4185E}"/>
              </a:ext>
            </a:extLst>
          </p:cNvPr>
          <p:cNvSpPr/>
          <p:nvPr/>
        </p:nvSpPr>
        <p:spPr>
          <a:xfrm>
            <a:off x="1939471" y="4114103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C2EF453-4F2C-2A44-B477-EC28EDBF5F7D}"/>
              </a:ext>
            </a:extLst>
          </p:cNvPr>
          <p:cNvSpPr/>
          <p:nvPr/>
        </p:nvSpPr>
        <p:spPr>
          <a:xfrm>
            <a:off x="3830398" y="3942136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775A2C-5844-CBC7-4FC1-7BC3F1921D99}"/>
              </a:ext>
            </a:extLst>
          </p:cNvPr>
          <p:cNvSpPr/>
          <p:nvPr/>
        </p:nvSpPr>
        <p:spPr>
          <a:xfrm>
            <a:off x="2527359" y="356237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9EB89D9-7549-6216-C24F-54FD46A6CE5A}"/>
              </a:ext>
            </a:extLst>
          </p:cNvPr>
          <p:cNvSpPr/>
          <p:nvPr/>
        </p:nvSpPr>
        <p:spPr>
          <a:xfrm>
            <a:off x="3047002" y="3473325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2307C21-0770-F802-C095-97EE7CC242E2}"/>
              </a:ext>
            </a:extLst>
          </p:cNvPr>
          <p:cNvSpPr/>
          <p:nvPr/>
        </p:nvSpPr>
        <p:spPr>
          <a:xfrm>
            <a:off x="2567148" y="310054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C2DE8C-FA0B-8D2E-645E-B65FD74A7A66}"/>
              </a:ext>
            </a:extLst>
          </p:cNvPr>
          <p:cNvSpPr/>
          <p:nvPr/>
        </p:nvSpPr>
        <p:spPr>
          <a:xfrm>
            <a:off x="3141371" y="299723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DD8B720-AB96-36E1-4C42-F514496BD5EE}"/>
              </a:ext>
            </a:extLst>
          </p:cNvPr>
          <p:cNvSpPr/>
          <p:nvPr/>
        </p:nvSpPr>
        <p:spPr>
          <a:xfrm>
            <a:off x="3667642" y="336621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0A74C2C-8170-45F3-7877-34C5B634AE0E}"/>
              </a:ext>
            </a:extLst>
          </p:cNvPr>
          <p:cNvSpPr/>
          <p:nvPr/>
        </p:nvSpPr>
        <p:spPr>
          <a:xfrm>
            <a:off x="1976416" y="365828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98646E-34A5-8EFB-AA99-9F44FEC162BC}"/>
              </a:ext>
            </a:extLst>
          </p:cNvPr>
          <p:cNvSpPr txBox="1"/>
          <p:nvPr/>
        </p:nvSpPr>
        <p:spPr>
          <a:xfrm>
            <a:off x="5337859" y="1361185"/>
            <a:ext cx="358698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Movements: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ball is their left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AU" sz="16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slide across together.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start to se our shape change.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Inc GK.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7" name="Picture 16" descr="nike-soccer-ball-png.jpg">
            <a:extLst>
              <a:ext uri="{FF2B5EF4-FFF2-40B4-BE49-F238E27FC236}">
                <a16:creationId xmlns:a16="http://schemas.microsoft.com/office/drawing/2014/main" id="{5C7FA884-A66B-563D-DC3B-E2AEAEBBE2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3701226" y="2748550"/>
            <a:ext cx="126000" cy="124934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8D942628-9C81-FD2C-5F6F-C8F3D5D7A8D9}"/>
              </a:ext>
            </a:extLst>
          </p:cNvPr>
          <p:cNvSpPr/>
          <p:nvPr/>
        </p:nvSpPr>
        <p:spPr>
          <a:xfrm>
            <a:off x="3667642" y="2549776"/>
            <a:ext cx="180000" cy="180000"/>
          </a:xfrm>
          <a:prstGeom prst="ellipse">
            <a:avLst/>
          </a:prstGeom>
          <a:solidFill>
            <a:srgbClr val="00563B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622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059C2-35B9-A52A-4F9E-7BB122849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F841FD-8723-4E1C-6CD1-82BE0DCA1BD9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Mid-Block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7D6B59-4BFE-1576-AE47-5D01FB5BBACB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8CB817-49C8-11F9-55DF-A3ED62ED4DB6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F1339F-FCFD-48FE-D8BC-D93F49282728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9A5B7BD-7019-5D9E-5121-F85F052818E4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BEEB616-A46B-0B5C-1937-FD37295BEC8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A16DEA6C-25F0-68E6-79F8-3D5710AE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1A255EE8-3D89-DCC8-1996-E4369B4B30B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1FBFC1C-D5B9-D8FB-0503-0B7387937CA0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CB92DB0-909E-C211-1E8B-E8BA7F7C2121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77182FB-F070-5CC8-DFBB-55A5368D222B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F862A4F4-0763-58C1-3F93-B6E92E4592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B610F262-267D-0D1A-E045-F85CFC9416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FDBBCC71-4852-0640-22E9-116FFD8A8854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D1DC3987-15B8-C133-424A-30A9F0017823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FFE84030-4813-B8E3-98AA-BA1AFF3AB0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7981F05C-993E-7698-C560-C7437657F4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96AF6887-66C1-4755-07F3-F9ACFDE6BF4C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947AC2B6-43BF-E781-C84A-11054AD2D4F3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8D3CBED5-00B1-571C-4673-76C563442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9BA5BF46-E2D0-37B9-450A-E5467CC8E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BDC1601A-A47B-07C7-E3B1-166D9C7B19E1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D2698728-FEC4-4F58-0863-E730D87D85D2}"/>
              </a:ext>
            </a:extLst>
          </p:cNvPr>
          <p:cNvSpPr/>
          <p:nvPr/>
        </p:nvSpPr>
        <p:spPr>
          <a:xfrm>
            <a:off x="3257967" y="425972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7AB5B9-64E2-5005-C802-8C8433376751}"/>
              </a:ext>
            </a:extLst>
          </p:cNvPr>
          <p:cNvSpPr/>
          <p:nvPr/>
        </p:nvSpPr>
        <p:spPr>
          <a:xfrm>
            <a:off x="2996731" y="507167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"/>
              </a:rPr>
              <a:t>1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225C80-9976-A5C7-2E03-4AE4AA9C5DF1}"/>
              </a:ext>
            </a:extLst>
          </p:cNvPr>
          <p:cNvSpPr/>
          <p:nvPr/>
        </p:nvSpPr>
        <p:spPr>
          <a:xfrm>
            <a:off x="2567148" y="431191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E271FFC-B1C8-9444-4E3F-1B002C1489B7}"/>
              </a:ext>
            </a:extLst>
          </p:cNvPr>
          <p:cNvSpPr/>
          <p:nvPr/>
        </p:nvSpPr>
        <p:spPr>
          <a:xfrm>
            <a:off x="1915070" y="432680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421E36E-CD99-2ECA-15DC-8D0BC1BE4BFB}"/>
              </a:ext>
            </a:extLst>
          </p:cNvPr>
          <p:cNvSpPr/>
          <p:nvPr/>
        </p:nvSpPr>
        <p:spPr>
          <a:xfrm>
            <a:off x="3854819" y="412360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B0B5CBB-3BDB-652A-77EA-16B9F06EBB7D}"/>
              </a:ext>
            </a:extLst>
          </p:cNvPr>
          <p:cNvSpPr/>
          <p:nvPr/>
        </p:nvSpPr>
        <p:spPr>
          <a:xfrm>
            <a:off x="2831636" y="3831176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4EEC25-D8E1-DAF0-09DD-21B68E633C01}"/>
              </a:ext>
            </a:extLst>
          </p:cNvPr>
          <p:cNvSpPr/>
          <p:nvPr/>
        </p:nvSpPr>
        <p:spPr>
          <a:xfrm>
            <a:off x="3421737" y="378428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FBB187C-85E8-B9E1-359C-BF231DF923CB}"/>
              </a:ext>
            </a:extLst>
          </p:cNvPr>
          <p:cNvSpPr/>
          <p:nvPr/>
        </p:nvSpPr>
        <p:spPr>
          <a:xfrm>
            <a:off x="2874954" y="348618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A279422-51DA-F1F9-7C66-166360D41460}"/>
              </a:ext>
            </a:extLst>
          </p:cNvPr>
          <p:cNvSpPr/>
          <p:nvPr/>
        </p:nvSpPr>
        <p:spPr>
          <a:xfrm>
            <a:off x="3421041" y="325800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FA4507A-42F7-6277-91C2-583B9BAE7A78}"/>
              </a:ext>
            </a:extLst>
          </p:cNvPr>
          <p:cNvSpPr/>
          <p:nvPr/>
        </p:nvSpPr>
        <p:spPr>
          <a:xfrm>
            <a:off x="3978014" y="3642168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18B80D2-6277-76E5-2636-DFA3CBA591D7}"/>
              </a:ext>
            </a:extLst>
          </p:cNvPr>
          <p:cNvSpPr/>
          <p:nvPr/>
        </p:nvSpPr>
        <p:spPr>
          <a:xfrm>
            <a:off x="2235705" y="386470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442DB2-B2BC-FB56-330D-8B8189325C6B}"/>
              </a:ext>
            </a:extLst>
          </p:cNvPr>
          <p:cNvSpPr txBox="1"/>
          <p:nvPr/>
        </p:nvSpPr>
        <p:spPr>
          <a:xfrm>
            <a:off x="5337859" y="1361185"/>
            <a:ext cx="358698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Movements: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If they play to someone higher.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AU" sz="16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midfielder is the 1st defender.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Don’t over commit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More about delay than pressure.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7" name="Picture 16" descr="nike-soccer-ball-png.jpg">
            <a:extLst>
              <a:ext uri="{FF2B5EF4-FFF2-40B4-BE49-F238E27FC236}">
                <a16:creationId xmlns:a16="http://schemas.microsoft.com/office/drawing/2014/main" id="{3CBE7BF7-504F-C579-322D-F50202BE86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4106819" y="3464905"/>
            <a:ext cx="126000" cy="124934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B186D08F-AE60-ECA8-28C9-ED08B3B79521}"/>
              </a:ext>
            </a:extLst>
          </p:cNvPr>
          <p:cNvSpPr/>
          <p:nvPr/>
        </p:nvSpPr>
        <p:spPr>
          <a:xfrm>
            <a:off x="3776398" y="2587174"/>
            <a:ext cx="180000" cy="180000"/>
          </a:xfrm>
          <a:prstGeom prst="ellipse">
            <a:avLst/>
          </a:prstGeom>
          <a:solidFill>
            <a:srgbClr val="00563B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F095743-4AA4-5BCD-60E0-539DC7A59B17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3919642" y="2748550"/>
            <a:ext cx="250177" cy="716355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924D0D4D-D0B2-10D5-2E59-E540D96946A4}"/>
              </a:ext>
            </a:extLst>
          </p:cNvPr>
          <p:cNvSpPr/>
          <p:nvPr/>
        </p:nvSpPr>
        <p:spPr>
          <a:xfrm>
            <a:off x="4180468" y="3284859"/>
            <a:ext cx="180000" cy="180000"/>
          </a:xfrm>
          <a:prstGeom prst="ellipse">
            <a:avLst/>
          </a:prstGeom>
          <a:solidFill>
            <a:srgbClr val="00563B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361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D4EA3C-9EAF-445D-AF1B-6F7D40790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D62700-33B5-DBFC-6CD2-9DEA12B57592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Mid-Block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24CDB1-7F19-E298-8C43-728C666B4BAA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ACD75C-9D6B-C8E9-3ABD-BCCA0C811199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0FB4E9-40B4-4950-6777-E7C5D7277A15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80C198B-3CC6-E9D6-7A91-36575CF68DA3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22D3FCC-D0A3-AEA0-1B40-6C3AD738168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9ABDA8D8-131F-B14A-726B-649EC8E13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BB3A12D1-360B-A41A-D639-66AB0EE2C3E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65F38F9-B49F-CC1A-6BF4-E12CC7C18C21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913E1DB-1AC7-9FA8-DDAC-70F75278B959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F6D9D32-D0ED-F449-C756-82D35FFA686C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94513AE3-EC1C-216B-D68F-5060543B32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C23F3D3F-4D76-B581-1716-28163EA571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48A9C73D-0CE8-A97F-F3F3-B027E37DD62D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2679F5AE-0568-32D0-9606-67623E5B026B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7508AE49-F6DD-FFB3-4EB7-879FF8CC59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70FEA83E-2482-B335-7C3B-CD1F746D12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7038439C-7529-4C1A-F3B8-22F3B1BBDA31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50B50834-CA85-E7EA-DE67-A56B50213C71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1FED6B37-1276-6E97-AAC8-F72683EB1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3A7263B9-F60A-CB5F-BB4F-A9C2DC2B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81198410-CE40-930A-8C70-1D2287041A6B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8B22C841-E5C7-58DF-EB58-7B7A5449B984}"/>
              </a:ext>
            </a:extLst>
          </p:cNvPr>
          <p:cNvSpPr/>
          <p:nvPr/>
        </p:nvSpPr>
        <p:spPr>
          <a:xfrm>
            <a:off x="2614592" y="425123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14AC41-C9AA-CCA6-2AA5-8C979535AD8C}"/>
              </a:ext>
            </a:extLst>
          </p:cNvPr>
          <p:cNvSpPr/>
          <p:nvPr/>
        </p:nvSpPr>
        <p:spPr>
          <a:xfrm>
            <a:off x="2101393" y="527127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"/>
              </a:rPr>
              <a:t>1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3E5B842-26C8-C952-1075-8DB8149C6236}"/>
              </a:ext>
            </a:extLst>
          </p:cNvPr>
          <p:cNvSpPr/>
          <p:nvPr/>
        </p:nvSpPr>
        <p:spPr>
          <a:xfrm>
            <a:off x="1964742" y="420240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9641F1E-AD7E-B4B7-93F1-770DA008F504}"/>
              </a:ext>
            </a:extLst>
          </p:cNvPr>
          <p:cNvSpPr/>
          <p:nvPr/>
        </p:nvSpPr>
        <p:spPr>
          <a:xfrm>
            <a:off x="1374365" y="409181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1889C43-1C50-E25C-86BF-CB7B9B2ADD27}"/>
              </a:ext>
            </a:extLst>
          </p:cNvPr>
          <p:cNvSpPr/>
          <p:nvPr/>
        </p:nvSpPr>
        <p:spPr>
          <a:xfrm>
            <a:off x="3191722" y="4306876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9EF553-D8C1-288C-C505-01F8201E9875}"/>
              </a:ext>
            </a:extLst>
          </p:cNvPr>
          <p:cNvSpPr/>
          <p:nvPr/>
        </p:nvSpPr>
        <p:spPr>
          <a:xfrm>
            <a:off x="1956214" y="373870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96BBE6A-9F3B-A42D-9599-BDBBFB53CC87}"/>
              </a:ext>
            </a:extLst>
          </p:cNvPr>
          <p:cNvSpPr/>
          <p:nvPr/>
        </p:nvSpPr>
        <p:spPr>
          <a:xfrm>
            <a:off x="2457452" y="3800866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4F07CC0-2AAB-9915-69BC-8CDA52B11ECC}"/>
              </a:ext>
            </a:extLst>
          </p:cNvPr>
          <p:cNvSpPr/>
          <p:nvPr/>
        </p:nvSpPr>
        <p:spPr>
          <a:xfrm>
            <a:off x="1972645" y="3302585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10B9E67-6672-6F74-9F22-641542B2EDED}"/>
              </a:ext>
            </a:extLst>
          </p:cNvPr>
          <p:cNvSpPr/>
          <p:nvPr/>
        </p:nvSpPr>
        <p:spPr>
          <a:xfrm>
            <a:off x="2598520" y="345126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E3AAA0-356B-6C5C-A6D0-A99333A057D0}"/>
              </a:ext>
            </a:extLst>
          </p:cNvPr>
          <p:cNvSpPr/>
          <p:nvPr/>
        </p:nvSpPr>
        <p:spPr>
          <a:xfrm>
            <a:off x="3138442" y="386999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0298E4C-83D7-E332-29CD-A89799AC1A60}"/>
              </a:ext>
            </a:extLst>
          </p:cNvPr>
          <p:cNvSpPr/>
          <p:nvPr/>
        </p:nvSpPr>
        <p:spPr>
          <a:xfrm>
            <a:off x="1377057" y="361270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DA6CC7-8DBF-9BC2-D209-976E08DA9879}"/>
              </a:ext>
            </a:extLst>
          </p:cNvPr>
          <p:cNvSpPr txBox="1"/>
          <p:nvPr/>
        </p:nvSpPr>
        <p:spPr>
          <a:xfrm>
            <a:off x="5337859" y="1361185"/>
            <a:ext cx="358698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Movements: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If they switch.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AU" sz="16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re-adjust together.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start again.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7" name="Picture 16" descr="nike-soccer-ball-png.jpg">
            <a:extLst>
              <a:ext uri="{FF2B5EF4-FFF2-40B4-BE49-F238E27FC236}">
                <a16:creationId xmlns:a16="http://schemas.microsoft.com/office/drawing/2014/main" id="{D6708C57-A09F-0CD4-81DD-A4FE1433F7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4106819" y="3464905"/>
            <a:ext cx="126000" cy="124934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A3E4E157-BF0C-F7F4-892B-0759EE2CF4E9}"/>
              </a:ext>
            </a:extLst>
          </p:cNvPr>
          <p:cNvSpPr/>
          <p:nvPr/>
        </p:nvSpPr>
        <p:spPr>
          <a:xfrm>
            <a:off x="1735070" y="2856826"/>
            <a:ext cx="180000" cy="180000"/>
          </a:xfrm>
          <a:prstGeom prst="ellipse">
            <a:avLst/>
          </a:prstGeom>
          <a:solidFill>
            <a:srgbClr val="00563B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7536701-D646-8765-A84D-FFFBE9FF3C44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1915070" y="3020037"/>
            <a:ext cx="2210201" cy="463164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16EAB583-6297-2630-E4B8-53734D57516C}"/>
              </a:ext>
            </a:extLst>
          </p:cNvPr>
          <p:cNvSpPr/>
          <p:nvPr/>
        </p:nvSpPr>
        <p:spPr>
          <a:xfrm>
            <a:off x="4180468" y="3284859"/>
            <a:ext cx="180000" cy="180000"/>
          </a:xfrm>
          <a:prstGeom prst="ellipse">
            <a:avLst/>
          </a:prstGeom>
          <a:solidFill>
            <a:srgbClr val="00563B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544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9BB1C-D6D9-CED4-182B-5B2F26B5F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CEC799-3CD3-19A5-0289-AA74C2401827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High press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1F9B30-5A2B-CF0F-12C9-31DC64EFA603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38ACCD-19CD-15D8-09B8-181658AC909A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98662E-F4A6-711F-F15E-D8073EF9E6BE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EA1A797-C766-0529-8250-E5FC35EA79DD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ED61195-4E7D-21D6-531B-70682D74C70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49B95131-D8A9-BE54-2B9B-8EC6763DB5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5A19905F-A1C2-7903-530E-BD305BE6F5D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7DA682B-079C-8771-C2FE-20F01E498F80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5F6C0F73-59E5-32F6-38D5-19EE3A518106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43EF34A2-033B-428F-02E6-E4FC6EEF5EEF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BDA71D80-B1AB-EC26-E526-2832699171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C34202ED-B293-A9DF-3629-A6DC2E21DD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8A3ADC67-7596-19D3-75E0-40964C750972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1301267F-6994-D94F-CF80-0154DB32516D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8D363E9E-00A2-CC8A-B71D-376582182F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EDE84D7A-E3DE-5CFB-A0CD-828501EC9D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903F3843-C868-EE08-41D2-8C85559F166B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0A89579F-C8BB-13C8-4CCE-99F9B158DE83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1B3289AD-38A5-7213-2A35-66D4E4508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F2E6FEEB-8BF1-39D8-F1C6-DBCAE25CC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CE296D00-AAAE-6BC2-323C-6FEBE22281E0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97F022EA-6B32-B077-F408-90DCF3AA3C2E}"/>
              </a:ext>
            </a:extLst>
          </p:cNvPr>
          <p:cNvSpPr/>
          <p:nvPr/>
        </p:nvSpPr>
        <p:spPr>
          <a:xfrm>
            <a:off x="2942015" y="424054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DDE3E2-1D0D-0D89-6EFD-9A9693A12D72}"/>
              </a:ext>
            </a:extLst>
          </p:cNvPr>
          <p:cNvSpPr/>
          <p:nvPr/>
        </p:nvSpPr>
        <p:spPr>
          <a:xfrm>
            <a:off x="2509823" y="487002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"/>
              </a:rPr>
              <a:t>1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EAD8F60-667C-A247-CE77-0D54FD4A757A}"/>
              </a:ext>
            </a:extLst>
          </p:cNvPr>
          <p:cNvSpPr/>
          <p:nvPr/>
        </p:nvSpPr>
        <p:spPr>
          <a:xfrm>
            <a:off x="2150098" y="426609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0B40ADA-320C-241C-CE7C-44062AE243C6}"/>
              </a:ext>
            </a:extLst>
          </p:cNvPr>
          <p:cNvSpPr/>
          <p:nvPr/>
        </p:nvSpPr>
        <p:spPr>
          <a:xfrm>
            <a:off x="1234088" y="402485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20CE4DF-127C-6667-2509-E774F57771F5}"/>
              </a:ext>
            </a:extLst>
          </p:cNvPr>
          <p:cNvSpPr/>
          <p:nvPr/>
        </p:nvSpPr>
        <p:spPr>
          <a:xfrm>
            <a:off x="3756208" y="401409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D90FBA-5DEF-0E10-ACBD-2B0780BC5FAE}"/>
              </a:ext>
            </a:extLst>
          </p:cNvPr>
          <p:cNvSpPr/>
          <p:nvPr/>
        </p:nvSpPr>
        <p:spPr>
          <a:xfrm>
            <a:off x="2500349" y="372960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812E244-3DC6-8A1A-146A-BA9641A6138C}"/>
              </a:ext>
            </a:extLst>
          </p:cNvPr>
          <p:cNvSpPr/>
          <p:nvPr/>
        </p:nvSpPr>
        <p:spPr>
          <a:xfrm>
            <a:off x="2996731" y="340812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29027D6-E0E0-B570-B645-4913783DCD04}"/>
              </a:ext>
            </a:extLst>
          </p:cNvPr>
          <p:cNvSpPr/>
          <p:nvPr/>
        </p:nvSpPr>
        <p:spPr>
          <a:xfrm>
            <a:off x="2357423" y="310054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37A09BB-FB3C-B8DC-40E6-F0E5EA219C6E}"/>
              </a:ext>
            </a:extLst>
          </p:cNvPr>
          <p:cNvSpPr/>
          <p:nvPr/>
        </p:nvSpPr>
        <p:spPr>
          <a:xfrm>
            <a:off x="2532685" y="250903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8334D04-E05A-04C3-57BD-C0F054569F2B}"/>
              </a:ext>
            </a:extLst>
          </p:cNvPr>
          <p:cNvSpPr/>
          <p:nvPr/>
        </p:nvSpPr>
        <p:spPr>
          <a:xfrm>
            <a:off x="3643704" y="279821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625ECAE-58C7-E9D8-9D6B-48FCC669EA0E}"/>
              </a:ext>
            </a:extLst>
          </p:cNvPr>
          <p:cNvSpPr/>
          <p:nvPr/>
        </p:nvSpPr>
        <p:spPr>
          <a:xfrm>
            <a:off x="1449416" y="2840283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15A5C9-0417-E578-36D4-4D5C204FF1BB}"/>
              </a:ext>
            </a:extLst>
          </p:cNvPr>
          <p:cNvSpPr txBox="1"/>
          <p:nvPr/>
        </p:nvSpPr>
        <p:spPr>
          <a:xfrm>
            <a:off x="5337860" y="1361185"/>
            <a:ext cx="32741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High press: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Two options</a:t>
            </a:r>
          </a:p>
        </p:txBody>
      </p:sp>
    </p:spTree>
    <p:extLst>
      <p:ext uri="{BB962C8B-B14F-4D97-AF65-F5344CB8AC3E}">
        <p14:creationId xmlns:p14="http://schemas.microsoft.com/office/powerpoint/2010/main" val="2044542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E23988-6AE1-FB22-DD2E-A037553B5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1341A9-F983-CB1D-7505-DF137F6EE0A1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High press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1CE021-9A94-8474-BAAA-2628E2C41174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197F4-5939-F912-B839-D1C32EC3BB3A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698339-BDB7-F9BB-1B07-BFBC71580E5B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57BB96C-30F2-8035-8AAC-0665FD058173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A92DC3D-977D-6796-1E03-89CF5861DEE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63D2BBDB-27CD-3E8B-718B-C5CE10ED8D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55189CF8-94E1-A29D-F242-56F7A3AF1B1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50B4A59-0EC6-3575-05C7-98223785FF05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15B4F6C-BA66-334F-8997-8B9076B18FB9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8200DA0-B6C1-35EB-8128-8857DA0381F0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0577B1B5-DBF3-9ACB-3531-FA70FBA4FF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8540EB86-7EDA-687E-3575-56A6A12E7E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94B297B5-1EF0-DFA1-0E90-D14738F2B069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C56D14E4-1783-837E-2AEF-838EF3182C86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98F0AF95-548F-A1EB-6E3A-602CD36F41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CF25AF78-659E-310F-06AD-F9F85CAA01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D05513B-0787-99A9-6D18-D4F9E342F844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B20E8D23-0874-0922-F910-F25028A028E6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1EFC74E8-445C-A471-F557-C7A9F3DD9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423E6EBC-0F42-D24C-462B-6903B8823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4D51BB81-7224-A0F6-3497-E3F9CA17AF21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2BF6A706-015C-0B38-8318-B3FC8FD9EDE0}"/>
              </a:ext>
            </a:extLst>
          </p:cNvPr>
          <p:cNvSpPr/>
          <p:nvPr/>
        </p:nvSpPr>
        <p:spPr>
          <a:xfrm>
            <a:off x="2942015" y="424054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BA79AB1-EA73-5494-6038-5F56998E5E5C}"/>
              </a:ext>
            </a:extLst>
          </p:cNvPr>
          <p:cNvSpPr/>
          <p:nvPr/>
        </p:nvSpPr>
        <p:spPr>
          <a:xfrm>
            <a:off x="2509823" y="487002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"/>
              </a:rPr>
              <a:t>1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E2D23B-93CF-1481-47AF-B74A1017B564}"/>
              </a:ext>
            </a:extLst>
          </p:cNvPr>
          <p:cNvSpPr/>
          <p:nvPr/>
        </p:nvSpPr>
        <p:spPr>
          <a:xfrm>
            <a:off x="2150098" y="426609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57D9193-439C-93CC-8F9D-32BB6638B8CD}"/>
              </a:ext>
            </a:extLst>
          </p:cNvPr>
          <p:cNvSpPr/>
          <p:nvPr/>
        </p:nvSpPr>
        <p:spPr>
          <a:xfrm>
            <a:off x="1234088" y="402485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96D4B3-B1D2-4643-3E5D-9A94CED6554E}"/>
              </a:ext>
            </a:extLst>
          </p:cNvPr>
          <p:cNvSpPr/>
          <p:nvPr/>
        </p:nvSpPr>
        <p:spPr>
          <a:xfrm>
            <a:off x="3756208" y="401409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F8B5485-CA12-2781-452A-2AA0378B7391}"/>
              </a:ext>
            </a:extLst>
          </p:cNvPr>
          <p:cNvSpPr/>
          <p:nvPr/>
        </p:nvSpPr>
        <p:spPr>
          <a:xfrm>
            <a:off x="2500349" y="372960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690E796-0CB4-6170-7124-FDE4492D2E5D}"/>
              </a:ext>
            </a:extLst>
          </p:cNvPr>
          <p:cNvSpPr/>
          <p:nvPr/>
        </p:nvSpPr>
        <p:spPr>
          <a:xfrm>
            <a:off x="2996731" y="340812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E136316-EF02-19AB-88F9-D53D56E438F4}"/>
              </a:ext>
            </a:extLst>
          </p:cNvPr>
          <p:cNvSpPr/>
          <p:nvPr/>
        </p:nvSpPr>
        <p:spPr>
          <a:xfrm>
            <a:off x="2357423" y="310054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01288C0-C49C-71A3-55C6-55F0E92AB72D}"/>
              </a:ext>
            </a:extLst>
          </p:cNvPr>
          <p:cNvSpPr/>
          <p:nvPr/>
        </p:nvSpPr>
        <p:spPr>
          <a:xfrm>
            <a:off x="2532685" y="250903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79877D3-F567-1BC2-61D3-B8CF96832E1D}"/>
              </a:ext>
            </a:extLst>
          </p:cNvPr>
          <p:cNvSpPr/>
          <p:nvPr/>
        </p:nvSpPr>
        <p:spPr>
          <a:xfrm>
            <a:off x="3643704" y="279821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C849839-C1A5-CF8E-38D9-60D128A4B7A3}"/>
              </a:ext>
            </a:extLst>
          </p:cNvPr>
          <p:cNvSpPr/>
          <p:nvPr/>
        </p:nvSpPr>
        <p:spPr>
          <a:xfrm>
            <a:off x="1449416" y="2840283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D53E11-AFE4-A3A7-F8B8-BCBC42D945EC}"/>
              </a:ext>
            </a:extLst>
          </p:cNvPr>
          <p:cNvSpPr txBox="1"/>
          <p:nvPr/>
        </p:nvSpPr>
        <p:spPr>
          <a:xfrm>
            <a:off x="5337860" y="1361185"/>
            <a:ext cx="32741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High press: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Press with the 10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 and 6 and 8 roll-on</a:t>
            </a: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AF7F19D-78C8-EECB-CB8A-4F2988551ACD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2357423" y="2575420"/>
            <a:ext cx="36905" cy="562029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8AE94FC-1CA8-1D52-5EBF-3E5A03A8D2EA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2752349" y="2961314"/>
            <a:ext cx="281287" cy="483711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E7B0831-34CE-FA33-1F2C-D8A564FB12E4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2626349" y="3531765"/>
            <a:ext cx="241920" cy="197844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CE00A0F-72CC-EC8D-A9BF-7DC2058FCFB3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2870164" y="3833769"/>
            <a:ext cx="197851" cy="406778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812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85315E-CCD6-006B-F3E6-77B320813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4C9204-3CA2-0CF1-4860-D1A6E843DEC3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High press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111457-9451-A594-2959-14365B156326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777F45-0EEF-03D5-937A-D72351F10EAB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B45FE9-4477-BF18-F4ED-610007A5B17D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E232146-EC5D-A127-4025-1A9574046C3F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4568169-050E-50CD-C13E-96C35236B75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DCEDAC3E-FA95-F051-9D8B-E1F45E4FF3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5404665F-2096-01D7-D979-7254D13BF24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5FC4C532-64C9-5FB0-8965-16582B131303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599C5ADA-ADC3-6BE3-1456-CCAD301674FD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3767F13-391E-B614-903E-E7E8E9873202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0962453D-3E9C-F3F2-9B9A-D6DD909118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3B33AC98-8F14-22C0-8F92-C49286A1D2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62292674-7480-5C4E-DA77-2A7602AD402B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ACAA9D97-C43D-2EFF-B8BA-AACE9B3ABEA2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BBDB7ABB-968B-B9E1-59F4-3951CBBE59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CFC41982-744A-EEBB-F12E-A32CF52C9A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4088A665-9A94-033B-23C1-42570D47688A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53D19B5B-2EC9-26CD-B39E-C1F1BF8F00F7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3BCAA1A6-9CFB-946D-1390-7159297D0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96EDC6F2-B562-DFA3-3A25-4797B884E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5456F79C-5CE4-51F7-1D55-D6AF5611A5B7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60CCAC08-E26A-9700-C5CF-3573D6D7389E}"/>
              </a:ext>
            </a:extLst>
          </p:cNvPr>
          <p:cNvSpPr/>
          <p:nvPr/>
        </p:nvSpPr>
        <p:spPr>
          <a:xfrm>
            <a:off x="2578090" y="299382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DB213A3-A576-641A-2F4B-365ABCE5FE99}"/>
              </a:ext>
            </a:extLst>
          </p:cNvPr>
          <p:cNvSpPr/>
          <p:nvPr/>
        </p:nvSpPr>
        <p:spPr>
          <a:xfrm>
            <a:off x="2206978" y="427331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"/>
              </a:rPr>
              <a:t>1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0E438A7-3B22-87C8-071B-B6A9A68F384A}"/>
              </a:ext>
            </a:extLst>
          </p:cNvPr>
          <p:cNvSpPr/>
          <p:nvPr/>
        </p:nvSpPr>
        <p:spPr>
          <a:xfrm>
            <a:off x="2074699" y="354742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78CD56-A155-7466-011C-8CA3BBB870A2}"/>
              </a:ext>
            </a:extLst>
          </p:cNvPr>
          <p:cNvSpPr/>
          <p:nvPr/>
        </p:nvSpPr>
        <p:spPr>
          <a:xfrm>
            <a:off x="1244468" y="3312525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81DFC1-CE2A-EBA9-AC48-FF9F4FA3596E}"/>
              </a:ext>
            </a:extLst>
          </p:cNvPr>
          <p:cNvSpPr/>
          <p:nvPr/>
        </p:nvSpPr>
        <p:spPr>
          <a:xfrm>
            <a:off x="3566348" y="342786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5CD906F-8173-66CE-3517-7C3D1E36F6B6}"/>
              </a:ext>
            </a:extLst>
          </p:cNvPr>
          <p:cNvSpPr/>
          <p:nvPr/>
        </p:nvSpPr>
        <p:spPr>
          <a:xfrm>
            <a:off x="2038601" y="279014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95805E5-CF30-423F-A2A1-B865A055EDBE}"/>
              </a:ext>
            </a:extLst>
          </p:cNvPr>
          <p:cNvSpPr/>
          <p:nvPr/>
        </p:nvSpPr>
        <p:spPr>
          <a:xfrm>
            <a:off x="2438673" y="239520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49AD189-9862-0697-D770-2CE31DF85087}"/>
              </a:ext>
            </a:extLst>
          </p:cNvPr>
          <p:cNvSpPr/>
          <p:nvPr/>
        </p:nvSpPr>
        <p:spPr>
          <a:xfrm>
            <a:off x="1901860" y="183453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29B1C41-0D12-B3E2-DA39-89CA1797010E}"/>
              </a:ext>
            </a:extLst>
          </p:cNvPr>
          <p:cNvSpPr/>
          <p:nvPr/>
        </p:nvSpPr>
        <p:spPr>
          <a:xfrm>
            <a:off x="2611620" y="191836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56CA7FE-AE44-BF8E-ECF1-C198BF4A1351}"/>
              </a:ext>
            </a:extLst>
          </p:cNvPr>
          <p:cNvSpPr/>
          <p:nvPr/>
        </p:nvSpPr>
        <p:spPr>
          <a:xfrm>
            <a:off x="3397594" y="206409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5EC59CB-C213-699B-3A48-50F639336B51}"/>
              </a:ext>
            </a:extLst>
          </p:cNvPr>
          <p:cNvSpPr/>
          <p:nvPr/>
        </p:nvSpPr>
        <p:spPr>
          <a:xfrm>
            <a:off x="1301131" y="225173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DB369A-FD4F-5E15-CEF4-50272DFF5E35}"/>
              </a:ext>
            </a:extLst>
          </p:cNvPr>
          <p:cNvSpPr txBox="1"/>
          <p:nvPr/>
        </p:nvSpPr>
        <p:spPr>
          <a:xfrm>
            <a:off x="5337859" y="1361185"/>
            <a:ext cx="346219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High press: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Press with the 10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 and 6 and 8 roll-on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we press high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Then we defend 1v1 everywhere.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Duels are important.</a:t>
            </a:r>
          </a:p>
        </p:txBody>
      </p:sp>
      <p:pic>
        <p:nvPicPr>
          <p:cNvPr id="37" name="Picture 36" descr="nike-soccer-ball-png.jpg">
            <a:extLst>
              <a:ext uri="{FF2B5EF4-FFF2-40B4-BE49-F238E27FC236}">
                <a16:creationId xmlns:a16="http://schemas.microsoft.com/office/drawing/2014/main" id="{94F63F1E-EB81-C5D9-63EC-361C5CF577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1845810" y="1668565"/>
            <a:ext cx="126000" cy="124934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8BAB9C62-D03F-8DF9-C2F9-DF7F4076156F}"/>
              </a:ext>
            </a:extLst>
          </p:cNvPr>
          <p:cNvSpPr/>
          <p:nvPr/>
        </p:nvSpPr>
        <p:spPr>
          <a:xfrm>
            <a:off x="1814770" y="1472835"/>
            <a:ext cx="180000" cy="180000"/>
          </a:xfrm>
          <a:prstGeom prst="ellipse">
            <a:avLst/>
          </a:prstGeom>
          <a:solidFill>
            <a:srgbClr val="00563B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DAD6A27-4904-F376-CE1D-F500F62BE9FA}"/>
              </a:ext>
            </a:extLst>
          </p:cNvPr>
          <p:cNvCxnSpPr>
            <a:cxnSpLocks/>
          </p:cNvCxnSpPr>
          <p:nvPr/>
        </p:nvCxnSpPr>
        <p:spPr>
          <a:xfrm>
            <a:off x="1296890" y="1996987"/>
            <a:ext cx="104067" cy="12891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2FD7F64-BFBF-0FF6-F787-9CF68F6D1DCC}"/>
              </a:ext>
            </a:extLst>
          </p:cNvPr>
          <p:cNvCxnSpPr>
            <a:cxnSpLocks/>
          </p:cNvCxnSpPr>
          <p:nvPr/>
        </p:nvCxnSpPr>
        <p:spPr>
          <a:xfrm flipH="1">
            <a:off x="1294456" y="1999057"/>
            <a:ext cx="101971" cy="12684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AB352F5-0D0D-BEC9-AEC5-80F34E27EC91}"/>
              </a:ext>
            </a:extLst>
          </p:cNvPr>
          <p:cNvCxnSpPr>
            <a:cxnSpLocks/>
          </p:cNvCxnSpPr>
          <p:nvPr/>
        </p:nvCxnSpPr>
        <p:spPr>
          <a:xfrm>
            <a:off x="3890489" y="1805438"/>
            <a:ext cx="104067" cy="12891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EB2454B-9082-D3F4-4431-C0FBA7696E8B}"/>
              </a:ext>
            </a:extLst>
          </p:cNvPr>
          <p:cNvCxnSpPr>
            <a:cxnSpLocks/>
          </p:cNvCxnSpPr>
          <p:nvPr/>
        </p:nvCxnSpPr>
        <p:spPr>
          <a:xfrm flipH="1">
            <a:off x="3888055" y="1807508"/>
            <a:ext cx="101971" cy="12684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68C714C-04B1-98A5-4013-900B83312E23}"/>
              </a:ext>
            </a:extLst>
          </p:cNvPr>
          <p:cNvCxnSpPr>
            <a:cxnSpLocks/>
          </p:cNvCxnSpPr>
          <p:nvPr/>
        </p:nvCxnSpPr>
        <p:spPr>
          <a:xfrm>
            <a:off x="2960708" y="1655834"/>
            <a:ext cx="104067" cy="12891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7C335C9-473B-593A-C0F5-830AF62F1050}"/>
              </a:ext>
            </a:extLst>
          </p:cNvPr>
          <p:cNvCxnSpPr>
            <a:cxnSpLocks/>
          </p:cNvCxnSpPr>
          <p:nvPr/>
        </p:nvCxnSpPr>
        <p:spPr>
          <a:xfrm flipH="1">
            <a:off x="2958274" y="1657904"/>
            <a:ext cx="101971" cy="12684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84B5654-DA76-397B-02FA-9F4BD97BA58E}"/>
              </a:ext>
            </a:extLst>
          </p:cNvPr>
          <p:cNvCxnSpPr>
            <a:cxnSpLocks/>
          </p:cNvCxnSpPr>
          <p:nvPr/>
        </p:nvCxnSpPr>
        <p:spPr>
          <a:xfrm>
            <a:off x="2592990" y="1413951"/>
            <a:ext cx="104067" cy="12891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C0D420B-64CC-B4F5-621D-3E7BFAF2866E}"/>
              </a:ext>
            </a:extLst>
          </p:cNvPr>
          <p:cNvCxnSpPr>
            <a:cxnSpLocks/>
          </p:cNvCxnSpPr>
          <p:nvPr/>
        </p:nvCxnSpPr>
        <p:spPr>
          <a:xfrm flipH="1">
            <a:off x="2590556" y="1416021"/>
            <a:ext cx="101971" cy="12684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08D1223-ACEF-5A6B-FA8C-DFFF91978AF5}"/>
              </a:ext>
            </a:extLst>
          </p:cNvPr>
          <p:cNvCxnSpPr>
            <a:cxnSpLocks/>
          </p:cNvCxnSpPr>
          <p:nvPr/>
        </p:nvCxnSpPr>
        <p:spPr>
          <a:xfrm>
            <a:off x="2242050" y="3395153"/>
            <a:ext cx="104067" cy="12891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FF0E455-7B4E-4024-D087-CB76D406C732}"/>
              </a:ext>
            </a:extLst>
          </p:cNvPr>
          <p:cNvCxnSpPr>
            <a:cxnSpLocks/>
          </p:cNvCxnSpPr>
          <p:nvPr/>
        </p:nvCxnSpPr>
        <p:spPr>
          <a:xfrm flipH="1">
            <a:off x="2239616" y="3397223"/>
            <a:ext cx="101971" cy="12684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67C3FDA-8743-981F-A89F-56FA7F74F270}"/>
              </a:ext>
            </a:extLst>
          </p:cNvPr>
          <p:cNvCxnSpPr>
            <a:cxnSpLocks/>
          </p:cNvCxnSpPr>
          <p:nvPr/>
        </p:nvCxnSpPr>
        <p:spPr>
          <a:xfrm>
            <a:off x="1085766" y="3128103"/>
            <a:ext cx="104067" cy="12891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8FAF840-D3DA-06B3-BB2D-48C467CA96B1}"/>
              </a:ext>
            </a:extLst>
          </p:cNvPr>
          <p:cNvCxnSpPr>
            <a:cxnSpLocks/>
          </p:cNvCxnSpPr>
          <p:nvPr/>
        </p:nvCxnSpPr>
        <p:spPr>
          <a:xfrm flipH="1">
            <a:off x="1083332" y="3130173"/>
            <a:ext cx="101971" cy="12684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49B56FB-AC9B-A2CF-7721-0DD4FED2C282}"/>
              </a:ext>
            </a:extLst>
          </p:cNvPr>
          <p:cNvCxnSpPr>
            <a:cxnSpLocks/>
          </p:cNvCxnSpPr>
          <p:nvPr/>
        </p:nvCxnSpPr>
        <p:spPr>
          <a:xfrm>
            <a:off x="2328736" y="2273823"/>
            <a:ext cx="104067" cy="12891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8636F6C-B26B-5108-C23D-3918A98919EF}"/>
              </a:ext>
            </a:extLst>
          </p:cNvPr>
          <p:cNvCxnSpPr>
            <a:cxnSpLocks/>
          </p:cNvCxnSpPr>
          <p:nvPr/>
        </p:nvCxnSpPr>
        <p:spPr>
          <a:xfrm flipH="1">
            <a:off x="2326302" y="2275893"/>
            <a:ext cx="101971" cy="12684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B72BC84-7F1C-208E-84A1-67AC55C1EE82}"/>
              </a:ext>
            </a:extLst>
          </p:cNvPr>
          <p:cNvCxnSpPr>
            <a:cxnSpLocks/>
          </p:cNvCxnSpPr>
          <p:nvPr/>
        </p:nvCxnSpPr>
        <p:spPr>
          <a:xfrm>
            <a:off x="2095242" y="2577225"/>
            <a:ext cx="104067" cy="12891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30E45A-2997-C851-1993-87297C6AC568}"/>
              </a:ext>
            </a:extLst>
          </p:cNvPr>
          <p:cNvCxnSpPr>
            <a:cxnSpLocks/>
          </p:cNvCxnSpPr>
          <p:nvPr/>
        </p:nvCxnSpPr>
        <p:spPr>
          <a:xfrm flipH="1">
            <a:off x="2092808" y="2579295"/>
            <a:ext cx="101971" cy="12684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395A683-ADA5-4015-6292-A49103F5566A}"/>
              </a:ext>
            </a:extLst>
          </p:cNvPr>
          <p:cNvCxnSpPr>
            <a:cxnSpLocks/>
          </p:cNvCxnSpPr>
          <p:nvPr/>
        </p:nvCxnSpPr>
        <p:spPr>
          <a:xfrm>
            <a:off x="2734204" y="2729625"/>
            <a:ext cx="104067" cy="12891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55242B6-07A9-B36B-4412-0DEF6F6B9A28}"/>
              </a:ext>
            </a:extLst>
          </p:cNvPr>
          <p:cNvCxnSpPr>
            <a:cxnSpLocks/>
          </p:cNvCxnSpPr>
          <p:nvPr/>
        </p:nvCxnSpPr>
        <p:spPr>
          <a:xfrm flipH="1">
            <a:off x="2731770" y="2731695"/>
            <a:ext cx="101971" cy="12684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4F1D79B-76E2-C0E3-8D12-5EF32BA16A3C}"/>
              </a:ext>
            </a:extLst>
          </p:cNvPr>
          <p:cNvCxnSpPr>
            <a:cxnSpLocks/>
          </p:cNvCxnSpPr>
          <p:nvPr/>
        </p:nvCxnSpPr>
        <p:spPr>
          <a:xfrm>
            <a:off x="3775838" y="3251141"/>
            <a:ext cx="104067" cy="12891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69B208D-73A9-3E7C-631B-AC4D373337DB}"/>
              </a:ext>
            </a:extLst>
          </p:cNvPr>
          <p:cNvCxnSpPr>
            <a:cxnSpLocks/>
          </p:cNvCxnSpPr>
          <p:nvPr/>
        </p:nvCxnSpPr>
        <p:spPr>
          <a:xfrm flipH="1">
            <a:off x="3773404" y="3253211"/>
            <a:ext cx="101971" cy="12684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963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74AEFE-071B-7EB8-6CA4-F55362CF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9A6CAC-E1EF-0DB2-29D4-A0686BA70F67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High press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878CA9-4A10-19A8-C05B-D57559721E9D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EC308C-5EF4-D6A6-0FC9-28B5ACA6BAC3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54DB99-709D-AD92-E6B7-ECCDDB0DE727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098987-1555-CBDD-FA74-0B2A9689FC87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FC748C8-BD1C-84F0-8E22-66236381D24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9A7B058A-23D8-D9C2-7877-A191AEF5EC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F7AF64A4-59A5-6417-36E9-1B64399AF5A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361E419-66CF-5635-0840-76A3A7FCC46A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BF373F5D-FC7A-48C7-425F-DE3032B6D61E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3D3C15CB-D20F-C1D4-7915-0A32B0C2EF1A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BB142A36-8C19-AE4D-A63E-6B651D6FDE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CA797DE9-AC2F-50C3-532A-644F4FB276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EA8494B2-3961-80A2-52E9-742E15F2CFF9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F551E476-7667-CEB8-E249-5FC6C36339D5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B24F2BB2-4B2A-66EF-B519-B080E693FD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9866BBF8-F353-C911-5026-01DF81843C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2F55C94-4A32-5977-66BA-7C95F090C439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D1B92C02-C93E-1F9F-4096-B024BD4898CD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3EFD7AB5-A4DE-9884-A488-591A03F3D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E7EF09E0-4682-FA35-5BAB-902C0DE4E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BD377340-E6BA-67E9-EDD5-8611E4A3EFA7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DB7BD74F-0CC1-DE82-980B-E38CE071BD9C}"/>
              </a:ext>
            </a:extLst>
          </p:cNvPr>
          <p:cNvSpPr/>
          <p:nvPr/>
        </p:nvSpPr>
        <p:spPr>
          <a:xfrm>
            <a:off x="2942015" y="424054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945E12-5B27-60F5-1543-8808E22A666F}"/>
              </a:ext>
            </a:extLst>
          </p:cNvPr>
          <p:cNvSpPr/>
          <p:nvPr/>
        </p:nvSpPr>
        <p:spPr>
          <a:xfrm>
            <a:off x="2509823" y="487002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"/>
              </a:rPr>
              <a:t>1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70A364-4BE7-1EEA-6390-33355FBD009F}"/>
              </a:ext>
            </a:extLst>
          </p:cNvPr>
          <p:cNvSpPr/>
          <p:nvPr/>
        </p:nvSpPr>
        <p:spPr>
          <a:xfrm>
            <a:off x="2150098" y="426609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B33496-8321-6B8F-FFC8-B4608EB5765C}"/>
              </a:ext>
            </a:extLst>
          </p:cNvPr>
          <p:cNvSpPr/>
          <p:nvPr/>
        </p:nvSpPr>
        <p:spPr>
          <a:xfrm>
            <a:off x="1234088" y="402485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97AC97-4C7C-12BD-1453-CD91B4C4358B}"/>
              </a:ext>
            </a:extLst>
          </p:cNvPr>
          <p:cNvSpPr/>
          <p:nvPr/>
        </p:nvSpPr>
        <p:spPr>
          <a:xfrm>
            <a:off x="3756208" y="401409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628A4B-2F33-ACDF-142A-E4FDA3B9095E}"/>
              </a:ext>
            </a:extLst>
          </p:cNvPr>
          <p:cNvSpPr/>
          <p:nvPr/>
        </p:nvSpPr>
        <p:spPr>
          <a:xfrm>
            <a:off x="2500349" y="372960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3349F9-92A9-70F0-8876-E75C0E8368E9}"/>
              </a:ext>
            </a:extLst>
          </p:cNvPr>
          <p:cNvSpPr/>
          <p:nvPr/>
        </p:nvSpPr>
        <p:spPr>
          <a:xfrm>
            <a:off x="2996731" y="340812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E6EAF29-560A-C132-2B79-6D6C91872ED5}"/>
              </a:ext>
            </a:extLst>
          </p:cNvPr>
          <p:cNvSpPr/>
          <p:nvPr/>
        </p:nvSpPr>
        <p:spPr>
          <a:xfrm>
            <a:off x="2357423" y="310054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5319340-F65F-74B0-A61A-AACF539995DD}"/>
              </a:ext>
            </a:extLst>
          </p:cNvPr>
          <p:cNvSpPr/>
          <p:nvPr/>
        </p:nvSpPr>
        <p:spPr>
          <a:xfrm>
            <a:off x="2532685" y="250903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5E9931F-7F18-0AB0-349D-0D1951B32538}"/>
              </a:ext>
            </a:extLst>
          </p:cNvPr>
          <p:cNvSpPr/>
          <p:nvPr/>
        </p:nvSpPr>
        <p:spPr>
          <a:xfrm>
            <a:off x="3643704" y="279821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B93AD22-E846-2C4B-9557-9BF7246403F4}"/>
              </a:ext>
            </a:extLst>
          </p:cNvPr>
          <p:cNvSpPr/>
          <p:nvPr/>
        </p:nvSpPr>
        <p:spPr>
          <a:xfrm>
            <a:off x="1449416" y="2840283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21AC17-A5BD-A169-D314-1926C4F14D26}"/>
              </a:ext>
            </a:extLst>
          </p:cNvPr>
          <p:cNvSpPr txBox="1"/>
          <p:nvPr/>
        </p:nvSpPr>
        <p:spPr>
          <a:xfrm>
            <a:off x="5337860" y="1361185"/>
            <a:ext cx="32741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High press: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 with the fullback</a:t>
            </a: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90B042D-3340-2C9F-A5A4-CBBE9790A60F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360088" y="2192182"/>
            <a:ext cx="15568" cy="1832675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98B182F-EC9E-8D98-66C6-B6752D6ECE0E}"/>
              </a:ext>
            </a:extLst>
          </p:cNvPr>
          <p:cNvCxnSpPr>
            <a:cxnSpLocks/>
            <a:stCxn id="36" idx="6"/>
          </p:cNvCxnSpPr>
          <p:nvPr/>
        </p:nvCxnSpPr>
        <p:spPr>
          <a:xfrm flipV="1">
            <a:off x="1701416" y="2210883"/>
            <a:ext cx="515908" cy="755400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2685BFD-E09C-3945-02AF-B006635FA216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2658685" y="2239254"/>
            <a:ext cx="234535" cy="269783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172F3C7-E501-21AC-D007-83D3CA6E5343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3474133" y="2457648"/>
            <a:ext cx="206476" cy="377471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728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604909-7B2B-4C39-F375-5F3380303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173291-645F-5F3C-D156-E4245973956A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High press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171789-2207-B46A-87A4-EF84260B58E7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21893B-231F-3F19-0744-E2D8799FF796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3C5244-9C68-A689-4DB2-B411646AF406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9210EA-37D5-31EA-725C-650DBB3E3984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63ACBDE-5F21-BCD9-BB76-1DF47BD5B80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8DC0DBD9-6419-ACB2-846E-F5878A2191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D867A8D6-B189-62B6-D098-C26E50CDD80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1BAA6964-C663-13D0-BC70-12D560BB92CE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ACE8167-5287-D817-19E5-E8CC5FBD9215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62F9F096-E24C-7D18-3C92-2E260301D52D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1EF8F885-409B-3C03-4622-2A8C14ADA1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6F3871E9-5196-106D-355C-BF1879DC92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03855C8D-461A-C8C0-E8FA-7E49904C466C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B06998DA-5EFE-E6C2-0548-0E657449CDCE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EA73E76D-E0B8-0C57-5000-04BB5228B6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E1DC0EEA-2336-2493-B396-E9334069AA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B391C7AF-EB1B-C799-65E1-9F779BB9B223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02E24BB0-D9CF-6E5D-8D2A-99061CF54AF7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2E1FA0B4-A23F-BE7A-CEAD-EE3E4C000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8819D157-5230-F4D2-CB23-696F03A64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56D0F909-A41C-E761-4937-090A2671E817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E33ACA7A-865D-2C67-1C7A-ADEA742EB846}"/>
              </a:ext>
            </a:extLst>
          </p:cNvPr>
          <p:cNvSpPr/>
          <p:nvPr/>
        </p:nvSpPr>
        <p:spPr>
          <a:xfrm>
            <a:off x="2309710" y="348887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559159-28DD-A425-CB5A-F4497BE3ACCF}"/>
              </a:ext>
            </a:extLst>
          </p:cNvPr>
          <p:cNvSpPr/>
          <p:nvPr/>
        </p:nvSpPr>
        <p:spPr>
          <a:xfrm>
            <a:off x="2206978" y="427331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"/>
              </a:rPr>
              <a:t>1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1D3735A-CFE6-2BB2-7F3E-A73D8ADA2FDF}"/>
              </a:ext>
            </a:extLst>
          </p:cNvPr>
          <p:cNvSpPr/>
          <p:nvPr/>
        </p:nvSpPr>
        <p:spPr>
          <a:xfrm>
            <a:off x="1185303" y="333857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B5856D-8864-E56E-D0E9-5D03B2AD4791}"/>
              </a:ext>
            </a:extLst>
          </p:cNvPr>
          <p:cNvSpPr/>
          <p:nvPr/>
        </p:nvSpPr>
        <p:spPr>
          <a:xfrm>
            <a:off x="1323416" y="218926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5BAD5F5-EA0D-621F-2C04-43651402AE9B}"/>
              </a:ext>
            </a:extLst>
          </p:cNvPr>
          <p:cNvSpPr/>
          <p:nvPr/>
        </p:nvSpPr>
        <p:spPr>
          <a:xfrm>
            <a:off x="3481382" y="349221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FF6745A-4011-B475-7F34-05955EEF8573}"/>
              </a:ext>
            </a:extLst>
          </p:cNvPr>
          <p:cNvSpPr/>
          <p:nvPr/>
        </p:nvSpPr>
        <p:spPr>
          <a:xfrm>
            <a:off x="2626349" y="290708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3A38E7A-D3AF-4C41-F35E-46691F0233AE}"/>
              </a:ext>
            </a:extLst>
          </p:cNvPr>
          <p:cNvSpPr/>
          <p:nvPr/>
        </p:nvSpPr>
        <p:spPr>
          <a:xfrm>
            <a:off x="2038601" y="2747648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A5CE45E-AD99-6D0A-D82D-D8CA1C56855F}"/>
              </a:ext>
            </a:extLst>
          </p:cNvPr>
          <p:cNvSpPr/>
          <p:nvPr/>
        </p:nvSpPr>
        <p:spPr>
          <a:xfrm>
            <a:off x="2330251" y="2438403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01F958F-BD4C-AE18-C673-5047FD8E3FAF}"/>
              </a:ext>
            </a:extLst>
          </p:cNvPr>
          <p:cNvSpPr/>
          <p:nvPr/>
        </p:nvSpPr>
        <p:spPr>
          <a:xfrm>
            <a:off x="2635823" y="185799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3913623-99A1-20A7-189F-B74C7E0939D0}"/>
              </a:ext>
            </a:extLst>
          </p:cNvPr>
          <p:cNvSpPr/>
          <p:nvPr/>
        </p:nvSpPr>
        <p:spPr>
          <a:xfrm>
            <a:off x="3397594" y="206409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CA707F5-5968-5B12-C476-77D474B73AB9}"/>
              </a:ext>
            </a:extLst>
          </p:cNvPr>
          <p:cNvSpPr/>
          <p:nvPr/>
        </p:nvSpPr>
        <p:spPr>
          <a:xfrm>
            <a:off x="1880533" y="182430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AA8F13-1BF5-C39B-2E9A-C30CD6709081}"/>
              </a:ext>
            </a:extLst>
          </p:cNvPr>
          <p:cNvSpPr txBox="1"/>
          <p:nvPr/>
        </p:nvSpPr>
        <p:spPr>
          <a:xfrm>
            <a:off x="5337859" y="1361185"/>
            <a:ext cx="346219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High press: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With the fullback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We end with the same shape</a:t>
            </a:r>
          </a:p>
        </p:txBody>
      </p:sp>
      <p:pic>
        <p:nvPicPr>
          <p:cNvPr id="37" name="Picture 36" descr="nike-soccer-ball-png.jpg">
            <a:extLst>
              <a:ext uri="{FF2B5EF4-FFF2-40B4-BE49-F238E27FC236}">
                <a16:creationId xmlns:a16="http://schemas.microsoft.com/office/drawing/2014/main" id="{AAD4F546-E4E3-B4EB-0331-504BA4245B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1845810" y="1668565"/>
            <a:ext cx="126000" cy="124934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15E949E4-9236-C609-A4BF-9817D8D27150}"/>
              </a:ext>
            </a:extLst>
          </p:cNvPr>
          <p:cNvSpPr/>
          <p:nvPr/>
        </p:nvSpPr>
        <p:spPr>
          <a:xfrm>
            <a:off x="1814770" y="1472835"/>
            <a:ext cx="180000" cy="180000"/>
          </a:xfrm>
          <a:prstGeom prst="ellipse">
            <a:avLst/>
          </a:prstGeom>
          <a:solidFill>
            <a:srgbClr val="00563B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9286FB2-CFB7-B60C-6277-1E73F7DB5E46}"/>
              </a:ext>
            </a:extLst>
          </p:cNvPr>
          <p:cNvCxnSpPr>
            <a:cxnSpLocks/>
          </p:cNvCxnSpPr>
          <p:nvPr/>
        </p:nvCxnSpPr>
        <p:spPr>
          <a:xfrm>
            <a:off x="1296890" y="1996987"/>
            <a:ext cx="104067" cy="12891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3313C92-EB23-9D9B-4D09-9689E8C302D9}"/>
              </a:ext>
            </a:extLst>
          </p:cNvPr>
          <p:cNvCxnSpPr>
            <a:cxnSpLocks/>
          </p:cNvCxnSpPr>
          <p:nvPr/>
        </p:nvCxnSpPr>
        <p:spPr>
          <a:xfrm flipH="1">
            <a:off x="1294456" y="1999057"/>
            <a:ext cx="101971" cy="12684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3F2EAA1-0F44-79FF-CAD2-513EC37B7491}"/>
              </a:ext>
            </a:extLst>
          </p:cNvPr>
          <p:cNvCxnSpPr>
            <a:cxnSpLocks/>
          </p:cNvCxnSpPr>
          <p:nvPr/>
        </p:nvCxnSpPr>
        <p:spPr>
          <a:xfrm>
            <a:off x="3890489" y="1805438"/>
            <a:ext cx="104067" cy="12891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C1B516D-89C9-F83E-2560-A56DFDFEFBB0}"/>
              </a:ext>
            </a:extLst>
          </p:cNvPr>
          <p:cNvCxnSpPr>
            <a:cxnSpLocks/>
          </p:cNvCxnSpPr>
          <p:nvPr/>
        </p:nvCxnSpPr>
        <p:spPr>
          <a:xfrm flipH="1">
            <a:off x="3888055" y="1807508"/>
            <a:ext cx="101971" cy="12684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A6DCBBE-0887-423E-9E71-797C5132C88A}"/>
              </a:ext>
            </a:extLst>
          </p:cNvPr>
          <p:cNvCxnSpPr>
            <a:cxnSpLocks/>
          </p:cNvCxnSpPr>
          <p:nvPr/>
        </p:nvCxnSpPr>
        <p:spPr>
          <a:xfrm>
            <a:off x="2960708" y="1655834"/>
            <a:ext cx="104067" cy="12891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88248B9-C20E-E2F3-142F-34875A99F483}"/>
              </a:ext>
            </a:extLst>
          </p:cNvPr>
          <p:cNvCxnSpPr>
            <a:cxnSpLocks/>
          </p:cNvCxnSpPr>
          <p:nvPr/>
        </p:nvCxnSpPr>
        <p:spPr>
          <a:xfrm flipH="1">
            <a:off x="2958274" y="1657904"/>
            <a:ext cx="101971" cy="12684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A7D8C54-8C05-AD7C-3E8C-3EAFCEAA5060}"/>
              </a:ext>
            </a:extLst>
          </p:cNvPr>
          <p:cNvCxnSpPr>
            <a:cxnSpLocks/>
          </p:cNvCxnSpPr>
          <p:nvPr/>
        </p:nvCxnSpPr>
        <p:spPr>
          <a:xfrm>
            <a:off x="2592990" y="1413951"/>
            <a:ext cx="104067" cy="12891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D03948F-6411-6B97-96D0-FFD386501377}"/>
              </a:ext>
            </a:extLst>
          </p:cNvPr>
          <p:cNvCxnSpPr>
            <a:cxnSpLocks/>
          </p:cNvCxnSpPr>
          <p:nvPr/>
        </p:nvCxnSpPr>
        <p:spPr>
          <a:xfrm flipH="1">
            <a:off x="2590556" y="1416021"/>
            <a:ext cx="101971" cy="12684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8AF559D-0C62-448C-4415-5DD9FD69F1CC}"/>
              </a:ext>
            </a:extLst>
          </p:cNvPr>
          <p:cNvCxnSpPr>
            <a:cxnSpLocks/>
          </p:cNvCxnSpPr>
          <p:nvPr/>
        </p:nvCxnSpPr>
        <p:spPr>
          <a:xfrm>
            <a:off x="2242050" y="3395153"/>
            <a:ext cx="104067" cy="12891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0B959A2-3EF9-D8C4-B55F-2712C502621E}"/>
              </a:ext>
            </a:extLst>
          </p:cNvPr>
          <p:cNvCxnSpPr>
            <a:cxnSpLocks/>
          </p:cNvCxnSpPr>
          <p:nvPr/>
        </p:nvCxnSpPr>
        <p:spPr>
          <a:xfrm flipH="1">
            <a:off x="2239616" y="3397223"/>
            <a:ext cx="101971" cy="12684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7531F64-C077-6BB1-F250-6CB0F8F8DE32}"/>
              </a:ext>
            </a:extLst>
          </p:cNvPr>
          <p:cNvCxnSpPr>
            <a:cxnSpLocks/>
          </p:cNvCxnSpPr>
          <p:nvPr/>
        </p:nvCxnSpPr>
        <p:spPr>
          <a:xfrm>
            <a:off x="1085766" y="3128103"/>
            <a:ext cx="104067" cy="12891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6DF17E0-2F18-2AD0-3D42-D22D3DA0D02B}"/>
              </a:ext>
            </a:extLst>
          </p:cNvPr>
          <p:cNvCxnSpPr>
            <a:cxnSpLocks/>
          </p:cNvCxnSpPr>
          <p:nvPr/>
        </p:nvCxnSpPr>
        <p:spPr>
          <a:xfrm flipH="1">
            <a:off x="1083332" y="3130173"/>
            <a:ext cx="101971" cy="12684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502E50E-7CCE-BD2E-A59F-49A291C582AE}"/>
              </a:ext>
            </a:extLst>
          </p:cNvPr>
          <p:cNvCxnSpPr>
            <a:cxnSpLocks/>
          </p:cNvCxnSpPr>
          <p:nvPr/>
        </p:nvCxnSpPr>
        <p:spPr>
          <a:xfrm>
            <a:off x="2328736" y="2273823"/>
            <a:ext cx="104067" cy="12891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EAD75D1-3762-AEE2-09F8-E72161A1D729}"/>
              </a:ext>
            </a:extLst>
          </p:cNvPr>
          <p:cNvCxnSpPr>
            <a:cxnSpLocks/>
          </p:cNvCxnSpPr>
          <p:nvPr/>
        </p:nvCxnSpPr>
        <p:spPr>
          <a:xfrm flipH="1">
            <a:off x="2326302" y="2275893"/>
            <a:ext cx="101971" cy="12684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6D0C7D1-34B8-12AD-D37A-E074EED14DF9}"/>
              </a:ext>
            </a:extLst>
          </p:cNvPr>
          <p:cNvCxnSpPr>
            <a:cxnSpLocks/>
          </p:cNvCxnSpPr>
          <p:nvPr/>
        </p:nvCxnSpPr>
        <p:spPr>
          <a:xfrm>
            <a:off x="2095242" y="2577225"/>
            <a:ext cx="104067" cy="12891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247928F-A587-5CE8-F052-732F21419F47}"/>
              </a:ext>
            </a:extLst>
          </p:cNvPr>
          <p:cNvCxnSpPr>
            <a:cxnSpLocks/>
          </p:cNvCxnSpPr>
          <p:nvPr/>
        </p:nvCxnSpPr>
        <p:spPr>
          <a:xfrm flipH="1">
            <a:off x="2092808" y="2579295"/>
            <a:ext cx="101971" cy="12684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F8D0A4D-1153-5297-D96F-A81A830EC6D1}"/>
              </a:ext>
            </a:extLst>
          </p:cNvPr>
          <p:cNvCxnSpPr>
            <a:cxnSpLocks/>
          </p:cNvCxnSpPr>
          <p:nvPr/>
        </p:nvCxnSpPr>
        <p:spPr>
          <a:xfrm>
            <a:off x="2734204" y="2729625"/>
            <a:ext cx="104067" cy="12891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B0CC02A-DFA8-8E26-A3AC-1B44A37BB329}"/>
              </a:ext>
            </a:extLst>
          </p:cNvPr>
          <p:cNvCxnSpPr>
            <a:cxnSpLocks/>
          </p:cNvCxnSpPr>
          <p:nvPr/>
        </p:nvCxnSpPr>
        <p:spPr>
          <a:xfrm flipH="1">
            <a:off x="2731770" y="2731695"/>
            <a:ext cx="101971" cy="12684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6FF7C88-57AC-2AB0-6151-EA7BE3A424E0}"/>
              </a:ext>
            </a:extLst>
          </p:cNvPr>
          <p:cNvCxnSpPr>
            <a:cxnSpLocks/>
          </p:cNvCxnSpPr>
          <p:nvPr/>
        </p:nvCxnSpPr>
        <p:spPr>
          <a:xfrm>
            <a:off x="3775838" y="3251141"/>
            <a:ext cx="104067" cy="12891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4D6FDEA-3855-6D62-7993-47708EF53ACE}"/>
              </a:ext>
            </a:extLst>
          </p:cNvPr>
          <p:cNvCxnSpPr>
            <a:cxnSpLocks/>
          </p:cNvCxnSpPr>
          <p:nvPr/>
        </p:nvCxnSpPr>
        <p:spPr>
          <a:xfrm flipH="1">
            <a:off x="3773404" y="3253211"/>
            <a:ext cx="101971" cy="126843"/>
          </a:xfrm>
          <a:prstGeom prst="line">
            <a:avLst/>
          </a:prstGeom>
          <a:ln>
            <a:solidFill>
              <a:srgbClr val="005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5421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8EFE51-9167-6D6A-C1CA-326732B3F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B8B44D-61C0-AFF6-650B-8994930266A0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Low-block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0F5ECB-1807-69E9-FA41-91D6D586CC24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3BEF43-8C6A-4739-2C1E-EB270D7DB63B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4E3529-9A46-4A5B-6DD6-50D972E15A00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238D85-D102-60B7-7BFF-6A6A599F911C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D99C9C9-E6A5-1E51-2AE6-F2B578DDE89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584B8C89-A974-A392-4CEE-F34E0D0C83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338B0D71-B756-4671-2A9F-F7EEAC37611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833CC85-DAAC-980D-B596-9EDCD321E07A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190387A-CFC3-40A2-6B8F-C8B91AEB20E3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7E9B0EB7-EE9C-EB44-9152-3CA9895AC0EF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DA307EB1-3184-4DFB-59DA-8936896784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3C2A93CA-B729-1AB3-8412-009B19C728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90684F74-4CA4-1233-DB61-9A6D12E62A87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70712E97-06BD-6AFF-5742-6494719AC205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07C40110-13C2-206C-7318-BE4B431BE4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CEA35052-E372-2A0D-AD4C-712194DCF3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11E9F0F-387E-3A37-DE45-0A7B15F8EBB8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060E31AA-7F52-D7E6-637F-0EDF74230D87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2A76F801-CF4A-78DD-CBAC-750D22A7E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2FF8EB41-B770-51BE-9F02-2722BECF71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05590866-A6CD-39E1-1EDF-7F4C4C14D999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72F185C8-FF0D-F1C0-96C6-9BE6F271F57F}"/>
              </a:ext>
            </a:extLst>
          </p:cNvPr>
          <p:cNvSpPr/>
          <p:nvPr/>
        </p:nvSpPr>
        <p:spPr>
          <a:xfrm>
            <a:off x="3049787" y="507334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E49B27-2E85-9E49-CD7A-56B121B3FB44}"/>
              </a:ext>
            </a:extLst>
          </p:cNvPr>
          <p:cNvSpPr/>
          <p:nvPr/>
        </p:nvSpPr>
        <p:spPr>
          <a:xfrm>
            <a:off x="2543531" y="5767056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"/>
              </a:rPr>
              <a:t>1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B6DEAC6-235D-CC6B-0CF2-9D15917CF69D}"/>
              </a:ext>
            </a:extLst>
          </p:cNvPr>
          <p:cNvSpPr/>
          <p:nvPr/>
        </p:nvSpPr>
        <p:spPr>
          <a:xfrm>
            <a:off x="2109405" y="5114966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1B4A50C-2757-81A9-20C5-3853DD17CC71}"/>
              </a:ext>
            </a:extLst>
          </p:cNvPr>
          <p:cNvSpPr/>
          <p:nvPr/>
        </p:nvSpPr>
        <p:spPr>
          <a:xfrm>
            <a:off x="1487970" y="503518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CD07387-185C-933E-5969-3412644BC4DC}"/>
              </a:ext>
            </a:extLst>
          </p:cNvPr>
          <p:cNvSpPr/>
          <p:nvPr/>
        </p:nvSpPr>
        <p:spPr>
          <a:xfrm>
            <a:off x="3750268" y="498229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3516B1A-7070-281D-037C-7C0DC7046D7F}"/>
              </a:ext>
            </a:extLst>
          </p:cNvPr>
          <p:cNvSpPr/>
          <p:nvPr/>
        </p:nvSpPr>
        <p:spPr>
          <a:xfrm>
            <a:off x="2946397" y="467708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31960FF-E028-3069-1EAA-2A2184BA2CAB}"/>
              </a:ext>
            </a:extLst>
          </p:cNvPr>
          <p:cNvSpPr/>
          <p:nvPr/>
        </p:nvSpPr>
        <p:spPr>
          <a:xfrm>
            <a:off x="2217393" y="4673543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69A2BFA-38A3-5BCA-7DE1-0366196A24C1}"/>
              </a:ext>
            </a:extLst>
          </p:cNvPr>
          <p:cNvSpPr/>
          <p:nvPr/>
        </p:nvSpPr>
        <p:spPr>
          <a:xfrm>
            <a:off x="2556464" y="440816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5625CF-FAF4-5EF0-10DC-5492D9CCF7FF}"/>
              </a:ext>
            </a:extLst>
          </p:cNvPr>
          <p:cNvSpPr/>
          <p:nvPr/>
        </p:nvSpPr>
        <p:spPr>
          <a:xfrm>
            <a:off x="2562741" y="393451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1F79881-6CFB-34D3-607E-A0ED41880F65}"/>
              </a:ext>
            </a:extLst>
          </p:cNvPr>
          <p:cNvSpPr/>
          <p:nvPr/>
        </p:nvSpPr>
        <p:spPr>
          <a:xfrm>
            <a:off x="3571457" y="431234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A9A920E-CDE7-67EF-C9D7-66D47C525A17}"/>
              </a:ext>
            </a:extLst>
          </p:cNvPr>
          <p:cNvSpPr/>
          <p:nvPr/>
        </p:nvSpPr>
        <p:spPr>
          <a:xfrm>
            <a:off x="1613970" y="437846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307A86-5527-5609-E2D5-30AA2FF4748D}"/>
              </a:ext>
            </a:extLst>
          </p:cNvPr>
          <p:cNvSpPr txBox="1"/>
          <p:nvPr/>
        </p:nvSpPr>
        <p:spPr>
          <a:xfrm>
            <a:off x="5337860" y="1361185"/>
            <a:ext cx="35041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Low-block: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We know this one.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sit in and use our principles.</a:t>
            </a: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987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D23E65-DF27-36CE-2BCE-AB39E07D1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381DE6-A0AE-824E-56E6-EBB69B7FF98E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Low-block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F91646-ACF9-CED0-3695-5A45E2418AB0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09A92A-A60D-1F36-F439-78BB4DBB27CE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CFE84-848C-9A56-BE2A-A7CF24FF77E1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AC36E1E-1250-4DCE-40A2-321EFBFEFED9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3F6A481-327A-CD9B-7183-B78C4A0C58A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835B4304-36DD-19D9-3A08-F35443C274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6B286C49-B524-A49F-10B2-FED681B4F6C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81E4AE7-32DF-DE7A-7EFA-A1A333539D22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74D1C2C-B5FB-53B7-F5DA-4F2ACA3B42BF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E71876DC-C4C5-3A6E-BCA0-0FEB9C106C13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7965144D-6229-CF23-BB35-9D68BE2F7D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EE84EDE2-0549-92F5-FEF4-4C6B2FC8D7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4D049E00-D136-EAFE-DDE3-F88CF8F03D87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2D337015-15F7-3D71-2AB4-E73BCBCCF6A1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2875C023-3EC1-0441-60AA-0D965084C8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FAF3121B-F38C-89D4-1957-3E7E369D8A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17EA175F-A926-497A-E063-A73F530E571B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EBBCB027-C5F3-16FD-93FD-97DDDBD73885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F2118265-F501-763D-EBF1-A38199439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84603366-EECE-1403-5476-F66446C4B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4001816A-FBC9-2E92-B148-B8D6FDAA8DEE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F2ED2F18-C6EC-C654-9EEE-D1AC1A09730D}"/>
              </a:ext>
            </a:extLst>
          </p:cNvPr>
          <p:cNvSpPr/>
          <p:nvPr/>
        </p:nvSpPr>
        <p:spPr>
          <a:xfrm>
            <a:off x="3049787" y="507334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9B82CD7-7815-FCFD-3620-2404F712D264}"/>
              </a:ext>
            </a:extLst>
          </p:cNvPr>
          <p:cNvSpPr/>
          <p:nvPr/>
        </p:nvSpPr>
        <p:spPr>
          <a:xfrm>
            <a:off x="2543531" y="5767056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"/>
              </a:rPr>
              <a:t>1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B059DCD-02E4-41D7-CE98-2CDD4B9AE62B}"/>
              </a:ext>
            </a:extLst>
          </p:cNvPr>
          <p:cNvSpPr/>
          <p:nvPr/>
        </p:nvSpPr>
        <p:spPr>
          <a:xfrm>
            <a:off x="2109405" y="5114966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2CE70E-79F4-A3BF-D0C7-B2BC152B41F3}"/>
              </a:ext>
            </a:extLst>
          </p:cNvPr>
          <p:cNvSpPr/>
          <p:nvPr/>
        </p:nvSpPr>
        <p:spPr>
          <a:xfrm>
            <a:off x="1487970" y="503518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A45850-90D9-1B2F-CB7B-546D95448282}"/>
              </a:ext>
            </a:extLst>
          </p:cNvPr>
          <p:cNvSpPr/>
          <p:nvPr/>
        </p:nvSpPr>
        <p:spPr>
          <a:xfrm>
            <a:off x="3750268" y="498229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0156CF6-0116-AD95-77E4-08C37E531E81}"/>
              </a:ext>
            </a:extLst>
          </p:cNvPr>
          <p:cNvSpPr/>
          <p:nvPr/>
        </p:nvSpPr>
        <p:spPr>
          <a:xfrm>
            <a:off x="2946397" y="467708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91309D-60CA-34A8-A095-B15521ADCA12}"/>
              </a:ext>
            </a:extLst>
          </p:cNvPr>
          <p:cNvSpPr/>
          <p:nvPr/>
        </p:nvSpPr>
        <p:spPr>
          <a:xfrm>
            <a:off x="2217393" y="4673543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84114FD-56AC-E83B-35BA-86EB3DC1405E}"/>
              </a:ext>
            </a:extLst>
          </p:cNvPr>
          <p:cNvSpPr/>
          <p:nvPr/>
        </p:nvSpPr>
        <p:spPr>
          <a:xfrm>
            <a:off x="2556464" y="440816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D08FEFA-7968-CF1D-97DF-32B4AA682994}"/>
              </a:ext>
            </a:extLst>
          </p:cNvPr>
          <p:cNvSpPr/>
          <p:nvPr/>
        </p:nvSpPr>
        <p:spPr>
          <a:xfrm>
            <a:off x="2328383" y="375293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CFC27C5-72D4-2BA2-953E-885056891C38}"/>
              </a:ext>
            </a:extLst>
          </p:cNvPr>
          <p:cNvSpPr/>
          <p:nvPr/>
        </p:nvSpPr>
        <p:spPr>
          <a:xfrm>
            <a:off x="3571457" y="431234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DDA01E8-9EDE-96D2-EC5D-6F253C66B1E1}"/>
              </a:ext>
            </a:extLst>
          </p:cNvPr>
          <p:cNvSpPr/>
          <p:nvPr/>
        </p:nvSpPr>
        <p:spPr>
          <a:xfrm>
            <a:off x="1613970" y="437846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A24CCD-84E8-DCAC-A437-6E7CA85059B6}"/>
              </a:ext>
            </a:extLst>
          </p:cNvPr>
          <p:cNvSpPr txBox="1"/>
          <p:nvPr/>
        </p:nvSpPr>
        <p:spPr>
          <a:xfrm>
            <a:off x="5337860" y="1361185"/>
            <a:ext cx="35869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Low-block: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We know this one.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sit in and use our principles.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9s job is to filter play one-way</a:t>
            </a: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4091720-3512-18AA-70D5-AA18B4757F97}"/>
              </a:ext>
            </a:extLst>
          </p:cNvPr>
          <p:cNvCxnSpPr>
            <a:cxnSpLocks/>
            <a:endCxn id="14" idx="6"/>
          </p:cNvCxnSpPr>
          <p:nvPr/>
        </p:nvCxnSpPr>
        <p:spPr>
          <a:xfrm flipH="1" flipV="1">
            <a:off x="2580383" y="3878939"/>
            <a:ext cx="407920" cy="298872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6FAC360B-545B-9E58-2A32-26AD22067116}"/>
              </a:ext>
            </a:extLst>
          </p:cNvPr>
          <p:cNvSpPr/>
          <p:nvPr/>
        </p:nvSpPr>
        <p:spPr>
          <a:xfrm>
            <a:off x="2041273" y="3712698"/>
            <a:ext cx="180000" cy="180000"/>
          </a:xfrm>
          <a:prstGeom prst="ellipse">
            <a:avLst/>
          </a:prstGeom>
          <a:solidFill>
            <a:srgbClr val="00563B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84B52A8-4BF0-3408-9D44-6B1A8B1298FF}"/>
              </a:ext>
            </a:extLst>
          </p:cNvPr>
          <p:cNvSpPr/>
          <p:nvPr/>
        </p:nvSpPr>
        <p:spPr>
          <a:xfrm>
            <a:off x="1203771" y="4024489"/>
            <a:ext cx="180000" cy="180000"/>
          </a:xfrm>
          <a:prstGeom prst="ellipse">
            <a:avLst/>
          </a:prstGeom>
          <a:solidFill>
            <a:srgbClr val="00563B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5974E9E-949D-B08D-F13A-D0277B1D7005}"/>
              </a:ext>
            </a:extLst>
          </p:cNvPr>
          <p:cNvSpPr/>
          <p:nvPr/>
        </p:nvSpPr>
        <p:spPr>
          <a:xfrm>
            <a:off x="3872871" y="4025887"/>
            <a:ext cx="180000" cy="180000"/>
          </a:xfrm>
          <a:prstGeom prst="ellipse">
            <a:avLst/>
          </a:prstGeom>
          <a:solidFill>
            <a:srgbClr val="00563B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E5883DC-98EC-764C-9FC7-4873069E9C06}"/>
              </a:ext>
            </a:extLst>
          </p:cNvPr>
          <p:cNvSpPr/>
          <p:nvPr/>
        </p:nvSpPr>
        <p:spPr>
          <a:xfrm>
            <a:off x="3043758" y="3733670"/>
            <a:ext cx="180000" cy="180000"/>
          </a:xfrm>
          <a:prstGeom prst="ellipse">
            <a:avLst/>
          </a:prstGeom>
          <a:solidFill>
            <a:srgbClr val="00563B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pic>
        <p:nvPicPr>
          <p:cNvPr id="46" name="Picture 45" descr="nike-soccer-ball-png.jpg">
            <a:extLst>
              <a:ext uri="{FF2B5EF4-FFF2-40B4-BE49-F238E27FC236}">
                <a16:creationId xmlns:a16="http://schemas.microsoft.com/office/drawing/2014/main" id="{844D5716-0F84-7E4A-F69D-E973AA5479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1921311" y="3832927"/>
            <a:ext cx="126000" cy="124934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98563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71317</TotalTime>
  <Words>1253</Words>
  <PresentationFormat>On-screen Show (4:3)</PresentationFormat>
  <Paragraphs>442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Segoe UI</vt:lpstr>
      <vt:lpstr>Segoe UI Black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subject/>
  <cp:keywords/>
  <dc:description/>
  <cp:lastPrinted>2025-05-31T08:37:08Z</cp:lastPrinted>
  <dcterms:created xsi:type="dcterms:W3CDTF">2012-12-19T23:59:41Z</dcterms:created>
  <dcterms:modified xsi:type="dcterms:W3CDTF">2026-03-03T03:06:37Z</dcterms:modified>
  <cp:category/>
</cp:coreProperties>
</file>