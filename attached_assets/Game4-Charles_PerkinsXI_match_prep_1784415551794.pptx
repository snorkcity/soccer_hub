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353" r:id="rId3"/>
    <p:sldId id="630" r:id="rId4"/>
    <p:sldId id="614" r:id="rId5"/>
    <p:sldId id="613" r:id="rId6"/>
    <p:sldId id="622" r:id="rId7"/>
    <p:sldId id="623" r:id="rId8"/>
    <p:sldId id="635" r:id="rId9"/>
    <p:sldId id="632" r:id="rId10"/>
    <p:sldId id="626" r:id="rId11"/>
    <p:sldId id="627" r:id="rId12"/>
    <p:sldId id="628" r:id="rId13"/>
    <p:sldId id="629" r:id="rId14"/>
    <p:sldId id="631" r:id="rId15"/>
  </p:sldIdLst>
  <p:sldSz cx="9144000" cy="6858000" type="screen4x3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hony Frost" initials="AF" lastIdx="2" clrIdx="0">
    <p:extLst>
      <p:ext uri="{19B8F6BF-5375-455C-9EA6-DF929625EA0E}">
        <p15:presenceInfo xmlns:p15="http://schemas.microsoft.com/office/powerpoint/2012/main" userId="ec08b7a8-6e9d-435a-90c9-0b707f07fc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3B"/>
    <a:srgbClr val="FFD700"/>
    <a:srgbClr val="FFDD33"/>
    <a:srgbClr val="CC7722"/>
    <a:srgbClr val="7B1C3D"/>
    <a:srgbClr val="00205B"/>
    <a:srgbClr val="0099CC"/>
    <a:srgbClr val="87CEEB"/>
    <a:srgbClr val="2F00FF"/>
    <a:srgbClr val="E7DB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929E94-5674-41B2-8DD2-4DE2C12D3A38}" v="36" dt="2025-07-17T23:02:53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42" autoAdjust="0"/>
    <p:restoredTop sz="80169" autoAdjust="0"/>
  </p:normalViewPr>
  <p:slideViewPr>
    <p:cSldViewPr snapToGrid="0" snapToObjects="1">
      <p:cViewPr varScale="1">
        <p:scale>
          <a:sx n="109" d="100"/>
          <a:sy n="109" d="100"/>
        </p:scale>
        <p:origin x="126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conlon" userId="715640cfe8348987" providerId="LiveId" clId="{E6D48B93-8464-438F-ADB9-CD2585BE6BC9}"/>
    <pc:docChg chg="custSel delSld modSld">
      <pc:chgData name="scott conlon" userId="715640cfe8348987" providerId="LiveId" clId="{E6D48B93-8464-438F-ADB9-CD2585BE6BC9}" dt="2025-07-09T02:16:27.141" v="23" actId="47"/>
      <pc:docMkLst>
        <pc:docMk/>
      </pc:docMkLst>
      <pc:sldChg chg="modSp mod">
        <pc:chgData name="scott conlon" userId="715640cfe8348987" providerId="LiveId" clId="{E6D48B93-8464-438F-ADB9-CD2585BE6BC9}" dt="2025-07-09T02:14:50.832" v="20" actId="20577"/>
        <pc:sldMkLst>
          <pc:docMk/>
          <pc:sldMk cId="1470261100" sldId="353"/>
        </pc:sldMkLst>
        <pc:spChg chg="mod">
          <ac:chgData name="scott conlon" userId="715640cfe8348987" providerId="LiveId" clId="{E6D48B93-8464-438F-ADB9-CD2585BE6BC9}" dt="2025-07-09T02:14:50.832" v="20" actId="20577"/>
          <ac:spMkLst>
            <pc:docMk/>
            <pc:sldMk cId="1470261100" sldId="353"/>
            <ac:spMk id="3" creationId="{B1711341-68F7-362C-75F1-F2C80DC26DCC}"/>
          </ac:spMkLst>
        </pc:spChg>
      </pc:sldChg>
      <pc:sldChg chg="del">
        <pc:chgData name="scott conlon" userId="715640cfe8348987" providerId="LiveId" clId="{E6D48B93-8464-438F-ADB9-CD2585BE6BC9}" dt="2025-07-09T02:16:27.141" v="23" actId="47"/>
        <pc:sldMkLst>
          <pc:docMk/>
          <pc:sldMk cId="2277098697" sldId="354"/>
        </pc:sldMkLst>
      </pc:sldChg>
      <pc:sldChg chg="del">
        <pc:chgData name="scott conlon" userId="715640cfe8348987" providerId="LiveId" clId="{E6D48B93-8464-438F-ADB9-CD2585BE6BC9}" dt="2025-07-09T02:16:25.244" v="22" actId="47"/>
        <pc:sldMkLst>
          <pc:docMk/>
          <pc:sldMk cId="3748627366" sldId="357"/>
        </pc:sldMkLst>
      </pc:sldChg>
      <pc:sldChg chg="del">
        <pc:chgData name="scott conlon" userId="715640cfe8348987" providerId="LiveId" clId="{E6D48B93-8464-438F-ADB9-CD2585BE6BC9}" dt="2025-07-09T02:16:23.565" v="21" actId="47"/>
        <pc:sldMkLst>
          <pc:docMk/>
          <pc:sldMk cId="545862966" sldId="604"/>
        </pc:sldMkLst>
      </pc:sldChg>
    </pc:docChg>
  </pc:docChgLst>
  <pc:docChgLst>
    <pc:chgData name="scott conlon" userId="715640cfe8348987" providerId="LiveId" clId="{E89286CD-6A25-47ED-A592-F1E758DC4363}"/>
    <pc:docChg chg="undo custSel addSld delSld modSld sldOrd">
      <pc:chgData name="scott conlon" userId="715640cfe8348987" providerId="LiveId" clId="{E89286CD-6A25-47ED-A592-F1E758DC4363}" dt="2025-07-17T09:43:52.581" v="4327" actId="6549"/>
      <pc:docMkLst>
        <pc:docMk/>
      </pc:docMkLst>
      <pc:sldChg chg="modSp mod modNotesTx">
        <pc:chgData name="scott conlon" userId="715640cfe8348987" providerId="LiveId" clId="{E89286CD-6A25-47ED-A592-F1E758DC4363}" dt="2025-07-16T22:37:08.893" v="2573" actId="20577"/>
        <pc:sldMkLst>
          <pc:docMk/>
          <pc:sldMk cId="1470261100" sldId="353"/>
        </pc:sldMkLst>
        <pc:spChg chg="mod">
          <ac:chgData name="scott conlon" userId="715640cfe8348987" providerId="LiveId" clId="{E89286CD-6A25-47ED-A592-F1E758DC4363}" dt="2025-07-16T14:23:46.414" v="2001" actId="6549"/>
          <ac:spMkLst>
            <pc:docMk/>
            <pc:sldMk cId="1470261100" sldId="353"/>
            <ac:spMk id="3" creationId="{B1711341-68F7-362C-75F1-F2C80DC26DCC}"/>
          </ac:spMkLst>
        </pc:spChg>
      </pc:sldChg>
      <pc:sldChg chg="modSp del mod">
        <pc:chgData name="scott conlon" userId="715640cfe8348987" providerId="LiveId" clId="{E89286CD-6A25-47ED-A592-F1E758DC4363}" dt="2025-07-16T11:52:02.755" v="696" actId="47"/>
        <pc:sldMkLst>
          <pc:docMk/>
          <pc:sldMk cId="4082367831" sldId="607"/>
        </pc:sldMkLst>
      </pc:sldChg>
      <pc:sldChg chg="modSp del mod">
        <pc:chgData name="scott conlon" userId="715640cfe8348987" providerId="LiveId" clId="{E89286CD-6A25-47ED-A592-F1E758DC4363}" dt="2025-07-16T11:52:02.755" v="696" actId="47"/>
        <pc:sldMkLst>
          <pc:docMk/>
          <pc:sldMk cId="1998711551" sldId="608"/>
        </pc:sldMkLst>
      </pc:sldChg>
      <pc:sldChg chg="del">
        <pc:chgData name="scott conlon" userId="715640cfe8348987" providerId="LiveId" clId="{E89286CD-6A25-47ED-A592-F1E758DC4363}" dt="2025-07-16T11:52:02.755" v="696" actId="47"/>
        <pc:sldMkLst>
          <pc:docMk/>
          <pc:sldMk cId="1569679593" sldId="609"/>
        </pc:sldMkLst>
      </pc:sldChg>
      <pc:sldChg chg="del">
        <pc:chgData name="scott conlon" userId="715640cfe8348987" providerId="LiveId" clId="{E89286CD-6A25-47ED-A592-F1E758DC4363}" dt="2025-07-16T11:52:02.755" v="696" actId="47"/>
        <pc:sldMkLst>
          <pc:docMk/>
          <pc:sldMk cId="581044915" sldId="610"/>
        </pc:sldMkLst>
      </pc:sldChg>
      <pc:sldChg chg="del">
        <pc:chgData name="scott conlon" userId="715640cfe8348987" providerId="LiveId" clId="{E89286CD-6A25-47ED-A592-F1E758DC4363}" dt="2025-07-16T11:52:02.755" v="696" actId="47"/>
        <pc:sldMkLst>
          <pc:docMk/>
          <pc:sldMk cId="4139665656" sldId="611"/>
        </pc:sldMkLst>
      </pc:sldChg>
      <pc:sldChg chg="del">
        <pc:chgData name="scott conlon" userId="715640cfe8348987" providerId="LiveId" clId="{E89286CD-6A25-47ED-A592-F1E758DC4363}" dt="2025-07-16T11:52:02.755" v="696" actId="47"/>
        <pc:sldMkLst>
          <pc:docMk/>
          <pc:sldMk cId="3316831800" sldId="612"/>
        </pc:sldMkLst>
      </pc:sldChg>
      <pc:sldChg chg="modSp mod modNotesTx">
        <pc:chgData name="scott conlon" userId="715640cfe8348987" providerId="LiveId" clId="{E89286CD-6A25-47ED-A592-F1E758DC4363}" dt="2025-07-17T09:33:32.393" v="3874" actId="6549"/>
        <pc:sldMkLst>
          <pc:docMk/>
          <pc:sldMk cId="605639947" sldId="613"/>
        </pc:sldMkLst>
        <pc:spChg chg="mod">
          <ac:chgData name="scott conlon" userId="715640cfe8348987" providerId="LiveId" clId="{E89286CD-6A25-47ED-A592-F1E758DC4363}" dt="2025-07-17T09:33:32.393" v="3874" actId="6549"/>
          <ac:spMkLst>
            <pc:docMk/>
            <pc:sldMk cId="605639947" sldId="613"/>
            <ac:spMk id="2" creationId="{BB5FEE6D-6726-9350-3426-00D2D353B9F3}"/>
          </ac:spMkLst>
        </pc:spChg>
        <pc:spChg chg="mod">
          <ac:chgData name="scott conlon" userId="715640cfe8348987" providerId="LiveId" clId="{E89286CD-6A25-47ED-A592-F1E758DC4363}" dt="2025-07-16T22:48:09.750" v="3594" actId="6549"/>
          <ac:spMkLst>
            <pc:docMk/>
            <pc:sldMk cId="605639947" sldId="613"/>
            <ac:spMk id="4" creationId="{FAA3D986-5262-F3E7-9A7A-84B615FEFD27}"/>
          </ac:spMkLst>
        </pc:spChg>
      </pc:sldChg>
      <pc:sldChg chg="addSp delSp modSp mod">
        <pc:chgData name="scott conlon" userId="715640cfe8348987" providerId="LiveId" clId="{E89286CD-6A25-47ED-A592-F1E758DC4363}" dt="2025-07-16T11:49:44.691" v="686" actId="20577"/>
        <pc:sldMkLst>
          <pc:docMk/>
          <pc:sldMk cId="2025347170" sldId="614"/>
        </pc:sldMkLst>
        <pc:spChg chg="mod">
          <ac:chgData name="scott conlon" userId="715640cfe8348987" providerId="LiveId" clId="{E89286CD-6A25-47ED-A592-F1E758DC4363}" dt="2025-07-16T11:47:42.714" v="533" actId="6549"/>
          <ac:spMkLst>
            <pc:docMk/>
            <pc:sldMk cId="2025347170" sldId="614"/>
            <ac:spMk id="2" creationId="{589C6955-86BD-7351-83E5-219351C5515B}"/>
          </ac:spMkLst>
        </pc:spChg>
        <pc:spChg chg="add mod">
          <ac:chgData name="scott conlon" userId="715640cfe8348987" providerId="LiveId" clId="{E89286CD-6A25-47ED-A592-F1E758DC4363}" dt="2025-07-16T11:49:44.691" v="686" actId="20577"/>
          <ac:spMkLst>
            <pc:docMk/>
            <pc:sldMk cId="2025347170" sldId="614"/>
            <ac:spMk id="4" creationId="{148A7843-B5E5-ED6D-5FA9-9F5093E83CEE}"/>
          </ac:spMkLst>
        </pc:spChg>
        <pc:spChg chg="add mod">
          <ac:chgData name="scott conlon" userId="715640cfe8348987" providerId="LiveId" clId="{E89286CD-6A25-47ED-A592-F1E758DC4363}" dt="2025-07-09T02:32:30.423" v="439" actId="1076"/>
          <ac:spMkLst>
            <pc:docMk/>
            <pc:sldMk cId="2025347170" sldId="614"/>
            <ac:spMk id="8" creationId="{5F76841D-64F2-E419-0883-14EABABEAE4B}"/>
          </ac:spMkLst>
        </pc:spChg>
        <pc:spChg chg="mod">
          <ac:chgData name="scott conlon" userId="715640cfe8348987" providerId="LiveId" clId="{E89286CD-6A25-47ED-A592-F1E758DC4363}" dt="2025-07-09T02:31:24.582" v="331" actId="207"/>
          <ac:spMkLst>
            <pc:docMk/>
            <pc:sldMk cId="2025347170" sldId="614"/>
            <ac:spMk id="9" creationId="{85073FDA-7FA2-ADB6-AB21-94D9D63BBE35}"/>
          </ac:spMkLst>
        </pc:spChg>
        <pc:spChg chg="add mod">
          <ac:chgData name="scott conlon" userId="715640cfe8348987" providerId="LiveId" clId="{E89286CD-6A25-47ED-A592-F1E758DC4363}" dt="2025-07-09T02:32:26.452" v="438" actId="1076"/>
          <ac:spMkLst>
            <pc:docMk/>
            <pc:sldMk cId="2025347170" sldId="614"/>
            <ac:spMk id="10" creationId="{4BF2AC5C-A101-B6DB-A84F-8BC7111838C0}"/>
          </ac:spMkLst>
        </pc:spChg>
        <pc:spChg chg="add mod">
          <ac:chgData name="scott conlon" userId="715640cfe8348987" providerId="LiveId" clId="{E89286CD-6A25-47ED-A592-F1E758DC4363}" dt="2025-07-09T02:32:22.910" v="437" actId="1076"/>
          <ac:spMkLst>
            <pc:docMk/>
            <pc:sldMk cId="2025347170" sldId="614"/>
            <ac:spMk id="11" creationId="{3E3BB19D-9C4A-3202-2599-BB12F529268F}"/>
          </ac:spMkLst>
        </pc:spChg>
        <pc:spChg chg="add mod">
          <ac:chgData name="scott conlon" userId="715640cfe8348987" providerId="LiveId" clId="{E89286CD-6A25-47ED-A592-F1E758DC4363}" dt="2025-07-16T11:32:57.624" v="524" actId="1076"/>
          <ac:spMkLst>
            <pc:docMk/>
            <pc:sldMk cId="2025347170" sldId="614"/>
            <ac:spMk id="12" creationId="{FFB4184F-418A-C5A7-3F8E-F6A3CFDB2E16}"/>
          </ac:spMkLst>
        </pc:spChg>
        <pc:spChg chg="add mod">
          <ac:chgData name="scott conlon" userId="715640cfe8348987" providerId="LiveId" clId="{E89286CD-6A25-47ED-A592-F1E758DC4363}" dt="2025-07-16T11:33:08.358" v="528" actId="1076"/>
          <ac:spMkLst>
            <pc:docMk/>
            <pc:sldMk cId="2025347170" sldId="614"/>
            <ac:spMk id="13" creationId="{EA67188C-23F4-B061-8699-46E7AB0F227F}"/>
          </ac:spMkLst>
        </pc:spChg>
        <pc:spChg chg="add mod">
          <ac:chgData name="scott conlon" userId="715640cfe8348987" providerId="LiveId" clId="{E89286CD-6A25-47ED-A592-F1E758DC4363}" dt="2025-07-16T11:32:55.915" v="523" actId="1076"/>
          <ac:spMkLst>
            <pc:docMk/>
            <pc:sldMk cId="2025347170" sldId="614"/>
            <ac:spMk id="14" creationId="{B7814AC1-0187-FB79-E1C7-6B50AE6ED131}"/>
          </ac:spMkLst>
        </pc:spChg>
        <pc:spChg chg="add mod">
          <ac:chgData name="scott conlon" userId="715640cfe8348987" providerId="LiveId" clId="{E89286CD-6A25-47ED-A592-F1E758DC4363}" dt="2025-07-16T11:32:54.346" v="522" actId="1076"/>
          <ac:spMkLst>
            <pc:docMk/>
            <pc:sldMk cId="2025347170" sldId="614"/>
            <ac:spMk id="15" creationId="{D17ED309-25E5-F7CB-1FD6-6BD75EFFC4ED}"/>
          </ac:spMkLst>
        </pc:spChg>
        <pc:spChg chg="add mod">
          <ac:chgData name="scott conlon" userId="715640cfe8348987" providerId="LiveId" clId="{E89286CD-6A25-47ED-A592-F1E758DC4363}" dt="2025-07-16T11:33:03.511" v="525" actId="1076"/>
          <ac:spMkLst>
            <pc:docMk/>
            <pc:sldMk cId="2025347170" sldId="614"/>
            <ac:spMk id="16" creationId="{A1715650-4368-C617-9442-66D43E2944C6}"/>
          </ac:spMkLst>
        </pc:spChg>
        <pc:spChg chg="add mod">
          <ac:chgData name="scott conlon" userId="715640cfe8348987" providerId="LiveId" clId="{E89286CD-6A25-47ED-A592-F1E758DC4363}" dt="2025-07-16T11:33:04.977" v="526" actId="1076"/>
          <ac:spMkLst>
            <pc:docMk/>
            <pc:sldMk cId="2025347170" sldId="614"/>
            <ac:spMk id="17" creationId="{376BF417-C6F5-7D1D-5DFD-EDE277975D60}"/>
          </ac:spMkLst>
        </pc:spChg>
        <pc:spChg chg="add mod">
          <ac:chgData name="scott conlon" userId="715640cfe8348987" providerId="LiveId" clId="{E89286CD-6A25-47ED-A592-F1E758DC4363}" dt="2025-07-16T11:33:06.342" v="527" actId="1076"/>
          <ac:spMkLst>
            <pc:docMk/>
            <pc:sldMk cId="2025347170" sldId="614"/>
            <ac:spMk id="36" creationId="{3BE49E12-7DA6-4CFD-191A-3E32546389BD}"/>
          </ac:spMkLst>
        </pc:spChg>
      </pc:sldChg>
      <pc:sldChg chg="modSp mod">
        <pc:chgData name="scott conlon" userId="715640cfe8348987" providerId="LiveId" clId="{E89286CD-6A25-47ED-A592-F1E758DC4363}" dt="2025-07-16T11:54:05.823" v="747" actId="20577"/>
        <pc:sldMkLst>
          <pc:docMk/>
          <pc:sldMk cId="2174295494" sldId="615"/>
        </pc:sldMkLst>
      </pc:sldChg>
      <pc:sldChg chg="modSp mod">
        <pc:chgData name="scott conlon" userId="715640cfe8348987" providerId="LiveId" clId="{E89286CD-6A25-47ED-A592-F1E758DC4363}" dt="2025-07-16T11:53:09.390" v="742"/>
        <pc:sldMkLst>
          <pc:docMk/>
          <pc:sldMk cId="2453364244" sldId="617"/>
        </pc:sldMkLst>
      </pc:sldChg>
      <pc:sldChg chg="modSp mod">
        <pc:chgData name="scott conlon" userId="715640cfe8348987" providerId="LiveId" clId="{E89286CD-6A25-47ED-A592-F1E758DC4363}" dt="2025-07-16T11:53:05.114" v="738"/>
        <pc:sldMkLst>
          <pc:docMk/>
          <pc:sldMk cId="4212875540" sldId="618"/>
        </pc:sldMkLst>
      </pc:sldChg>
      <pc:sldChg chg="modSp mod">
        <pc:chgData name="scott conlon" userId="715640cfe8348987" providerId="LiveId" clId="{E89286CD-6A25-47ED-A592-F1E758DC4363}" dt="2025-07-16T11:52:59.753" v="734"/>
        <pc:sldMkLst>
          <pc:docMk/>
          <pc:sldMk cId="109455598" sldId="619"/>
        </pc:sldMkLst>
      </pc:sldChg>
      <pc:sldChg chg="modSp mod">
        <pc:chgData name="scott conlon" userId="715640cfe8348987" providerId="LiveId" clId="{E89286CD-6A25-47ED-A592-F1E758DC4363}" dt="2025-07-16T11:52:55.401" v="730"/>
        <pc:sldMkLst>
          <pc:docMk/>
          <pc:sldMk cId="2291778484" sldId="620"/>
        </pc:sldMkLst>
      </pc:sldChg>
      <pc:sldChg chg="modSp mod">
        <pc:chgData name="scott conlon" userId="715640cfe8348987" providerId="LiveId" clId="{E89286CD-6A25-47ED-A592-F1E758DC4363}" dt="2025-07-16T11:52:49.170" v="726"/>
        <pc:sldMkLst>
          <pc:docMk/>
          <pc:sldMk cId="3416630435" sldId="621"/>
        </pc:sldMkLst>
      </pc:sldChg>
      <pc:sldChg chg="modSp mod ord modNotesTx">
        <pc:chgData name="scott conlon" userId="715640cfe8348987" providerId="LiveId" clId="{E89286CD-6A25-47ED-A592-F1E758DC4363}" dt="2025-07-17T09:33:22.247" v="3866" actId="5793"/>
        <pc:sldMkLst>
          <pc:docMk/>
          <pc:sldMk cId="1054723861" sldId="622"/>
        </pc:sldMkLst>
        <pc:spChg chg="mod">
          <ac:chgData name="scott conlon" userId="715640cfe8348987" providerId="LiveId" clId="{E89286CD-6A25-47ED-A592-F1E758DC4363}" dt="2025-07-17T09:33:22.247" v="3866" actId="5793"/>
          <ac:spMkLst>
            <pc:docMk/>
            <pc:sldMk cId="1054723861" sldId="622"/>
            <ac:spMk id="2" creationId="{5EBE9DE3-041E-7342-F5D0-4BABC8D2B8FE}"/>
          </ac:spMkLst>
        </pc:spChg>
        <pc:spChg chg="mod">
          <ac:chgData name="scott conlon" userId="715640cfe8348987" providerId="LiveId" clId="{E89286CD-6A25-47ED-A592-F1E758DC4363}" dt="2025-07-16T22:42:59.160" v="2993" actId="20577"/>
          <ac:spMkLst>
            <pc:docMk/>
            <pc:sldMk cId="1054723861" sldId="622"/>
            <ac:spMk id="8" creationId="{D1C32B76-CE8E-442E-7C60-043819652BA3}"/>
          </ac:spMkLst>
        </pc:spChg>
      </pc:sldChg>
      <pc:sldChg chg="modSp add mod modNotesTx">
        <pc:chgData name="scott conlon" userId="715640cfe8348987" providerId="LiveId" clId="{E89286CD-6A25-47ED-A592-F1E758DC4363}" dt="2025-07-16T22:50:40.477" v="3830" actId="20577"/>
        <pc:sldMkLst>
          <pc:docMk/>
          <pc:sldMk cId="3311182815" sldId="623"/>
        </pc:sldMkLst>
        <pc:spChg chg="mod">
          <ac:chgData name="scott conlon" userId="715640cfe8348987" providerId="LiveId" clId="{E89286CD-6A25-47ED-A592-F1E758DC4363}" dt="2025-07-16T12:00:13.340" v="890" actId="20577"/>
          <ac:spMkLst>
            <pc:docMk/>
            <pc:sldMk cId="3311182815" sldId="623"/>
            <ac:spMk id="2" creationId="{D0EDBFC7-8AEE-F9AA-C8E7-977C6E445781}"/>
          </ac:spMkLst>
        </pc:spChg>
        <pc:spChg chg="mod">
          <ac:chgData name="scott conlon" userId="715640cfe8348987" providerId="LiveId" clId="{E89286CD-6A25-47ED-A592-F1E758DC4363}" dt="2025-07-16T12:01:19.326" v="1025" actId="1035"/>
          <ac:spMkLst>
            <pc:docMk/>
            <pc:sldMk cId="3311182815" sldId="623"/>
            <ac:spMk id="4" creationId="{D3E85BA4-5359-90B3-89A0-E08C2A9A9B57}"/>
          </ac:spMkLst>
        </pc:spChg>
        <pc:spChg chg="mod">
          <ac:chgData name="scott conlon" userId="715640cfe8348987" providerId="LiveId" clId="{E89286CD-6A25-47ED-A592-F1E758DC4363}" dt="2025-07-16T12:00:25.221" v="892" actId="20577"/>
          <ac:spMkLst>
            <pc:docMk/>
            <pc:sldMk cId="3311182815" sldId="623"/>
            <ac:spMk id="7" creationId="{08B91F4D-B91A-BA2C-997B-0A0F59F2C829}"/>
          </ac:spMkLst>
        </pc:spChg>
        <pc:spChg chg="mod">
          <ac:chgData name="scott conlon" userId="715640cfe8348987" providerId="LiveId" clId="{E89286CD-6A25-47ED-A592-F1E758DC4363}" dt="2025-07-16T12:01:21.867" v="1033" actId="1038"/>
          <ac:spMkLst>
            <pc:docMk/>
            <pc:sldMk cId="3311182815" sldId="623"/>
            <ac:spMk id="8" creationId="{DB18CAD4-E25B-7C93-C82D-10BD38A79E3A}"/>
          </ac:spMkLst>
        </pc:spChg>
        <pc:spChg chg="mod">
          <ac:chgData name="scott conlon" userId="715640cfe8348987" providerId="LiveId" clId="{E89286CD-6A25-47ED-A592-F1E758DC4363}" dt="2025-07-16T12:01:24.090" v="1044" actId="1038"/>
          <ac:spMkLst>
            <pc:docMk/>
            <pc:sldMk cId="3311182815" sldId="623"/>
            <ac:spMk id="9" creationId="{1FD5BE7D-82C2-BE44-CCCE-10326C15012C}"/>
          </ac:spMkLst>
        </pc:spChg>
        <pc:spChg chg="mod">
          <ac:chgData name="scott conlon" userId="715640cfe8348987" providerId="LiveId" clId="{E89286CD-6A25-47ED-A592-F1E758DC4363}" dt="2025-07-16T12:01:09.830" v="997" actId="1037"/>
          <ac:spMkLst>
            <pc:docMk/>
            <pc:sldMk cId="3311182815" sldId="623"/>
            <ac:spMk id="10" creationId="{60B9BBD2-72E9-8973-903D-2A6B5DF6B4DF}"/>
          </ac:spMkLst>
        </pc:spChg>
        <pc:spChg chg="mod">
          <ac:chgData name="scott conlon" userId="715640cfe8348987" providerId="LiveId" clId="{E89286CD-6A25-47ED-A592-F1E758DC4363}" dt="2025-07-16T12:01:49.318" v="1128" actId="1036"/>
          <ac:spMkLst>
            <pc:docMk/>
            <pc:sldMk cId="3311182815" sldId="623"/>
            <ac:spMk id="11" creationId="{61435D8B-80F9-B535-F1F7-BE7C43C23DC4}"/>
          </ac:spMkLst>
        </pc:spChg>
        <pc:spChg chg="mod">
          <ac:chgData name="scott conlon" userId="715640cfe8348987" providerId="LiveId" clId="{E89286CD-6A25-47ED-A592-F1E758DC4363}" dt="2025-07-16T12:01:46.489" v="1112" actId="1036"/>
          <ac:spMkLst>
            <pc:docMk/>
            <pc:sldMk cId="3311182815" sldId="623"/>
            <ac:spMk id="12" creationId="{EF20B648-EBCF-1435-4BB5-B5B52A712C96}"/>
          </ac:spMkLst>
        </pc:spChg>
        <pc:spChg chg="mod">
          <ac:chgData name="scott conlon" userId="715640cfe8348987" providerId="LiveId" clId="{E89286CD-6A25-47ED-A592-F1E758DC4363}" dt="2025-07-16T12:01:40.652" v="1080" actId="1036"/>
          <ac:spMkLst>
            <pc:docMk/>
            <pc:sldMk cId="3311182815" sldId="623"/>
            <ac:spMk id="13" creationId="{3FBC97B5-40D4-1704-5BCF-0069015CB488}"/>
          </ac:spMkLst>
        </pc:spChg>
        <pc:spChg chg="mod">
          <ac:chgData name="scott conlon" userId="715640cfe8348987" providerId="LiveId" clId="{E89286CD-6A25-47ED-A592-F1E758DC4363}" dt="2025-07-16T12:01:54.043" v="1129" actId="1076"/>
          <ac:spMkLst>
            <pc:docMk/>
            <pc:sldMk cId="3311182815" sldId="623"/>
            <ac:spMk id="14" creationId="{59F1AD3F-7D84-BED0-95C5-D78D04F6FA25}"/>
          </ac:spMkLst>
        </pc:spChg>
        <pc:spChg chg="mod">
          <ac:chgData name="scott conlon" userId="715640cfe8348987" providerId="LiveId" clId="{E89286CD-6A25-47ED-A592-F1E758DC4363}" dt="2025-07-16T22:49:18.942" v="3605" actId="1076"/>
          <ac:spMkLst>
            <pc:docMk/>
            <pc:sldMk cId="3311182815" sldId="623"/>
            <ac:spMk id="15" creationId="{03642B3C-902D-D556-D155-3FF77C0E4A31}"/>
          </ac:spMkLst>
        </pc:spChg>
        <pc:spChg chg="mod">
          <ac:chgData name="scott conlon" userId="715640cfe8348987" providerId="LiveId" clId="{E89286CD-6A25-47ED-A592-F1E758DC4363}" dt="2025-07-16T22:49:22.705" v="3606" actId="1076"/>
          <ac:spMkLst>
            <pc:docMk/>
            <pc:sldMk cId="3311182815" sldId="623"/>
            <ac:spMk id="36" creationId="{7C9D87D3-EA38-E033-4063-477FA43912C0}"/>
          </ac:spMkLst>
        </pc:spChg>
        <pc:spChg chg="mod">
          <ac:chgData name="scott conlon" userId="715640cfe8348987" providerId="LiveId" clId="{E89286CD-6A25-47ED-A592-F1E758DC4363}" dt="2025-07-16T12:02:52.037" v="1153" actId="1076"/>
          <ac:spMkLst>
            <pc:docMk/>
            <pc:sldMk cId="3311182815" sldId="623"/>
            <ac:spMk id="50" creationId="{48F27435-FBAD-AD1A-A882-7955CD7DE8E6}"/>
          </ac:spMkLst>
        </pc:spChg>
      </pc:sldChg>
      <pc:sldChg chg="addSp delSp modSp add mod">
        <pc:chgData name="scott conlon" userId="715640cfe8348987" providerId="LiveId" clId="{E89286CD-6A25-47ED-A592-F1E758DC4363}" dt="2025-07-16T22:52:31.588" v="3840" actId="478"/>
        <pc:sldMkLst>
          <pc:docMk/>
          <pc:sldMk cId="2044555984" sldId="626"/>
        </pc:sldMkLst>
        <pc:spChg chg="mod">
          <ac:chgData name="scott conlon" userId="715640cfe8348987" providerId="LiveId" clId="{E89286CD-6A25-47ED-A592-F1E758DC4363}" dt="2025-07-16T11:52:37.568" v="717"/>
          <ac:spMkLst>
            <pc:docMk/>
            <pc:sldMk cId="2044555984" sldId="626"/>
            <ac:spMk id="2" creationId="{BFAC2CA4-C83E-CD56-7174-BF4BFFD5AF69}"/>
          </ac:spMkLst>
        </pc:spChg>
        <pc:spChg chg="mod">
          <ac:chgData name="scott conlon" userId="715640cfe8348987" providerId="LiveId" clId="{E89286CD-6A25-47ED-A592-F1E758DC4363}" dt="2025-07-16T22:52:21.178" v="3839" actId="20577"/>
          <ac:spMkLst>
            <pc:docMk/>
            <pc:sldMk cId="2044555984" sldId="626"/>
            <ac:spMk id="10" creationId="{78BA396F-1E9B-AE07-0C1C-6FE7DE6CEA94}"/>
          </ac:spMkLst>
        </pc:spChg>
        <pc:spChg chg="mod">
          <ac:chgData name="scott conlon" userId="715640cfe8348987" providerId="LiveId" clId="{E89286CD-6A25-47ED-A592-F1E758DC4363}" dt="2025-07-16T22:51:49.742" v="3838" actId="20577"/>
          <ac:spMkLst>
            <pc:docMk/>
            <pc:sldMk cId="2044555984" sldId="626"/>
            <ac:spMk id="13" creationId="{70E5F40F-F1E7-12F7-540A-607C51402181}"/>
          </ac:spMkLst>
        </pc:spChg>
        <pc:spChg chg="mod">
          <ac:chgData name="scott conlon" userId="715640cfe8348987" providerId="LiveId" clId="{E89286CD-6A25-47ED-A592-F1E758DC4363}" dt="2025-07-16T22:51:41.684" v="3834" actId="20577"/>
          <ac:spMkLst>
            <pc:docMk/>
            <pc:sldMk cId="2044555984" sldId="626"/>
            <ac:spMk id="15" creationId="{ADD5E242-EDBC-D168-FDD9-FFFD92A69CE7}"/>
          </ac:spMkLst>
        </pc:spChg>
      </pc:sldChg>
      <pc:sldChg chg="modSp add mod">
        <pc:chgData name="scott conlon" userId="715640cfe8348987" providerId="LiveId" clId="{E89286CD-6A25-47ED-A592-F1E758DC4363}" dt="2025-07-16T22:52:52.079" v="3848" actId="20577"/>
        <pc:sldMkLst>
          <pc:docMk/>
          <pc:sldMk cId="1056048938" sldId="627"/>
        </pc:sldMkLst>
        <pc:spChg chg="mod">
          <ac:chgData name="scott conlon" userId="715640cfe8348987" providerId="LiveId" clId="{E89286CD-6A25-47ED-A592-F1E758DC4363}" dt="2025-07-16T11:52:32.821" v="713"/>
          <ac:spMkLst>
            <pc:docMk/>
            <pc:sldMk cId="1056048938" sldId="627"/>
            <ac:spMk id="2" creationId="{1BBC9C7E-0C71-C07E-C750-FB4AE8DC7FF5}"/>
          </ac:spMkLst>
        </pc:spChg>
        <pc:spChg chg="mod">
          <ac:chgData name="scott conlon" userId="715640cfe8348987" providerId="LiveId" clId="{E89286CD-6A25-47ED-A592-F1E758DC4363}" dt="2025-07-16T22:52:52.079" v="3848" actId="20577"/>
          <ac:spMkLst>
            <pc:docMk/>
            <pc:sldMk cId="1056048938" sldId="627"/>
            <ac:spMk id="10" creationId="{4FFA83A9-856B-D208-FABD-09197432E6E2}"/>
          </ac:spMkLst>
        </pc:spChg>
        <pc:spChg chg="mod">
          <ac:chgData name="scott conlon" userId="715640cfe8348987" providerId="LiveId" clId="{E89286CD-6A25-47ED-A592-F1E758DC4363}" dt="2025-07-16T22:52:49.627" v="3847" actId="6549"/>
          <ac:spMkLst>
            <pc:docMk/>
            <pc:sldMk cId="1056048938" sldId="627"/>
            <ac:spMk id="13" creationId="{879A8AE2-4B7D-9A12-B885-D7054E90A258}"/>
          </ac:spMkLst>
        </pc:spChg>
        <pc:spChg chg="mod">
          <ac:chgData name="scott conlon" userId="715640cfe8348987" providerId="LiveId" clId="{E89286CD-6A25-47ED-A592-F1E758DC4363}" dt="2025-07-16T22:52:45.416" v="3843" actId="20577"/>
          <ac:spMkLst>
            <pc:docMk/>
            <pc:sldMk cId="1056048938" sldId="627"/>
            <ac:spMk id="15" creationId="{5208312B-0951-5B7E-9267-39953A4C52F8}"/>
          </ac:spMkLst>
        </pc:spChg>
      </pc:sldChg>
      <pc:sldChg chg="modSp add mod">
        <pc:chgData name="scott conlon" userId="715640cfe8348987" providerId="LiveId" clId="{E89286CD-6A25-47ED-A592-F1E758DC4363}" dt="2025-07-16T12:05:09.470" v="1219" actId="20577"/>
        <pc:sldMkLst>
          <pc:docMk/>
          <pc:sldMk cId="3273058702" sldId="628"/>
        </pc:sldMkLst>
        <pc:spChg chg="mod">
          <ac:chgData name="scott conlon" userId="715640cfe8348987" providerId="LiveId" clId="{E89286CD-6A25-47ED-A592-F1E758DC4363}" dt="2025-07-16T11:52:25.045" v="709"/>
          <ac:spMkLst>
            <pc:docMk/>
            <pc:sldMk cId="3273058702" sldId="628"/>
            <ac:spMk id="2" creationId="{A621F75F-B609-D900-9FDC-A7CEC53BF437}"/>
          </ac:spMkLst>
        </pc:spChg>
        <pc:spChg chg="mod">
          <ac:chgData name="scott conlon" userId="715640cfe8348987" providerId="LiveId" clId="{E89286CD-6A25-47ED-A592-F1E758DC4363}" dt="2025-07-16T12:03:26.292" v="1157" actId="20577"/>
          <ac:spMkLst>
            <pc:docMk/>
            <pc:sldMk cId="3273058702" sldId="628"/>
            <ac:spMk id="16" creationId="{4137D568-40F8-1577-A37A-C44C80AB6B64}"/>
          </ac:spMkLst>
        </pc:spChg>
        <pc:spChg chg="mod">
          <ac:chgData name="scott conlon" userId="715640cfe8348987" providerId="LiveId" clId="{E89286CD-6A25-47ED-A592-F1E758DC4363}" dt="2025-07-16T12:05:09.470" v="1219" actId="20577"/>
          <ac:spMkLst>
            <pc:docMk/>
            <pc:sldMk cId="3273058702" sldId="628"/>
            <ac:spMk id="17" creationId="{5B2C8B95-521D-302C-B486-B818CB133010}"/>
          </ac:spMkLst>
        </pc:spChg>
        <pc:spChg chg="mod">
          <ac:chgData name="scott conlon" userId="715640cfe8348987" providerId="LiveId" clId="{E89286CD-6A25-47ED-A592-F1E758DC4363}" dt="2025-07-16T12:03:52.590" v="1166" actId="20577"/>
          <ac:spMkLst>
            <pc:docMk/>
            <pc:sldMk cId="3273058702" sldId="628"/>
            <ac:spMk id="19" creationId="{EB8C2930-421D-E502-9B40-1F34D1C2CF02}"/>
          </ac:spMkLst>
        </pc:spChg>
        <pc:spChg chg="mod">
          <ac:chgData name="scott conlon" userId="715640cfe8348987" providerId="LiveId" clId="{E89286CD-6A25-47ED-A592-F1E758DC4363}" dt="2025-07-16T12:03:36.625" v="1161" actId="20577"/>
          <ac:spMkLst>
            <pc:docMk/>
            <pc:sldMk cId="3273058702" sldId="628"/>
            <ac:spMk id="20" creationId="{2CE68533-7E57-B4B5-5F9B-DC96F68B4F37}"/>
          </ac:spMkLst>
        </pc:spChg>
        <pc:spChg chg="mod">
          <ac:chgData name="scott conlon" userId="715640cfe8348987" providerId="LiveId" clId="{E89286CD-6A25-47ED-A592-F1E758DC4363}" dt="2025-07-16T12:03:48.556" v="1162" actId="20577"/>
          <ac:spMkLst>
            <pc:docMk/>
            <pc:sldMk cId="3273058702" sldId="628"/>
            <ac:spMk id="21" creationId="{DA1E22FE-49E4-87EA-2F2D-EB1A3F80B96A}"/>
          </ac:spMkLst>
        </pc:spChg>
        <pc:spChg chg="mod">
          <ac:chgData name="scott conlon" userId="715640cfe8348987" providerId="LiveId" clId="{E89286CD-6A25-47ED-A592-F1E758DC4363}" dt="2025-07-16T12:03:57.047" v="1169" actId="20577"/>
          <ac:spMkLst>
            <pc:docMk/>
            <pc:sldMk cId="3273058702" sldId="628"/>
            <ac:spMk id="23" creationId="{6FC8AE3D-75E4-1A11-E07B-E399F25D4230}"/>
          </ac:spMkLst>
        </pc:spChg>
        <pc:spChg chg="mod">
          <ac:chgData name="scott conlon" userId="715640cfe8348987" providerId="LiveId" clId="{E89286CD-6A25-47ED-A592-F1E758DC4363}" dt="2025-07-16T12:04:01.967" v="1173" actId="20577"/>
          <ac:spMkLst>
            <pc:docMk/>
            <pc:sldMk cId="3273058702" sldId="628"/>
            <ac:spMk id="24" creationId="{19C1C38D-389A-129A-3190-E88EC634476C}"/>
          </ac:spMkLst>
        </pc:spChg>
      </pc:sldChg>
      <pc:sldChg chg="modSp add mod">
        <pc:chgData name="scott conlon" userId="715640cfe8348987" providerId="LiveId" clId="{E89286CD-6A25-47ED-A592-F1E758DC4363}" dt="2025-07-16T12:09:03.047" v="1304" actId="20577"/>
        <pc:sldMkLst>
          <pc:docMk/>
          <pc:sldMk cId="2400316696" sldId="629"/>
        </pc:sldMkLst>
        <pc:spChg chg="mod">
          <ac:chgData name="scott conlon" userId="715640cfe8348987" providerId="LiveId" clId="{E89286CD-6A25-47ED-A592-F1E758DC4363}" dt="2025-07-16T11:52:16.956" v="708" actId="6549"/>
          <ac:spMkLst>
            <pc:docMk/>
            <pc:sldMk cId="2400316696" sldId="629"/>
            <ac:spMk id="2" creationId="{B9550467-D8E8-BA6E-9F13-8D12A522C740}"/>
          </ac:spMkLst>
        </pc:spChg>
        <pc:spChg chg="mod">
          <ac:chgData name="scott conlon" userId="715640cfe8348987" providerId="LiveId" clId="{E89286CD-6A25-47ED-A592-F1E758DC4363}" dt="2025-07-16T12:09:03.047" v="1304" actId="20577"/>
          <ac:spMkLst>
            <pc:docMk/>
            <pc:sldMk cId="2400316696" sldId="629"/>
            <ac:spMk id="18" creationId="{9C71B47B-089D-AE19-6DD0-140A4689E4CC}"/>
          </ac:spMkLst>
        </pc:spChg>
        <pc:spChg chg="mod">
          <ac:chgData name="scott conlon" userId="715640cfe8348987" providerId="LiveId" clId="{E89286CD-6A25-47ED-A592-F1E758DC4363}" dt="2025-07-16T12:06:10.100" v="1233" actId="6549"/>
          <ac:spMkLst>
            <pc:docMk/>
            <pc:sldMk cId="2400316696" sldId="629"/>
            <ac:spMk id="23" creationId="{7F756F88-92C8-1C64-B348-4B27B1CD842B}"/>
          </ac:spMkLst>
        </pc:spChg>
        <pc:spChg chg="mod">
          <ac:chgData name="scott conlon" userId="715640cfe8348987" providerId="LiveId" clId="{E89286CD-6A25-47ED-A592-F1E758DC4363}" dt="2025-07-16T12:05:51.812" v="1225" actId="20577"/>
          <ac:spMkLst>
            <pc:docMk/>
            <pc:sldMk cId="2400316696" sldId="629"/>
            <ac:spMk id="24" creationId="{338F9F6B-3D1F-FA95-4443-D847BE110D59}"/>
          </ac:spMkLst>
        </pc:spChg>
        <pc:spChg chg="mod">
          <ac:chgData name="scott conlon" userId="715640cfe8348987" providerId="LiveId" clId="{E89286CD-6A25-47ED-A592-F1E758DC4363}" dt="2025-07-16T12:05:47.779" v="1222" actId="20577"/>
          <ac:spMkLst>
            <pc:docMk/>
            <pc:sldMk cId="2400316696" sldId="629"/>
            <ac:spMk id="25" creationId="{72ABA2A5-09E3-9596-896B-A313F2A45265}"/>
          </ac:spMkLst>
        </pc:spChg>
        <pc:spChg chg="mod">
          <ac:chgData name="scott conlon" userId="715640cfe8348987" providerId="LiveId" clId="{E89286CD-6A25-47ED-A592-F1E758DC4363}" dt="2025-07-16T12:06:00.980" v="1229" actId="20577"/>
          <ac:spMkLst>
            <pc:docMk/>
            <pc:sldMk cId="2400316696" sldId="629"/>
            <ac:spMk id="26" creationId="{FD2B6ABE-C58A-9734-8F14-A35719ACA8ED}"/>
          </ac:spMkLst>
        </pc:spChg>
        <pc:spChg chg="mod">
          <ac:chgData name="scott conlon" userId="715640cfe8348987" providerId="LiveId" clId="{E89286CD-6A25-47ED-A592-F1E758DC4363}" dt="2025-07-16T12:06:52.231" v="1285" actId="20577"/>
          <ac:spMkLst>
            <pc:docMk/>
            <pc:sldMk cId="2400316696" sldId="629"/>
            <ac:spMk id="27" creationId="{297F6308-19D8-B5A7-4FF6-EE035CEC2D02}"/>
          </ac:spMkLst>
        </pc:spChg>
      </pc:sldChg>
      <pc:sldChg chg="modSp add mod setBg">
        <pc:chgData name="scott conlon" userId="715640cfe8348987" providerId="LiveId" clId="{E89286CD-6A25-47ED-A592-F1E758DC4363}" dt="2025-07-16T22:54:04.134" v="3859" actId="20577"/>
        <pc:sldMkLst>
          <pc:docMk/>
          <pc:sldMk cId="1009537305" sldId="630"/>
        </pc:sldMkLst>
        <pc:spChg chg="mod">
          <ac:chgData name="scott conlon" userId="715640cfe8348987" providerId="LiveId" clId="{E89286CD-6A25-47ED-A592-F1E758DC4363}" dt="2025-07-16T11:50:46.790" v="693" actId="6549"/>
          <ac:spMkLst>
            <pc:docMk/>
            <pc:sldMk cId="1009537305" sldId="630"/>
            <ac:spMk id="2" creationId="{E3E8A889-5B6B-8C8D-C8C2-94CAD55FDC31}"/>
          </ac:spMkLst>
        </pc:spChg>
        <pc:spChg chg="mod">
          <ac:chgData name="scott conlon" userId="715640cfe8348987" providerId="LiveId" clId="{E89286CD-6A25-47ED-A592-F1E758DC4363}" dt="2025-07-16T11:55:39.578" v="774" actId="20577"/>
          <ac:spMkLst>
            <pc:docMk/>
            <pc:sldMk cId="1009537305" sldId="630"/>
            <ac:spMk id="7" creationId="{C3597D03-0825-1958-7CB6-4E535D525233}"/>
          </ac:spMkLst>
        </pc:spChg>
        <pc:spChg chg="mod">
          <ac:chgData name="scott conlon" userId="715640cfe8348987" providerId="LiveId" clId="{E89286CD-6A25-47ED-A592-F1E758DC4363}" dt="2025-07-16T11:55:25.310" v="771" actId="20577"/>
          <ac:spMkLst>
            <pc:docMk/>
            <pc:sldMk cId="1009537305" sldId="630"/>
            <ac:spMk id="9" creationId="{5D5E238E-FF23-87B4-82EC-D72A3650E809}"/>
          </ac:spMkLst>
        </pc:spChg>
        <pc:spChg chg="mod">
          <ac:chgData name="scott conlon" userId="715640cfe8348987" providerId="LiveId" clId="{E89286CD-6A25-47ED-A592-F1E758DC4363}" dt="2025-07-16T11:55:30.818" v="772" actId="20577"/>
          <ac:spMkLst>
            <pc:docMk/>
            <pc:sldMk cId="1009537305" sldId="630"/>
            <ac:spMk id="10" creationId="{5FBD13AF-A3A4-FFC8-3B93-3BD9F8AE2E8F}"/>
          </ac:spMkLst>
        </pc:spChg>
        <pc:spChg chg="mod">
          <ac:chgData name="scott conlon" userId="715640cfe8348987" providerId="LiveId" clId="{E89286CD-6A25-47ED-A592-F1E758DC4363}" dt="2025-07-16T11:55:10.246" v="769" actId="20577"/>
          <ac:spMkLst>
            <pc:docMk/>
            <pc:sldMk cId="1009537305" sldId="630"/>
            <ac:spMk id="13" creationId="{30D5846F-DD36-14D1-6FEF-06EC334F2F09}"/>
          </ac:spMkLst>
        </pc:spChg>
        <pc:spChg chg="mod">
          <ac:chgData name="scott conlon" userId="715640cfe8348987" providerId="LiveId" clId="{E89286CD-6A25-47ED-A592-F1E758DC4363}" dt="2025-07-16T11:55:02.865" v="765" actId="20577"/>
          <ac:spMkLst>
            <pc:docMk/>
            <pc:sldMk cId="1009537305" sldId="630"/>
            <ac:spMk id="15" creationId="{612D1D69-CE6A-B343-964E-51EB9EA6AD6E}"/>
          </ac:spMkLst>
        </pc:spChg>
        <pc:spChg chg="mod">
          <ac:chgData name="scott conlon" userId="715640cfe8348987" providerId="LiveId" clId="{E89286CD-6A25-47ED-A592-F1E758DC4363}" dt="2025-07-16T11:56:32.023" v="816" actId="20577"/>
          <ac:spMkLst>
            <pc:docMk/>
            <pc:sldMk cId="1009537305" sldId="630"/>
            <ac:spMk id="16" creationId="{8A4CEF2F-3386-7F40-60D8-8F593427D1EF}"/>
          </ac:spMkLst>
        </pc:spChg>
        <pc:spChg chg="mod">
          <ac:chgData name="scott conlon" userId="715640cfe8348987" providerId="LiveId" clId="{E89286CD-6A25-47ED-A592-F1E758DC4363}" dt="2025-07-16T22:54:04.134" v="3859" actId="20577"/>
          <ac:spMkLst>
            <pc:docMk/>
            <pc:sldMk cId="1009537305" sldId="630"/>
            <ac:spMk id="17" creationId="{AFB23999-6136-3860-A7D0-46AD12F0BA63}"/>
          </ac:spMkLst>
        </pc:spChg>
      </pc:sldChg>
      <pc:sldChg chg="modSp add mod">
        <pc:chgData name="scott conlon" userId="715640cfe8348987" providerId="LiveId" clId="{E89286CD-6A25-47ED-A592-F1E758DC4363}" dt="2025-07-16T13:55:18.508" v="1413" actId="20577"/>
        <pc:sldMkLst>
          <pc:docMk/>
          <pc:sldMk cId="340547263" sldId="631"/>
        </pc:sldMkLst>
        <pc:spChg chg="mod">
          <ac:chgData name="scott conlon" userId="715640cfe8348987" providerId="LiveId" clId="{E89286CD-6A25-47ED-A592-F1E758DC4363}" dt="2025-07-16T11:52:10.389" v="702" actId="6549"/>
          <ac:spMkLst>
            <pc:docMk/>
            <pc:sldMk cId="340547263" sldId="631"/>
            <ac:spMk id="2" creationId="{D37A1CC5-91DD-A9E3-0E15-9F1B725DF6C9}"/>
          </ac:spMkLst>
        </pc:spChg>
        <pc:spChg chg="mod">
          <ac:chgData name="scott conlon" userId="715640cfe8348987" providerId="LiveId" clId="{E89286CD-6A25-47ED-A592-F1E758DC4363}" dt="2025-07-16T13:55:18.508" v="1413" actId="20577"/>
          <ac:spMkLst>
            <pc:docMk/>
            <pc:sldMk cId="340547263" sldId="631"/>
            <ac:spMk id="4" creationId="{3802AD10-2215-C1A6-EB9C-D6B424AB7015}"/>
          </ac:spMkLst>
        </pc:spChg>
        <pc:spChg chg="mod">
          <ac:chgData name="scott conlon" userId="715640cfe8348987" providerId="LiveId" clId="{E89286CD-6A25-47ED-A592-F1E758DC4363}" dt="2025-07-16T12:10:41.550" v="1409" actId="20577"/>
          <ac:spMkLst>
            <pc:docMk/>
            <pc:sldMk cId="340547263" sldId="631"/>
            <ac:spMk id="7" creationId="{0CAB41FB-810C-CA23-75D8-F97810D4959F}"/>
          </ac:spMkLst>
        </pc:spChg>
        <pc:spChg chg="mod">
          <ac:chgData name="scott conlon" userId="715640cfe8348987" providerId="LiveId" clId="{E89286CD-6A25-47ED-A592-F1E758DC4363}" dt="2025-07-16T12:08:21.699" v="1300" actId="6549"/>
          <ac:spMkLst>
            <pc:docMk/>
            <pc:sldMk cId="340547263" sldId="631"/>
            <ac:spMk id="8" creationId="{CF128F2A-B18D-364D-1248-59160970CCCF}"/>
          </ac:spMkLst>
        </pc:spChg>
        <pc:spChg chg="mod">
          <ac:chgData name="scott conlon" userId="715640cfe8348987" providerId="LiveId" clId="{E89286CD-6A25-47ED-A592-F1E758DC4363}" dt="2025-07-16T12:08:56.786" v="1302" actId="20577"/>
          <ac:spMkLst>
            <pc:docMk/>
            <pc:sldMk cId="340547263" sldId="631"/>
            <ac:spMk id="9" creationId="{8E8F1E99-5FF2-0F39-9DD6-42951634BDBD}"/>
          </ac:spMkLst>
        </pc:spChg>
        <pc:spChg chg="mod">
          <ac:chgData name="scott conlon" userId="715640cfe8348987" providerId="LiveId" clId="{E89286CD-6A25-47ED-A592-F1E758DC4363}" dt="2025-07-16T12:07:58.345" v="1297" actId="20577"/>
          <ac:spMkLst>
            <pc:docMk/>
            <pc:sldMk cId="340547263" sldId="631"/>
            <ac:spMk id="10" creationId="{C3405FA4-9D25-3E45-42F7-48FC6AC19538}"/>
          </ac:spMkLst>
        </pc:spChg>
        <pc:spChg chg="mod">
          <ac:chgData name="scott conlon" userId="715640cfe8348987" providerId="LiveId" clId="{E89286CD-6A25-47ED-A592-F1E758DC4363}" dt="2025-07-16T12:07:53.338" v="1293" actId="20577"/>
          <ac:spMkLst>
            <pc:docMk/>
            <pc:sldMk cId="340547263" sldId="631"/>
            <ac:spMk id="11" creationId="{202FD771-8427-953A-C0DC-167E0B3D2428}"/>
          </ac:spMkLst>
        </pc:spChg>
        <pc:spChg chg="mod">
          <ac:chgData name="scott conlon" userId="715640cfe8348987" providerId="LiveId" clId="{E89286CD-6A25-47ED-A592-F1E758DC4363}" dt="2025-07-16T12:07:33.391" v="1289" actId="6549"/>
          <ac:spMkLst>
            <pc:docMk/>
            <pc:sldMk cId="340547263" sldId="631"/>
            <ac:spMk id="17" creationId="{72D3BE1C-1F8E-D1E1-1804-FC5DDDE123ED}"/>
          </ac:spMkLst>
        </pc:spChg>
      </pc:sldChg>
      <pc:sldChg chg="delSp modSp add mod ord setBg">
        <pc:chgData name="scott conlon" userId="715640cfe8348987" providerId="LiveId" clId="{E89286CD-6A25-47ED-A592-F1E758DC4363}" dt="2025-07-16T22:53:19.600" v="3856" actId="20577"/>
        <pc:sldMkLst>
          <pc:docMk/>
          <pc:sldMk cId="1804855554" sldId="632"/>
        </pc:sldMkLst>
        <pc:spChg chg="mod">
          <ac:chgData name="scott conlon" userId="715640cfe8348987" providerId="LiveId" clId="{E89286CD-6A25-47ED-A592-F1E758DC4363}" dt="2025-07-16T22:53:19.600" v="3856" actId="20577"/>
          <ac:spMkLst>
            <pc:docMk/>
            <pc:sldMk cId="1804855554" sldId="632"/>
            <ac:spMk id="10" creationId="{4B968617-0BE9-6F48-81E3-FE8C36C80345}"/>
          </ac:spMkLst>
        </pc:spChg>
        <pc:spChg chg="mod">
          <ac:chgData name="scott conlon" userId="715640cfe8348987" providerId="LiveId" clId="{E89286CD-6A25-47ED-A592-F1E758DC4363}" dt="2025-07-16T22:53:16.060" v="3855" actId="20577"/>
          <ac:spMkLst>
            <pc:docMk/>
            <pc:sldMk cId="1804855554" sldId="632"/>
            <ac:spMk id="13" creationId="{18689F6F-C00D-F449-3F25-09BF1DE7C165}"/>
          </ac:spMkLst>
        </pc:spChg>
        <pc:spChg chg="mod">
          <ac:chgData name="scott conlon" userId="715640cfe8348987" providerId="LiveId" clId="{E89286CD-6A25-47ED-A592-F1E758DC4363}" dt="2025-07-16T22:53:12.010" v="3851" actId="20577"/>
          <ac:spMkLst>
            <pc:docMk/>
            <pc:sldMk cId="1804855554" sldId="632"/>
            <ac:spMk id="15" creationId="{30058B9C-9FF7-FBDD-4EAC-AE05A230AB38}"/>
          </ac:spMkLst>
        </pc:spChg>
        <pc:cxnChg chg="mod">
          <ac:chgData name="scott conlon" userId="715640cfe8348987" providerId="LiveId" clId="{E89286CD-6A25-47ED-A592-F1E758DC4363}" dt="2025-07-16T22:48:54.088" v="3601" actId="14100"/>
          <ac:cxnSpMkLst>
            <pc:docMk/>
            <pc:sldMk cId="1804855554" sldId="632"/>
            <ac:cxnSpMk id="54" creationId="{B4E2E15F-DCE2-7F0B-B20F-4585EA677AA1}"/>
          </ac:cxnSpMkLst>
        </pc:cxnChg>
      </pc:sldChg>
      <pc:sldChg chg="modSp add mod setBg">
        <pc:chgData name="scott conlon" userId="715640cfe8348987" providerId="LiveId" clId="{E89286CD-6A25-47ED-A592-F1E758DC4363}" dt="2025-07-17T09:39:20.506" v="4039" actId="20577"/>
        <pc:sldMkLst>
          <pc:docMk/>
          <pc:sldMk cId="3099270176" sldId="633"/>
        </pc:sldMkLst>
      </pc:sldChg>
      <pc:sldChg chg="modSp add mod setBg modNotesTx">
        <pc:chgData name="scott conlon" userId="715640cfe8348987" providerId="LiveId" clId="{E89286CD-6A25-47ED-A592-F1E758DC4363}" dt="2025-07-17T09:43:52.581" v="4327" actId="6549"/>
        <pc:sldMkLst>
          <pc:docMk/>
          <pc:sldMk cId="984553622" sldId="634"/>
        </pc:sldMkLst>
      </pc:sldChg>
    </pc:docChg>
  </pc:docChgLst>
  <pc:docChgLst>
    <pc:chgData name="scott conlon" userId="715640cfe8348987" providerId="LiveId" clId="{2A9D1B6D-9661-483D-918B-60E6E2D15BA5}"/>
    <pc:docChg chg="addSld modSld">
      <pc:chgData name="scott conlon" userId="715640cfe8348987" providerId="LiveId" clId="{2A9D1B6D-9661-483D-918B-60E6E2D15BA5}" dt="2025-06-28T11:00:03.279" v="204" actId="20577"/>
      <pc:docMkLst>
        <pc:docMk/>
      </pc:docMkLst>
      <pc:sldChg chg="modSp add mod">
        <pc:chgData name="scott conlon" userId="715640cfe8348987" providerId="LiveId" clId="{2A9D1B6D-9661-483D-918B-60E6E2D15BA5}" dt="2025-06-14T00:37:25.765" v="56" actId="20577"/>
        <pc:sldMkLst>
          <pc:docMk/>
          <pc:sldMk cId="1889674401" sldId="591"/>
        </pc:sldMkLst>
      </pc:sldChg>
      <pc:sldChg chg="modSp add mod">
        <pc:chgData name="scott conlon" userId="715640cfe8348987" providerId="LiveId" clId="{2A9D1B6D-9661-483D-918B-60E6E2D15BA5}" dt="2025-06-14T00:38:53.390" v="79" actId="20577"/>
        <pc:sldMkLst>
          <pc:docMk/>
          <pc:sldMk cId="1262386658" sldId="592"/>
        </pc:sldMkLst>
      </pc:sldChg>
      <pc:sldChg chg="modSp add mod">
        <pc:chgData name="scott conlon" userId="715640cfe8348987" providerId="LiveId" clId="{2A9D1B6D-9661-483D-918B-60E6E2D15BA5}" dt="2025-06-21T03:16:36.198" v="136" actId="20577"/>
        <pc:sldMkLst>
          <pc:docMk/>
          <pc:sldMk cId="754796198" sldId="593"/>
        </pc:sldMkLst>
      </pc:sldChg>
      <pc:sldChg chg="modSp add mod">
        <pc:chgData name="scott conlon" userId="715640cfe8348987" providerId="LiveId" clId="{2A9D1B6D-9661-483D-918B-60E6E2D15BA5}" dt="2025-06-21T03:17:04.445" v="147" actId="20577"/>
        <pc:sldMkLst>
          <pc:docMk/>
          <pc:sldMk cId="166011121" sldId="594"/>
        </pc:sldMkLst>
      </pc:sldChg>
      <pc:sldChg chg="modSp add mod">
        <pc:chgData name="scott conlon" userId="715640cfe8348987" providerId="LiveId" clId="{2A9D1B6D-9661-483D-918B-60E6E2D15BA5}" dt="2025-06-28T10:59:19.289" v="191" actId="20577"/>
        <pc:sldMkLst>
          <pc:docMk/>
          <pc:sldMk cId="3453193644" sldId="595"/>
        </pc:sldMkLst>
      </pc:sldChg>
      <pc:sldChg chg="modSp add mod">
        <pc:chgData name="scott conlon" userId="715640cfe8348987" providerId="LiveId" clId="{2A9D1B6D-9661-483D-918B-60E6E2D15BA5}" dt="2025-06-28T11:00:03.279" v="204" actId="20577"/>
        <pc:sldMkLst>
          <pc:docMk/>
          <pc:sldMk cId="2428817532" sldId="596"/>
        </pc:sldMkLst>
      </pc:sldChg>
    </pc:docChg>
  </pc:docChgLst>
  <pc:docChgLst>
    <pc:chgData name="scott conlon" userId="715640cfe8348987" providerId="LiveId" clId="{61929E94-5674-41B2-8DD2-4DE2C12D3A38}"/>
    <pc:docChg chg="undo custSel addSld delSld modSld sldOrd">
      <pc:chgData name="scott conlon" userId="715640cfe8348987" providerId="LiveId" clId="{61929E94-5674-41B2-8DD2-4DE2C12D3A38}" dt="2025-07-22T12:57:54.352" v="2403" actId="6549"/>
      <pc:docMkLst>
        <pc:docMk/>
      </pc:docMkLst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31738560" sldId="298"/>
        </pc:sldMkLst>
      </pc:sldChg>
      <pc:sldChg chg="modSp mod modNotesTx">
        <pc:chgData name="scott conlon" userId="715640cfe8348987" providerId="LiveId" clId="{61929E94-5674-41B2-8DD2-4DE2C12D3A38}" dt="2025-07-22T12:57:54.352" v="2403" actId="6549"/>
        <pc:sldMkLst>
          <pc:docMk/>
          <pc:sldMk cId="1470261100" sldId="353"/>
        </pc:sldMkLst>
        <pc:spChg chg="mod">
          <ac:chgData name="scott conlon" userId="715640cfe8348987" providerId="LiveId" clId="{61929E94-5674-41B2-8DD2-4DE2C12D3A38}" dt="2025-07-22T12:57:54.352" v="2403" actId="6549"/>
          <ac:spMkLst>
            <pc:docMk/>
            <pc:sldMk cId="1470261100" sldId="353"/>
            <ac:spMk id="3" creationId="{B1711341-68F7-362C-75F1-F2C80DC26DCC}"/>
          </ac:spMkLst>
        </pc:spChg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257711775" sldId="372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503707641" sldId="378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3360255077" sldId="379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41412464" sldId="380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4124718261" sldId="381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504118082" sldId="382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512537571" sldId="383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121719713" sldId="384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614548409" sldId="386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393315445" sldId="387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37054154" sldId="388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972810513" sldId="389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4114606657" sldId="390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935626584" sldId="391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07509023" sldId="392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459407818" sldId="393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480931766" sldId="394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3184735787" sldId="395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3005858727" sldId="396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3457266644" sldId="397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739547121" sldId="398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484199974" sldId="399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366385392" sldId="400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3915120208" sldId="402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557972830" sldId="403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766829293" sldId="404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4089603631" sldId="405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802466451" sldId="408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929158868" sldId="413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90010738" sldId="505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62501487" sldId="517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307566715" sldId="518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94075924" sldId="519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404967280" sldId="564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53816750" sldId="566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87817071" sldId="597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3698612364" sldId="598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660170854" sldId="599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2429252242" sldId="600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3378191098" sldId="601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520727093" sldId="602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383193301" sldId="603"/>
        </pc:sldMkLst>
      </pc:sldChg>
      <pc:sldChg chg="addSp modSp del mod">
        <pc:chgData name="scott conlon" userId="715640cfe8348987" providerId="LiveId" clId="{61929E94-5674-41B2-8DD2-4DE2C12D3A38}" dt="2025-07-22T12:57:43.220" v="2384" actId="47"/>
        <pc:sldMkLst>
          <pc:docMk/>
          <pc:sldMk cId="2944006091" sldId="606"/>
        </pc:sldMkLst>
      </pc:sldChg>
      <pc:sldChg chg="modSp mod ord">
        <pc:chgData name="scott conlon" userId="715640cfe8348987" providerId="LiveId" clId="{61929E94-5674-41B2-8DD2-4DE2C12D3A38}" dt="2025-07-17T13:09:58.874" v="1605" actId="6549"/>
        <pc:sldMkLst>
          <pc:docMk/>
          <pc:sldMk cId="605639947" sldId="613"/>
        </pc:sldMkLst>
        <pc:spChg chg="mod">
          <ac:chgData name="scott conlon" userId="715640cfe8348987" providerId="LiveId" clId="{61929E94-5674-41B2-8DD2-4DE2C12D3A38}" dt="2025-07-17T12:54:35.075" v="1041" actId="20577"/>
          <ac:spMkLst>
            <pc:docMk/>
            <pc:sldMk cId="605639947" sldId="613"/>
            <ac:spMk id="2" creationId="{BB5FEE6D-6726-9350-3426-00D2D353B9F3}"/>
          </ac:spMkLst>
        </pc:spChg>
        <pc:spChg chg="mod">
          <ac:chgData name="scott conlon" userId="715640cfe8348987" providerId="LiveId" clId="{61929E94-5674-41B2-8DD2-4DE2C12D3A38}" dt="2025-07-17T13:09:58.874" v="1605" actId="6549"/>
          <ac:spMkLst>
            <pc:docMk/>
            <pc:sldMk cId="605639947" sldId="613"/>
            <ac:spMk id="4" creationId="{FAA3D986-5262-F3E7-9A7A-84B615FEFD27}"/>
          </ac:spMkLst>
        </pc:spChg>
      </pc:sldChg>
      <pc:sldChg chg="addSp delSp modSp mod ord">
        <pc:chgData name="scott conlon" userId="715640cfe8348987" providerId="LiveId" clId="{61929E94-5674-41B2-8DD2-4DE2C12D3A38}" dt="2025-07-17T22:58:22.064" v="2178" actId="1036"/>
        <pc:sldMkLst>
          <pc:docMk/>
          <pc:sldMk cId="2025347170" sldId="614"/>
        </pc:sldMkLst>
        <pc:spChg chg="mod">
          <ac:chgData name="scott conlon" userId="715640cfe8348987" providerId="LiveId" clId="{61929E94-5674-41B2-8DD2-4DE2C12D3A38}" dt="2025-07-17T12:34:41.866" v="618" actId="20577"/>
          <ac:spMkLst>
            <pc:docMk/>
            <pc:sldMk cId="2025347170" sldId="614"/>
            <ac:spMk id="2" creationId="{589C6955-86BD-7351-83E5-219351C5515B}"/>
          </ac:spMkLst>
        </pc:spChg>
        <pc:spChg chg="mod">
          <ac:chgData name="scott conlon" userId="715640cfe8348987" providerId="LiveId" clId="{61929E94-5674-41B2-8DD2-4DE2C12D3A38}" dt="2025-07-17T22:58:17.378" v="2157" actId="20577"/>
          <ac:spMkLst>
            <pc:docMk/>
            <pc:sldMk cId="2025347170" sldId="614"/>
            <ac:spMk id="4" creationId="{148A7843-B5E5-ED6D-5FA9-9F5093E83CEE}"/>
          </ac:spMkLst>
        </pc:spChg>
        <pc:spChg chg="mod">
          <ac:chgData name="scott conlon" userId="715640cfe8348987" providerId="LiveId" clId="{61929E94-5674-41B2-8DD2-4DE2C12D3A38}" dt="2025-07-17T12:34:22.731" v="600" actId="14100"/>
          <ac:spMkLst>
            <pc:docMk/>
            <pc:sldMk cId="2025347170" sldId="614"/>
            <ac:spMk id="8" creationId="{5F76841D-64F2-E419-0883-14EABABEAE4B}"/>
          </ac:spMkLst>
        </pc:spChg>
        <pc:spChg chg="mod">
          <ac:chgData name="scott conlon" userId="715640cfe8348987" providerId="LiveId" clId="{61929E94-5674-41B2-8DD2-4DE2C12D3A38}" dt="2025-07-17T12:33:49.781" v="583" actId="207"/>
          <ac:spMkLst>
            <pc:docMk/>
            <pc:sldMk cId="2025347170" sldId="614"/>
            <ac:spMk id="9" creationId="{85073FDA-7FA2-ADB6-AB21-94D9D63BBE35}"/>
          </ac:spMkLst>
        </pc:spChg>
        <pc:spChg chg="mod">
          <ac:chgData name="scott conlon" userId="715640cfe8348987" providerId="LiveId" clId="{61929E94-5674-41B2-8DD2-4DE2C12D3A38}" dt="2025-07-17T12:34:22.731" v="600" actId="14100"/>
          <ac:spMkLst>
            <pc:docMk/>
            <pc:sldMk cId="2025347170" sldId="614"/>
            <ac:spMk id="10" creationId="{4BF2AC5C-A101-B6DB-A84F-8BC7111838C0}"/>
          </ac:spMkLst>
        </pc:spChg>
        <pc:spChg chg="mod">
          <ac:chgData name="scott conlon" userId="715640cfe8348987" providerId="LiveId" clId="{61929E94-5674-41B2-8DD2-4DE2C12D3A38}" dt="2025-07-17T12:34:22.731" v="600" actId="14100"/>
          <ac:spMkLst>
            <pc:docMk/>
            <pc:sldMk cId="2025347170" sldId="614"/>
            <ac:spMk id="11" creationId="{3E3BB19D-9C4A-3202-2599-BB12F529268F}"/>
          </ac:spMkLst>
        </pc:spChg>
        <pc:spChg chg="mod">
          <ac:chgData name="scott conlon" userId="715640cfe8348987" providerId="LiveId" clId="{61929E94-5674-41B2-8DD2-4DE2C12D3A38}" dt="2025-07-17T12:34:22.731" v="600" actId="14100"/>
          <ac:spMkLst>
            <pc:docMk/>
            <pc:sldMk cId="2025347170" sldId="614"/>
            <ac:spMk id="12" creationId="{FFB4184F-418A-C5A7-3F8E-F6A3CFDB2E16}"/>
          </ac:spMkLst>
        </pc:spChg>
        <pc:spChg chg="mod">
          <ac:chgData name="scott conlon" userId="715640cfe8348987" providerId="LiveId" clId="{61929E94-5674-41B2-8DD2-4DE2C12D3A38}" dt="2025-07-17T12:34:22.731" v="600" actId="14100"/>
          <ac:spMkLst>
            <pc:docMk/>
            <pc:sldMk cId="2025347170" sldId="614"/>
            <ac:spMk id="13" creationId="{EA67188C-23F4-B061-8699-46E7AB0F227F}"/>
          </ac:spMkLst>
        </pc:spChg>
        <pc:spChg chg="mod">
          <ac:chgData name="scott conlon" userId="715640cfe8348987" providerId="LiveId" clId="{61929E94-5674-41B2-8DD2-4DE2C12D3A38}" dt="2025-07-17T12:34:22.731" v="600" actId="14100"/>
          <ac:spMkLst>
            <pc:docMk/>
            <pc:sldMk cId="2025347170" sldId="614"/>
            <ac:spMk id="14" creationId="{B7814AC1-0187-FB79-E1C7-6B50AE6ED131}"/>
          </ac:spMkLst>
        </pc:spChg>
        <pc:spChg chg="mod">
          <ac:chgData name="scott conlon" userId="715640cfe8348987" providerId="LiveId" clId="{61929E94-5674-41B2-8DD2-4DE2C12D3A38}" dt="2025-07-17T12:34:22.731" v="600" actId="14100"/>
          <ac:spMkLst>
            <pc:docMk/>
            <pc:sldMk cId="2025347170" sldId="614"/>
            <ac:spMk id="15" creationId="{D17ED309-25E5-F7CB-1FD6-6BD75EFFC4ED}"/>
          </ac:spMkLst>
        </pc:spChg>
        <pc:spChg chg="mod">
          <ac:chgData name="scott conlon" userId="715640cfe8348987" providerId="LiveId" clId="{61929E94-5674-41B2-8DD2-4DE2C12D3A38}" dt="2025-07-17T12:34:22.731" v="600" actId="14100"/>
          <ac:spMkLst>
            <pc:docMk/>
            <pc:sldMk cId="2025347170" sldId="614"/>
            <ac:spMk id="16" creationId="{A1715650-4368-C617-9442-66D43E2944C6}"/>
          </ac:spMkLst>
        </pc:spChg>
        <pc:spChg chg="mod">
          <ac:chgData name="scott conlon" userId="715640cfe8348987" providerId="LiveId" clId="{61929E94-5674-41B2-8DD2-4DE2C12D3A38}" dt="2025-07-17T12:34:22.731" v="600" actId="14100"/>
          <ac:spMkLst>
            <pc:docMk/>
            <pc:sldMk cId="2025347170" sldId="614"/>
            <ac:spMk id="17" creationId="{376BF417-C6F5-7D1D-5DFD-EDE277975D60}"/>
          </ac:spMkLst>
        </pc:spChg>
        <pc:spChg chg="mod">
          <ac:chgData name="scott conlon" userId="715640cfe8348987" providerId="LiveId" clId="{61929E94-5674-41B2-8DD2-4DE2C12D3A38}" dt="2025-07-17T12:34:22.731" v="600" actId="14100"/>
          <ac:spMkLst>
            <pc:docMk/>
            <pc:sldMk cId="2025347170" sldId="614"/>
            <ac:spMk id="36" creationId="{3BE49E12-7DA6-4CFD-191A-3E32546389BD}"/>
          </ac:spMkLst>
        </pc:spChg>
        <pc:spChg chg="add mod">
          <ac:chgData name="scott conlon" userId="715640cfe8348987" providerId="LiveId" clId="{61929E94-5674-41B2-8DD2-4DE2C12D3A38}" dt="2025-07-17T22:45:24.643" v="2087" actId="11529"/>
          <ac:spMkLst>
            <pc:docMk/>
            <pc:sldMk cId="2025347170" sldId="614"/>
            <ac:spMk id="37" creationId="{99984B5A-8F40-C1BF-F593-D7F03EC5039F}"/>
          </ac:spMkLst>
        </pc:spChg>
        <pc:spChg chg="add mod">
          <ac:chgData name="scott conlon" userId="715640cfe8348987" providerId="LiveId" clId="{61929E94-5674-41B2-8DD2-4DE2C12D3A38}" dt="2025-07-17T22:58:22.064" v="2178" actId="1036"/>
          <ac:spMkLst>
            <pc:docMk/>
            <pc:sldMk cId="2025347170" sldId="614"/>
            <ac:spMk id="38" creationId="{93B7D25F-8448-8DCF-B5EB-D94727C19A42}"/>
          </ac:spMkLst>
        </pc:spChg>
      </pc:sldChg>
      <pc:sldChg chg="del">
        <pc:chgData name="scott conlon" userId="715640cfe8348987" providerId="LiveId" clId="{61929E94-5674-41B2-8DD2-4DE2C12D3A38}" dt="2025-07-17T23:05:22.933" v="2379" actId="47"/>
        <pc:sldMkLst>
          <pc:docMk/>
          <pc:sldMk cId="2174295494" sldId="615"/>
        </pc:sldMkLst>
      </pc:sldChg>
      <pc:sldChg chg="del">
        <pc:chgData name="scott conlon" userId="715640cfe8348987" providerId="LiveId" clId="{61929E94-5674-41B2-8DD2-4DE2C12D3A38}" dt="2025-07-22T12:57:43.220" v="2384" actId="47"/>
        <pc:sldMkLst>
          <pc:docMk/>
          <pc:sldMk cId="1770554132" sldId="616"/>
        </pc:sldMkLst>
      </pc:sldChg>
      <pc:sldChg chg="modSp del mod">
        <pc:chgData name="scott conlon" userId="715640cfe8348987" providerId="LiveId" clId="{61929E94-5674-41B2-8DD2-4DE2C12D3A38}" dt="2025-07-17T23:05:22.933" v="2379" actId="47"/>
        <pc:sldMkLst>
          <pc:docMk/>
          <pc:sldMk cId="2453364244" sldId="617"/>
        </pc:sldMkLst>
      </pc:sldChg>
      <pc:sldChg chg="modSp del mod">
        <pc:chgData name="scott conlon" userId="715640cfe8348987" providerId="LiveId" clId="{61929E94-5674-41B2-8DD2-4DE2C12D3A38}" dt="2025-07-17T23:05:22.933" v="2379" actId="47"/>
        <pc:sldMkLst>
          <pc:docMk/>
          <pc:sldMk cId="4212875540" sldId="618"/>
        </pc:sldMkLst>
      </pc:sldChg>
      <pc:sldChg chg="modSp del mod">
        <pc:chgData name="scott conlon" userId="715640cfe8348987" providerId="LiveId" clId="{61929E94-5674-41B2-8DD2-4DE2C12D3A38}" dt="2025-07-17T23:05:22.933" v="2379" actId="47"/>
        <pc:sldMkLst>
          <pc:docMk/>
          <pc:sldMk cId="109455598" sldId="619"/>
        </pc:sldMkLst>
      </pc:sldChg>
      <pc:sldChg chg="modSp del mod">
        <pc:chgData name="scott conlon" userId="715640cfe8348987" providerId="LiveId" clId="{61929E94-5674-41B2-8DD2-4DE2C12D3A38}" dt="2025-07-17T23:05:22.933" v="2379" actId="47"/>
        <pc:sldMkLst>
          <pc:docMk/>
          <pc:sldMk cId="2291778484" sldId="620"/>
        </pc:sldMkLst>
      </pc:sldChg>
      <pc:sldChg chg="modSp del mod">
        <pc:chgData name="scott conlon" userId="715640cfe8348987" providerId="LiveId" clId="{61929E94-5674-41B2-8DD2-4DE2C12D3A38}" dt="2025-07-17T23:05:22.933" v="2379" actId="47"/>
        <pc:sldMkLst>
          <pc:docMk/>
          <pc:sldMk cId="3416630435" sldId="621"/>
        </pc:sldMkLst>
      </pc:sldChg>
      <pc:sldChg chg="addSp modSp mod">
        <pc:chgData name="scott conlon" userId="715640cfe8348987" providerId="LiveId" clId="{61929E94-5674-41B2-8DD2-4DE2C12D3A38}" dt="2025-07-17T23:02:41.688" v="2377" actId="1038"/>
        <pc:sldMkLst>
          <pc:docMk/>
          <pc:sldMk cId="1054723861" sldId="622"/>
        </pc:sldMkLst>
        <pc:spChg chg="mod">
          <ac:chgData name="scott conlon" userId="715640cfe8348987" providerId="LiveId" clId="{61929E94-5674-41B2-8DD2-4DE2C12D3A38}" dt="2025-07-17T12:54:25.100" v="1036" actId="20577"/>
          <ac:spMkLst>
            <pc:docMk/>
            <pc:sldMk cId="1054723861" sldId="622"/>
            <ac:spMk id="2" creationId="{5EBE9DE3-041E-7342-F5D0-4BABC8D2B8FE}"/>
          </ac:spMkLst>
        </pc:spChg>
        <pc:spChg chg="add mod">
          <ac:chgData name="scott conlon" userId="715640cfe8348987" providerId="LiveId" clId="{61929E94-5674-41B2-8DD2-4DE2C12D3A38}" dt="2025-07-17T23:02:41.688" v="2377" actId="1038"/>
          <ac:spMkLst>
            <pc:docMk/>
            <pc:sldMk cId="1054723861" sldId="622"/>
            <ac:spMk id="4" creationId="{D7BAC82A-6617-CD9B-1292-A93C7DEC80EF}"/>
          </ac:spMkLst>
        </pc:spChg>
        <pc:spChg chg="mod">
          <ac:chgData name="scott conlon" userId="715640cfe8348987" providerId="LiveId" clId="{61929E94-5674-41B2-8DD2-4DE2C12D3A38}" dt="2025-07-17T13:16:29.294" v="1892" actId="20577"/>
          <ac:spMkLst>
            <pc:docMk/>
            <pc:sldMk cId="1054723861" sldId="622"/>
            <ac:spMk id="8" creationId="{D1C32B76-CE8E-442E-7C60-043819652BA3}"/>
          </ac:spMkLst>
        </pc:spChg>
      </pc:sldChg>
      <pc:sldChg chg="modSp mod">
        <pc:chgData name="scott conlon" userId="715640cfe8348987" providerId="LiveId" clId="{61929E94-5674-41B2-8DD2-4DE2C12D3A38}" dt="2025-07-17T12:46:27.821" v="943" actId="20577"/>
        <pc:sldMkLst>
          <pc:docMk/>
          <pc:sldMk cId="3311182815" sldId="623"/>
        </pc:sldMkLst>
        <pc:spChg chg="mod">
          <ac:chgData name="scott conlon" userId="715640cfe8348987" providerId="LiveId" clId="{61929E94-5674-41B2-8DD2-4DE2C12D3A38}" dt="2025-07-17T12:46:27.821" v="943" actId="20577"/>
          <ac:spMkLst>
            <pc:docMk/>
            <pc:sldMk cId="3311182815" sldId="623"/>
            <ac:spMk id="2" creationId="{D0EDBFC7-8AEE-F9AA-C8E7-977C6E445781}"/>
          </ac:spMkLst>
        </pc:spChg>
        <pc:spChg chg="mod">
          <ac:chgData name="scott conlon" userId="715640cfe8348987" providerId="LiveId" clId="{61929E94-5674-41B2-8DD2-4DE2C12D3A38}" dt="2025-07-17T12:23:40.508" v="178" actId="1076"/>
          <ac:spMkLst>
            <pc:docMk/>
            <pc:sldMk cId="3311182815" sldId="623"/>
            <ac:spMk id="4" creationId="{D3E85BA4-5359-90B3-89A0-E08C2A9A9B57}"/>
          </ac:spMkLst>
        </pc:spChg>
        <pc:spChg chg="mod">
          <ac:chgData name="scott conlon" userId="715640cfe8348987" providerId="LiveId" clId="{61929E94-5674-41B2-8DD2-4DE2C12D3A38}" dt="2025-07-17T12:24:08.964" v="186" actId="6549"/>
          <ac:spMkLst>
            <pc:docMk/>
            <pc:sldMk cId="3311182815" sldId="623"/>
            <ac:spMk id="7" creationId="{08B91F4D-B91A-BA2C-997B-0A0F59F2C829}"/>
          </ac:spMkLst>
        </pc:spChg>
        <pc:spChg chg="mod">
          <ac:chgData name="scott conlon" userId="715640cfe8348987" providerId="LiveId" clId="{61929E94-5674-41B2-8DD2-4DE2C12D3A38}" dt="2025-07-17T12:23:36.388" v="177" actId="1076"/>
          <ac:spMkLst>
            <pc:docMk/>
            <pc:sldMk cId="3311182815" sldId="623"/>
            <ac:spMk id="8" creationId="{DB18CAD4-E25B-7C93-C82D-10BD38A79E3A}"/>
          </ac:spMkLst>
        </pc:spChg>
        <pc:spChg chg="mod">
          <ac:chgData name="scott conlon" userId="715640cfe8348987" providerId="LiveId" clId="{61929E94-5674-41B2-8DD2-4DE2C12D3A38}" dt="2025-07-17T12:23:28.773" v="175" actId="1076"/>
          <ac:spMkLst>
            <pc:docMk/>
            <pc:sldMk cId="3311182815" sldId="623"/>
            <ac:spMk id="11" creationId="{61435D8B-80F9-B535-F1F7-BE7C43C23DC4}"/>
          </ac:spMkLst>
        </pc:spChg>
        <pc:spChg chg="mod">
          <ac:chgData name="scott conlon" userId="715640cfe8348987" providerId="LiveId" clId="{61929E94-5674-41B2-8DD2-4DE2C12D3A38}" dt="2025-07-17T12:23:26.228" v="174" actId="1076"/>
          <ac:spMkLst>
            <pc:docMk/>
            <pc:sldMk cId="3311182815" sldId="623"/>
            <ac:spMk id="12" creationId="{EF20B648-EBCF-1435-4BB5-B5B52A712C96}"/>
          </ac:spMkLst>
        </pc:spChg>
        <pc:spChg chg="mod">
          <ac:chgData name="scott conlon" userId="715640cfe8348987" providerId="LiveId" clId="{61929E94-5674-41B2-8DD2-4DE2C12D3A38}" dt="2025-07-17T12:23:19.626" v="171" actId="1076"/>
          <ac:spMkLst>
            <pc:docMk/>
            <pc:sldMk cId="3311182815" sldId="623"/>
            <ac:spMk id="13" creationId="{3FBC97B5-40D4-1704-5BCF-0069015CB488}"/>
          </ac:spMkLst>
        </pc:spChg>
        <pc:spChg chg="mod">
          <ac:chgData name="scott conlon" userId="715640cfe8348987" providerId="LiveId" clId="{61929E94-5674-41B2-8DD2-4DE2C12D3A38}" dt="2025-07-17T12:23:12.700" v="168" actId="1076"/>
          <ac:spMkLst>
            <pc:docMk/>
            <pc:sldMk cId="3311182815" sldId="623"/>
            <ac:spMk id="14" creationId="{59F1AD3F-7D84-BED0-95C5-D78D04F6FA25}"/>
          </ac:spMkLst>
        </pc:spChg>
        <pc:spChg chg="mod">
          <ac:chgData name="scott conlon" userId="715640cfe8348987" providerId="LiveId" clId="{61929E94-5674-41B2-8DD2-4DE2C12D3A38}" dt="2025-07-17T12:23:32.709" v="176" actId="1076"/>
          <ac:spMkLst>
            <pc:docMk/>
            <pc:sldMk cId="3311182815" sldId="623"/>
            <ac:spMk id="15" creationId="{03642B3C-902D-D556-D155-3FF77C0E4A31}"/>
          </ac:spMkLst>
        </pc:spChg>
        <pc:spChg chg="mod">
          <ac:chgData name="scott conlon" userId="715640cfe8348987" providerId="LiveId" clId="{61929E94-5674-41B2-8DD2-4DE2C12D3A38}" dt="2025-07-17T12:23:16.719" v="170" actId="1076"/>
          <ac:spMkLst>
            <pc:docMk/>
            <pc:sldMk cId="3311182815" sldId="623"/>
            <ac:spMk id="36" creationId="{7C9D87D3-EA38-E033-4063-477FA43912C0}"/>
          </ac:spMkLst>
        </pc:spChg>
      </pc:sldChg>
      <pc:sldChg chg="modSp mod">
        <pc:chgData name="scott conlon" userId="715640cfe8348987" providerId="LiveId" clId="{61929E94-5674-41B2-8DD2-4DE2C12D3A38}" dt="2025-07-17T12:35:22.174" v="627" actId="20577"/>
        <pc:sldMkLst>
          <pc:docMk/>
          <pc:sldMk cId="2044555984" sldId="626"/>
        </pc:sldMkLst>
        <pc:spChg chg="mod">
          <ac:chgData name="scott conlon" userId="715640cfe8348987" providerId="LiveId" clId="{61929E94-5674-41B2-8DD2-4DE2C12D3A38}" dt="2025-07-17T12:26:37.314" v="232" actId="20577"/>
          <ac:spMkLst>
            <pc:docMk/>
            <pc:sldMk cId="2044555984" sldId="626"/>
            <ac:spMk id="2" creationId="{BFAC2CA4-C83E-CD56-7174-BF4BFFD5AF69}"/>
          </ac:spMkLst>
        </pc:spChg>
        <pc:spChg chg="mod">
          <ac:chgData name="scott conlon" userId="715640cfe8348987" providerId="LiveId" clId="{61929E94-5674-41B2-8DD2-4DE2C12D3A38}" dt="2025-07-17T12:26:06.610" v="220" actId="20577"/>
          <ac:spMkLst>
            <pc:docMk/>
            <pc:sldMk cId="2044555984" sldId="626"/>
            <ac:spMk id="7" creationId="{DC7F13C0-6326-42B9-6505-7E17A123C116}"/>
          </ac:spMkLst>
        </pc:spChg>
        <pc:spChg chg="mod">
          <ac:chgData name="scott conlon" userId="715640cfe8348987" providerId="LiveId" clId="{61929E94-5674-41B2-8DD2-4DE2C12D3A38}" dt="2025-07-17T12:35:22.174" v="627" actId="20577"/>
          <ac:spMkLst>
            <pc:docMk/>
            <pc:sldMk cId="2044555984" sldId="626"/>
            <ac:spMk id="12" creationId="{E77D86EB-2448-38A8-6ED0-9F36DEB20F5E}"/>
          </ac:spMkLst>
        </pc:spChg>
        <pc:spChg chg="mod">
          <ac:chgData name="scott conlon" userId="715640cfe8348987" providerId="LiveId" clId="{61929E94-5674-41B2-8DD2-4DE2C12D3A38}" dt="2025-07-17T12:35:19.471" v="624" actId="20577"/>
          <ac:spMkLst>
            <pc:docMk/>
            <pc:sldMk cId="2044555984" sldId="626"/>
            <ac:spMk id="13" creationId="{70E5F40F-F1E7-12F7-540A-607C51402181}"/>
          </ac:spMkLst>
        </pc:spChg>
        <pc:spChg chg="mod">
          <ac:chgData name="scott conlon" userId="715640cfe8348987" providerId="LiveId" clId="{61929E94-5674-41B2-8DD2-4DE2C12D3A38}" dt="2025-07-17T12:35:12.184" v="620" actId="20577"/>
          <ac:spMkLst>
            <pc:docMk/>
            <pc:sldMk cId="2044555984" sldId="626"/>
            <ac:spMk id="14" creationId="{BD46BEB3-4AA6-88CB-AAE4-0C3A7A15B9DF}"/>
          </ac:spMkLst>
        </pc:spChg>
      </pc:sldChg>
      <pc:sldChg chg="modSp mod">
        <pc:chgData name="scott conlon" userId="715640cfe8348987" providerId="LiveId" clId="{61929E94-5674-41B2-8DD2-4DE2C12D3A38}" dt="2025-07-17T12:26:41.345" v="235" actId="20577"/>
        <pc:sldMkLst>
          <pc:docMk/>
          <pc:sldMk cId="1056048938" sldId="627"/>
        </pc:sldMkLst>
        <pc:spChg chg="mod">
          <ac:chgData name="scott conlon" userId="715640cfe8348987" providerId="LiveId" clId="{61929E94-5674-41B2-8DD2-4DE2C12D3A38}" dt="2025-07-17T12:26:41.345" v="235" actId="20577"/>
          <ac:spMkLst>
            <pc:docMk/>
            <pc:sldMk cId="1056048938" sldId="627"/>
            <ac:spMk id="2" creationId="{1BBC9C7E-0C71-C07E-C750-FB4AE8DC7FF5}"/>
          </ac:spMkLst>
        </pc:spChg>
        <pc:spChg chg="mod">
          <ac:chgData name="scott conlon" userId="715640cfe8348987" providerId="LiveId" clId="{61929E94-5674-41B2-8DD2-4DE2C12D3A38}" dt="2025-07-17T12:26:02.790" v="218" actId="20577"/>
          <ac:spMkLst>
            <pc:docMk/>
            <pc:sldMk cId="1056048938" sldId="627"/>
            <ac:spMk id="7" creationId="{CD379AFD-B7BC-0906-F7EA-22C698E2EE00}"/>
          </ac:spMkLst>
        </pc:spChg>
        <pc:spChg chg="mod">
          <ac:chgData name="scott conlon" userId="715640cfe8348987" providerId="LiveId" clId="{61929E94-5674-41B2-8DD2-4DE2C12D3A38}" dt="2025-07-17T12:25:57.080" v="216" actId="20577"/>
          <ac:spMkLst>
            <pc:docMk/>
            <pc:sldMk cId="1056048938" sldId="627"/>
            <ac:spMk id="12" creationId="{A8F57A05-393E-9F7F-C10F-88F413EE51F5}"/>
          </ac:spMkLst>
        </pc:spChg>
        <pc:spChg chg="mod">
          <ac:chgData name="scott conlon" userId="715640cfe8348987" providerId="LiveId" clId="{61929E94-5674-41B2-8DD2-4DE2C12D3A38}" dt="2025-07-17T12:25:44.783" v="213" actId="20577"/>
          <ac:spMkLst>
            <pc:docMk/>
            <pc:sldMk cId="1056048938" sldId="627"/>
            <ac:spMk id="13" creationId="{879A8AE2-4B7D-9A12-B885-D7054E90A258}"/>
          </ac:spMkLst>
        </pc:spChg>
        <pc:spChg chg="mod">
          <ac:chgData name="scott conlon" userId="715640cfe8348987" providerId="LiveId" clId="{61929E94-5674-41B2-8DD2-4DE2C12D3A38}" dt="2025-07-17T12:25:37.036" v="206" actId="20577"/>
          <ac:spMkLst>
            <pc:docMk/>
            <pc:sldMk cId="1056048938" sldId="627"/>
            <ac:spMk id="14" creationId="{99222EDC-0507-3FD1-0EA0-9163F9153D07}"/>
          </ac:spMkLst>
        </pc:spChg>
        <pc:spChg chg="mod">
          <ac:chgData name="scott conlon" userId="715640cfe8348987" providerId="LiveId" clId="{61929E94-5674-41B2-8DD2-4DE2C12D3A38}" dt="2025-07-17T12:25:41.260" v="209" actId="20577"/>
          <ac:spMkLst>
            <pc:docMk/>
            <pc:sldMk cId="1056048938" sldId="627"/>
            <ac:spMk id="15" creationId="{5208312B-0951-5B7E-9267-39953A4C52F8}"/>
          </ac:spMkLst>
        </pc:spChg>
      </pc:sldChg>
      <pc:sldChg chg="modSp mod">
        <pc:chgData name="scott conlon" userId="715640cfe8348987" providerId="LiveId" clId="{61929E94-5674-41B2-8DD2-4DE2C12D3A38}" dt="2025-07-17T12:39:21.615" v="707" actId="20577"/>
        <pc:sldMkLst>
          <pc:docMk/>
          <pc:sldMk cId="3273058702" sldId="628"/>
        </pc:sldMkLst>
        <pc:spChg chg="mod">
          <ac:chgData name="scott conlon" userId="715640cfe8348987" providerId="LiveId" clId="{61929E94-5674-41B2-8DD2-4DE2C12D3A38}" dt="2025-07-17T12:26:46.351" v="238" actId="20577"/>
          <ac:spMkLst>
            <pc:docMk/>
            <pc:sldMk cId="3273058702" sldId="628"/>
            <ac:spMk id="2" creationId="{A621F75F-B609-D900-9FDC-A7CEC53BF437}"/>
          </ac:spMkLst>
        </pc:spChg>
        <pc:spChg chg="mod">
          <ac:chgData name="scott conlon" userId="715640cfe8348987" providerId="LiveId" clId="{61929E94-5674-41B2-8DD2-4DE2C12D3A38}" dt="2025-07-17T12:35:46.158" v="631" actId="20577"/>
          <ac:spMkLst>
            <pc:docMk/>
            <pc:sldMk cId="3273058702" sldId="628"/>
            <ac:spMk id="16" creationId="{4137D568-40F8-1577-A37A-C44C80AB6B64}"/>
          </ac:spMkLst>
        </pc:spChg>
        <pc:spChg chg="mod">
          <ac:chgData name="scott conlon" userId="715640cfe8348987" providerId="LiveId" clId="{61929E94-5674-41B2-8DD2-4DE2C12D3A38}" dt="2025-07-17T12:39:21.615" v="707" actId="20577"/>
          <ac:spMkLst>
            <pc:docMk/>
            <pc:sldMk cId="3273058702" sldId="628"/>
            <ac:spMk id="17" creationId="{5B2C8B95-521D-302C-B486-B818CB133010}"/>
          </ac:spMkLst>
        </pc:spChg>
        <pc:spChg chg="mod">
          <ac:chgData name="scott conlon" userId="715640cfe8348987" providerId="LiveId" clId="{61929E94-5674-41B2-8DD2-4DE2C12D3A38}" dt="2025-07-17T12:37:51.818" v="653" actId="20577"/>
          <ac:spMkLst>
            <pc:docMk/>
            <pc:sldMk cId="3273058702" sldId="628"/>
            <ac:spMk id="20" creationId="{2CE68533-7E57-B4B5-5F9B-DC96F68B4F37}"/>
          </ac:spMkLst>
        </pc:spChg>
        <pc:spChg chg="mod">
          <ac:chgData name="scott conlon" userId="715640cfe8348987" providerId="LiveId" clId="{61929E94-5674-41B2-8DD2-4DE2C12D3A38}" dt="2025-07-17T12:37:23.782" v="647" actId="6549"/>
          <ac:spMkLst>
            <pc:docMk/>
            <pc:sldMk cId="3273058702" sldId="628"/>
            <ac:spMk id="23" creationId="{6FC8AE3D-75E4-1A11-E07B-E399F25D4230}"/>
          </ac:spMkLst>
        </pc:spChg>
        <pc:spChg chg="mod">
          <ac:chgData name="scott conlon" userId="715640cfe8348987" providerId="LiveId" clId="{61929E94-5674-41B2-8DD2-4DE2C12D3A38}" dt="2025-07-17T12:38:49.750" v="688" actId="20577"/>
          <ac:spMkLst>
            <pc:docMk/>
            <pc:sldMk cId="3273058702" sldId="628"/>
            <ac:spMk id="24" creationId="{19C1C38D-389A-129A-3190-E88EC634476C}"/>
          </ac:spMkLst>
        </pc:spChg>
        <pc:spChg chg="mod">
          <ac:chgData name="scott conlon" userId="715640cfe8348987" providerId="LiveId" clId="{61929E94-5674-41B2-8DD2-4DE2C12D3A38}" dt="2025-07-17T12:37:55.699" v="657" actId="20577"/>
          <ac:spMkLst>
            <pc:docMk/>
            <pc:sldMk cId="3273058702" sldId="628"/>
            <ac:spMk id="28" creationId="{710156B9-5555-F62F-7EC8-9BE319286364}"/>
          </ac:spMkLst>
        </pc:spChg>
      </pc:sldChg>
      <pc:sldChg chg="modSp mod">
        <pc:chgData name="scott conlon" userId="715640cfe8348987" providerId="LiveId" clId="{61929E94-5674-41B2-8DD2-4DE2C12D3A38}" dt="2025-07-17T12:41:48.027" v="785" actId="20577"/>
        <pc:sldMkLst>
          <pc:docMk/>
          <pc:sldMk cId="2400316696" sldId="629"/>
        </pc:sldMkLst>
        <pc:spChg chg="mod">
          <ac:chgData name="scott conlon" userId="715640cfe8348987" providerId="LiveId" clId="{61929E94-5674-41B2-8DD2-4DE2C12D3A38}" dt="2025-07-17T12:26:50.993" v="241" actId="20577"/>
          <ac:spMkLst>
            <pc:docMk/>
            <pc:sldMk cId="2400316696" sldId="629"/>
            <ac:spMk id="2" creationId="{B9550467-D8E8-BA6E-9F13-8D12A522C740}"/>
          </ac:spMkLst>
        </pc:spChg>
        <pc:spChg chg="mod">
          <ac:chgData name="scott conlon" userId="715640cfe8348987" providerId="LiveId" clId="{61929E94-5674-41B2-8DD2-4DE2C12D3A38}" dt="2025-07-17T12:40:08.401" v="713" actId="20577"/>
          <ac:spMkLst>
            <pc:docMk/>
            <pc:sldMk cId="2400316696" sldId="629"/>
            <ac:spMk id="16" creationId="{5DFB27D6-87B8-B738-77AB-DFEBDEC998E8}"/>
          </ac:spMkLst>
        </pc:spChg>
        <pc:spChg chg="mod">
          <ac:chgData name="scott conlon" userId="715640cfe8348987" providerId="LiveId" clId="{61929E94-5674-41B2-8DD2-4DE2C12D3A38}" dt="2025-07-17T12:39:34.541" v="709" actId="6549"/>
          <ac:spMkLst>
            <pc:docMk/>
            <pc:sldMk cId="2400316696" sldId="629"/>
            <ac:spMk id="18" creationId="{9C71B47B-089D-AE19-6DD0-140A4689E4CC}"/>
          </ac:spMkLst>
        </pc:spChg>
        <pc:spChg chg="mod">
          <ac:chgData name="scott conlon" userId="715640cfe8348987" providerId="LiveId" clId="{61929E94-5674-41B2-8DD2-4DE2C12D3A38}" dt="2025-07-17T12:40:44.341" v="725" actId="6549"/>
          <ac:spMkLst>
            <pc:docMk/>
            <pc:sldMk cId="2400316696" sldId="629"/>
            <ac:spMk id="21" creationId="{AC6FBD58-9333-6BC3-4F6D-FEB5444B64D6}"/>
          </ac:spMkLst>
        </pc:spChg>
        <pc:spChg chg="mod">
          <ac:chgData name="scott conlon" userId="715640cfe8348987" providerId="LiveId" clId="{61929E94-5674-41B2-8DD2-4DE2C12D3A38}" dt="2025-07-17T12:40:16.350" v="721" actId="20577"/>
          <ac:spMkLst>
            <pc:docMk/>
            <pc:sldMk cId="2400316696" sldId="629"/>
            <ac:spMk id="23" creationId="{7F756F88-92C8-1C64-B348-4B27B1CD842B}"/>
          </ac:spMkLst>
        </pc:spChg>
        <pc:spChg chg="mod">
          <ac:chgData name="scott conlon" userId="715640cfe8348987" providerId="LiveId" clId="{61929E94-5674-41B2-8DD2-4DE2C12D3A38}" dt="2025-07-17T12:40:51.481" v="728" actId="20577"/>
          <ac:spMkLst>
            <pc:docMk/>
            <pc:sldMk cId="2400316696" sldId="629"/>
            <ac:spMk id="24" creationId="{338F9F6B-3D1F-FA95-4443-D847BE110D59}"/>
          </ac:spMkLst>
        </pc:spChg>
        <pc:spChg chg="mod">
          <ac:chgData name="scott conlon" userId="715640cfe8348987" providerId="LiveId" clId="{61929E94-5674-41B2-8DD2-4DE2C12D3A38}" dt="2025-07-17T12:40:55.356" v="731" actId="20577"/>
          <ac:spMkLst>
            <pc:docMk/>
            <pc:sldMk cId="2400316696" sldId="629"/>
            <ac:spMk id="25" creationId="{72ABA2A5-09E3-9596-896B-A313F2A45265}"/>
          </ac:spMkLst>
        </pc:spChg>
        <pc:spChg chg="mod">
          <ac:chgData name="scott conlon" userId="715640cfe8348987" providerId="LiveId" clId="{61929E94-5674-41B2-8DD2-4DE2C12D3A38}" dt="2025-07-17T12:41:48.027" v="785" actId="20577"/>
          <ac:spMkLst>
            <pc:docMk/>
            <pc:sldMk cId="2400316696" sldId="629"/>
            <ac:spMk id="27" creationId="{297F6308-19D8-B5A7-4FF6-EE035CEC2D02}"/>
          </ac:spMkLst>
        </pc:spChg>
        <pc:spChg chg="mod">
          <ac:chgData name="scott conlon" userId="715640cfe8348987" providerId="LiveId" clId="{61929E94-5674-41B2-8DD2-4DE2C12D3A38}" dt="2025-07-17T12:40:12.367" v="717" actId="20577"/>
          <ac:spMkLst>
            <pc:docMk/>
            <pc:sldMk cId="2400316696" sldId="629"/>
            <ac:spMk id="28" creationId="{5374850A-38D9-46EA-AA80-2076E287E01E}"/>
          </ac:spMkLst>
        </pc:spChg>
      </pc:sldChg>
      <pc:sldChg chg="modSp mod modAnim">
        <pc:chgData name="scott conlon" userId="715640cfe8348987" providerId="LiveId" clId="{61929E94-5674-41B2-8DD2-4DE2C12D3A38}" dt="2025-07-17T13:29:14.071" v="1959" actId="6549"/>
        <pc:sldMkLst>
          <pc:docMk/>
          <pc:sldMk cId="1009537305" sldId="630"/>
        </pc:sldMkLst>
        <pc:spChg chg="mod">
          <ac:chgData name="scott conlon" userId="715640cfe8348987" providerId="LiveId" clId="{61929E94-5674-41B2-8DD2-4DE2C12D3A38}" dt="2025-07-17T12:18:59.184" v="41" actId="6549"/>
          <ac:spMkLst>
            <pc:docMk/>
            <pc:sldMk cId="1009537305" sldId="630"/>
            <ac:spMk id="2" creationId="{E3E8A889-5B6B-8C8D-C8C2-94CAD55FDC31}"/>
          </ac:spMkLst>
        </pc:spChg>
        <pc:spChg chg="mod">
          <ac:chgData name="scott conlon" userId="715640cfe8348987" providerId="LiveId" clId="{61929E94-5674-41B2-8DD2-4DE2C12D3A38}" dt="2025-07-17T12:22:27.697" v="149" actId="6549"/>
          <ac:spMkLst>
            <pc:docMk/>
            <pc:sldMk cId="1009537305" sldId="630"/>
            <ac:spMk id="7" creationId="{C3597D03-0825-1958-7CB6-4E535D525233}"/>
          </ac:spMkLst>
        </pc:spChg>
        <pc:spChg chg="mod">
          <ac:chgData name="scott conlon" userId="715640cfe8348987" providerId="LiveId" clId="{61929E94-5674-41B2-8DD2-4DE2C12D3A38}" dt="2025-07-17T12:19:47.936" v="59" actId="20577"/>
          <ac:spMkLst>
            <pc:docMk/>
            <pc:sldMk cId="1009537305" sldId="630"/>
            <ac:spMk id="11" creationId="{F748A016-0839-343B-A238-57EE1B601B5B}"/>
          </ac:spMkLst>
        </pc:spChg>
        <pc:spChg chg="mod">
          <ac:chgData name="scott conlon" userId="715640cfe8348987" providerId="LiveId" clId="{61929E94-5674-41B2-8DD2-4DE2C12D3A38}" dt="2025-07-17T12:19:45.150" v="56" actId="20577"/>
          <ac:spMkLst>
            <pc:docMk/>
            <pc:sldMk cId="1009537305" sldId="630"/>
            <ac:spMk id="12" creationId="{5C773610-AD90-6863-6DE3-9556BF28211F}"/>
          </ac:spMkLst>
        </pc:spChg>
        <pc:spChg chg="mod">
          <ac:chgData name="scott conlon" userId="715640cfe8348987" providerId="LiveId" clId="{61929E94-5674-41B2-8DD2-4DE2C12D3A38}" dt="2025-07-17T12:19:39.167" v="52" actId="20577"/>
          <ac:spMkLst>
            <pc:docMk/>
            <pc:sldMk cId="1009537305" sldId="630"/>
            <ac:spMk id="13" creationId="{30D5846F-DD36-14D1-6FEF-06EC334F2F09}"/>
          </ac:spMkLst>
        </pc:spChg>
        <pc:spChg chg="mod">
          <ac:chgData name="scott conlon" userId="715640cfe8348987" providerId="LiveId" clId="{61929E94-5674-41B2-8DD2-4DE2C12D3A38}" dt="2025-07-17T12:19:24.025" v="45" actId="6549"/>
          <ac:spMkLst>
            <pc:docMk/>
            <pc:sldMk cId="1009537305" sldId="630"/>
            <ac:spMk id="14" creationId="{696BB5A4-ADE6-DBFF-7454-CEB4952A7222}"/>
          </ac:spMkLst>
        </pc:spChg>
        <pc:spChg chg="mod">
          <ac:chgData name="scott conlon" userId="715640cfe8348987" providerId="LiveId" clId="{61929E94-5674-41B2-8DD2-4DE2C12D3A38}" dt="2025-07-17T12:19:30.602" v="48" actId="20577"/>
          <ac:spMkLst>
            <pc:docMk/>
            <pc:sldMk cId="1009537305" sldId="630"/>
            <ac:spMk id="15" creationId="{612D1D69-CE6A-B343-964E-51EB9EA6AD6E}"/>
          </ac:spMkLst>
        </pc:spChg>
        <pc:spChg chg="mod">
          <ac:chgData name="scott conlon" userId="715640cfe8348987" providerId="LiveId" clId="{61929E94-5674-41B2-8DD2-4DE2C12D3A38}" dt="2025-07-17T13:29:14.071" v="1959" actId="6549"/>
          <ac:spMkLst>
            <pc:docMk/>
            <pc:sldMk cId="1009537305" sldId="630"/>
            <ac:spMk id="16" creationId="{8A4CEF2F-3386-7F40-60D8-8F593427D1EF}"/>
          </ac:spMkLst>
        </pc:spChg>
        <pc:spChg chg="mod">
          <ac:chgData name="scott conlon" userId="715640cfe8348987" providerId="LiveId" clId="{61929E94-5674-41B2-8DD2-4DE2C12D3A38}" dt="2025-07-17T12:21:31.722" v="122" actId="20577"/>
          <ac:spMkLst>
            <pc:docMk/>
            <pc:sldMk cId="1009537305" sldId="630"/>
            <ac:spMk id="17" creationId="{AFB23999-6136-3860-A7D0-46AD12F0BA63}"/>
          </ac:spMkLst>
        </pc:spChg>
      </pc:sldChg>
      <pc:sldChg chg="modSp mod">
        <pc:chgData name="scott conlon" userId="715640cfe8348987" providerId="LiveId" clId="{61929E94-5674-41B2-8DD2-4DE2C12D3A38}" dt="2025-07-17T12:45:48.321" v="920" actId="20577"/>
        <pc:sldMkLst>
          <pc:docMk/>
          <pc:sldMk cId="340547263" sldId="631"/>
        </pc:sldMkLst>
        <pc:spChg chg="mod">
          <ac:chgData name="scott conlon" userId="715640cfe8348987" providerId="LiveId" clId="{61929E94-5674-41B2-8DD2-4DE2C12D3A38}" dt="2025-07-17T12:26:55.365" v="244" actId="20577"/>
          <ac:spMkLst>
            <pc:docMk/>
            <pc:sldMk cId="340547263" sldId="631"/>
            <ac:spMk id="2" creationId="{D37A1CC5-91DD-A9E3-0E15-9F1B725DF6C9}"/>
          </ac:spMkLst>
        </pc:spChg>
        <pc:spChg chg="mod">
          <ac:chgData name="scott conlon" userId="715640cfe8348987" providerId="LiveId" clId="{61929E94-5674-41B2-8DD2-4DE2C12D3A38}" dt="2025-07-17T12:43:42.186" v="860" actId="20577"/>
          <ac:spMkLst>
            <pc:docMk/>
            <pc:sldMk cId="340547263" sldId="631"/>
            <ac:spMk id="4" creationId="{3802AD10-2215-C1A6-EB9C-D6B424AB7015}"/>
          </ac:spMkLst>
        </pc:spChg>
        <pc:spChg chg="mod">
          <ac:chgData name="scott conlon" userId="715640cfe8348987" providerId="LiveId" clId="{61929E94-5674-41B2-8DD2-4DE2C12D3A38}" dt="2025-07-17T12:45:03.363" v="901" actId="20577"/>
          <ac:spMkLst>
            <pc:docMk/>
            <pc:sldMk cId="340547263" sldId="631"/>
            <ac:spMk id="7" creationId="{0CAB41FB-810C-CA23-75D8-F97810D4959F}"/>
          </ac:spMkLst>
        </pc:spChg>
        <pc:spChg chg="mod">
          <ac:chgData name="scott conlon" userId="715640cfe8348987" providerId="LiveId" clId="{61929E94-5674-41B2-8DD2-4DE2C12D3A38}" dt="2025-07-17T12:45:15.703" v="907" actId="20577"/>
          <ac:spMkLst>
            <pc:docMk/>
            <pc:sldMk cId="340547263" sldId="631"/>
            <ac:spMk id="8" creationId="{CF128F2A-B18D-364D-1248-59160970CCCF}"/>
          </ac:spMkLst>
        </pc:spChg>
        <pc:spChg chg="mod">
          <ac:chgData name="scott conlon" userId="715640cfe8348987" providerId="LiveId" clId="{61929E94-5674-41B2-8DD2-4DE2C12D3A38}" dt="2025-07-17T12:42:15.789" v="789" actId="20577"/>
          <ac:spMkLst>
            <pc:docMk/>
            <pc:sldMk cId="340547263" sldId="631"/>
            <ac:spMk id="9" creationId="{8E8F1E99-5FF2-0F39-9DD6-42951634BDBD}"/>
          </ac:spMkLst>
        </pc:spChg>
        <pc:spChg chg="mod">
          <ac:chgData name="scott conlon" userId="715640cfe8348987" providerId="LiveId" clId="{61929E94-5674-41B2-8DD2-4DE2C12D3A38}" dt="2025-07-17T12:45:09.587" v="904" actId="20577"/>
          <ac:spMkLst>
            <pc:docMk/>
            <pc:sldMk cId="340547263" sldId="631"/>
            <ac:spMk id="11" creationId="{202FD771-8427-953A-C0DC-167E0B3D2428}"/>
          </ac:spMkLst>
        </pc:spChg>
        <pc:spChg chg="mod">
          <ac:chgData name="scott conlon" userId="715640cfe8348987" providerId="LiveId" clId="{61929E94-5674-41B2-8DD2-4DE2C12D3A38}" dt="2025-07-17T12:45:19.673" v="910" actId="20577"/>
          <ac:spMkLst>
            <pc:docMk/>
            <pc:sldMk cId="340547263" sldId="631"/>
            <ac:spMk id="12" creationId="{14103CFE-5D23-6660-2CF6-0DCD0713BF27}"/>
          </ac:spMkLst>
        </pc:spChg>
        <pc:spChg chg="mod">
          <ac:chgData name="scott conlon" userId="715640cfe8348987" providerId="LiveId" clId="{61929E94-5674-41B2-8DD2-4DE2C12D3A38}" dt="2025-07-17T12:45:29.518" v="914" actId="20577"/>
          <ac:spMkLst>
            <pc:docMk/>
            <pc:sldMk cId="340547263" sldId="631"/>
            <ac:spMk id="14" creationId="{F1A2FAB3-3B67-AF37-A265-602FBABA3898}"/>
          </ac:spMkLst>
        </pc:spChg>
        <pc:spChg chg="mod">
          <ac:chgData name="scott conlon" userId="715640cfe8348987" providerId="LiveId" clId="{61929E94-5674-41B2-8DD2-4DE2C12D3A38}" dt="2025-07-17T12:45:42.207" v="916" actId="20577"/>
          <ac:spMkLst>
            <pc:docMk/>
            <pc:sldMk cId="340547263" sldId="631"/>
            <ac:spMk id="16" creationId="{5861C748-9310-08E0-D5DF-6748C658D454}"/>
          </ac:spMkLst>
        </pc:spChg>
        <pc:spChg chg="mod">
          <ac:chgData name="scott conlon" userId="715640cfe8348987" providerId="LiveId" clId="{61929E94-5674-41B2-8DD2-4DE2C12D3A38}" dt="2025-07-17T12:45:48.321" v="920" actId="20577"/>
          <ac:spMkLst>
            <pc:docMk/>
            <pc:sldMk cId="340547263" sldId="631"/>
            <ac:spMk id="36" creationId="{841EF3AF-5C3E-55BF-73DD-57F944420178}"/>
          </ac:spMkLst>
        </pc:spChg>
      </pc:sldChg>
      <pc:sldChg chg="modSp mod">
        <pc:chgData name="scott conlon" userId="715640cfe8348987" providerId="LiveId" clId="{61929E94-5674-41B2-8DD2-4DE2C12D3A38}" dt="2025-07-17T12:26:20.920" v="227" actId="6549"/>
        <pc:sldMkLst>
          <pc:docMk/>
          <pc:sldMk cId="1804855554" sldId="632"/>
        </pc:sldMkLst>
        <pc:spChg chg="mod">
          <ac:chgData name="scott conlon" userId="715640cfe8348987" providerId="LiveId" clId="{61929E94-5674-41B2-8DD2-4DE2C12D3A38}" dt="2025-07-17T12:26:20.920" v="227" actId="6549"/>
          <ac:spMkLst>
            <pc:docMk/>
            <pc:sldMk cId="1804855554" sldId="632"/>
            <ac:spMk id="2" creationId="{7B5C5CDB-C843-D684-AA65-58EDC2DF5A66}"/>
          </ac:spMkLst>
        </pc:spChg>
        <pc:spChg chg="mod">
          <ac:chgData name="scott conlon" userId="715640cfe8348987" providerId="LiveId" clId="{61929E94-5674-41B2-8DD2-4DE2C12D3A38}" dt="2025-07-17T12:26:13.542" v="222" actId="20577"/>
          <ac:spMkLst>
            <pc:docMk/>
            <pc:sldMk cId="1804855554" sldId="632"/>
            <ac:spMk id="7" creationId="{D8A387D2-2E88-798E-83CF-F1394A7B9B78}"/>
          </ac:spMkLst>
        </pc:spChg>
        <pc:spChg chg="mod">
          <ac:chgData name="scott conlon" userId="715640cfe8348987" providerId="LiveId" clId="{61929E94-5674-41B2-8DD2-4DE2C12D3A38}" dt="2025-07-17T12:24:54.864" v="200" actId="20577"/>
          <ac:spMkLst>
            <pc:docMk/>
            <pc:sldMk cId="1804855554" sldId="632"/>
            <ac:spMk id="12" creationId="{960FD646-26C1-02DC-F45F-AE9BA3CA66D8}"/>
          </ac:spMkLst>
        </pc:spChg>
        <pc:spChg chg="mod">
          <ac:chgData name="scott conlon" userId="715640cfe8348987" providerId="LiveId" clId="{61929E94-5674-41B2-8DD2-4DE2C12D3A38}" dt="2025-07-17T12:24:50.131" v="197" actId="20577"/>
          <ac:spMkLst>
            <pc:docMk/>
            <pc:sldMk cId="1804855554" sldId="632"/>
            <ac:spMk id="13" creationId="{18689F6F-C00D-F449-3F25-09BF1DE7C165}"/>
          </ac:spMkLst>
        </pc:spChg>
        <pc:spChg chg="mod">
          <ac:chgData name="scott conlon" userId="715640cfe8348987" providerId="LiveId" clId="{61929E94-5674-41B2-8DD2-4DE2C12D3A38}" dt="2025-07-17T12:24:29.425" v="190" actId="6549"/>
          <ac:spMkLst>
            <pc:docMk/>
            <pc:sldMk cId="1804855554" sldId="632"/>
            <ac:spMk id="14" creationId="{B8554EE0-A575-B3B7-6170-7BE09E944C70}"/>
          </ac:spMkLst>
        </pc:spChg>
        <pc:spChg chg="mod">
          <ac:chgData name="scott conlon" userId="715640cfe8348987" providerId="LiveId" clId="{61929E94-5674-41B2-8DD2-4DE2C12D3A38}" dt="2025-07-17T12:24:45.413" v="193" actId="20577"/>
          <ac:spMkLst>
            <pc:docMk/>
            <pc:sldMk cId="1804855554" sldId="632"/>
            <ac:spMk id="15" creationId="{30058B9C-9FF7-FBDD-4EAC-AE05A230AB38}"/>
          </ac:spMkLst>
        </pc:spChg>
      </pc:sldChg>
      <pc:sldChg chg="del">
        <pc:chgData name="scott conlon" userId="715640cfe8348987" providerId="LiveId" clId="{61929E94-5674-41B2-8DD2-4DE2C12D3A38}" dt="2025-07-17T12:54:13.560" v="1032" actId="47"/>
        <pc:sldMkLst>
          <pc:docMk/>
          <pc:sldMk cId="3099270176" sldId="633"/>
        </pc:sldMkLst>
      </pc:sldChg>
      <pc:sldChg chg="del">
        <pc:chgData name="scott conlon" userId="715640cfe8348987" providerId="LiveId" clId="{61929E94-5674-41B2-8DD2-4DE2C12D3A38}" dt="2025-07-17T12:54:16.431" v="1033" actId="47"/>
        <pc:sldMkLst>
          <pc:docMk/>
          <pc:sldMk cId="984553622" sldId="634"/>
        </pc:sldMkLst>
      </pc:sldChg>
      <pc:sldChg chg="addSp delSp modSp add mod">
        <pc:chgData name="scott conlon" userId="715640cfe8348987" providerId="LiveId" clId="{61929E94-5674-41B2-8DD2-4DE2C12D3A38}" dt="2025-07-17T23:04:44.179" v="2378" actId="478"/>
        <pc:sldMkLst>
          <pc:docMk/>
          <pc:sldMk cId="2211089823" sldId="635"/>
        </pc:sldMkLst>
        <pc:spChg chg="mod">
          <ac:chgData name="scott conlon" userId="715640cfe8348987" providerId="LiveId" clId="{61929E94-5674-41B2-8DD2-4DE2C12D3A38}" dt="2025-07-17T12:46:16" v="931" actId="20577"/>
          <ac:spMkLst>
            <pc:docMk/>
            <pc:sldMk cId="2211089823" sldId="635"/>
            <ac:spMk id="2" creationId="{B0596934-6C20-BA7A-EDD9-B40D3C8B41F7}"/>
          </ac:spMkLst>
        </pc:spChg>
        <pc:spChg chg="mod">
          <ac:chgData name="scott conlon" userId="715640cfe8348987" providerId="LiveId" clId="{61929E94-5674-41B2-8DD2-4DE2C12D3A38}" dt="2025-07-17T12:47:58.820" v="1021" actId="1076"/>
          <ac:spMkLst>
            <pc:docMk/>
            <pc:sldMk cId="2211089823" sldId="635"/>
            <ac:spMk id="4" creationId="{2D26F971-5251-5B03-29D4-88B972C4C69D}"/>
          </ac:spMkLst>
        </pc:spChg>
        <pc:spChg chg="mod">
          <ac:chgData name="scott conlon" userId="715640cfe8348987" providerId="LiveId" clId="{61929E94-5674-41B2-8DD2-4DE2C12D3A38}" dt="2025-07-17T13:36:52.899" v="2077" actId="1035"/>
          <ac:spMkLst>
            <pc:docMk/>
            <pc:sldMk cId="2211089823" sldId="635"/>
            <ac:spMk id="7" creationId="{FFF547E5-E5E2-0BB2-4D43-B3F70D08F33D}"/>
          </ac:spMkLst>
        </pc:spChg>
        <pc:spChg chg="mod">
          <ac:chgData name="scott conlon" userId="715640cfe8348987" providerId="LiveId" clId="{61929E94-5674-41B2-8DD2-4DE2C12D3A38}" dt="2025-07-17T12:47:56.859" v="1020" actId="1076"/>
          <ac:spMkLst>
            <pc:docMk/>
            <pc:sldMk cId="2211089823" sldId="635"/>
            <ac:spMk id="8" creationId="{EA64B815-1D08-C25C-1636-53335DA62B86}"/>
          </ac:spMkLst>
        </pc:spChg>
        <pc:spChg chg="mod">
          <ac:chgData name="scott conlon" userId="715640cfe8348987" providerId="LiveId" clId="{61929E94-5674-41B2-8DD2-4DE2C12D3A38}" dt="2025-07-17T12:47:54.282" v="1019" actId="1076"/>
          <ac:spMkLst>
            <pc:docMk/>
            <pc:sldMk cId="2211089823" sldId="635"/>
            <ac:spMk id="9" creationId="{210D3FEC-1BC4-3027-5731-D0DE255B8B67}"/>
          </ac:spMkLst>
        </pc:spChg>
        <pc:spChg chg="mod">
          <ac:chgData name="scott conlon" userId="715640cfe8348987" providerId="LiveId" clId="{61929E94-5674-41B2-8DD2-4DE2C12D3A38}" dt="2025-07-17T12:48:02.254" v="1022" actId="1076"/>
          <ac:spMkLst>
            <pc:docMk/>
            <pc:sldMk cId="2211089823" sldId="635"/>
            <ac:spMk id="10" creationId="{CED168B9-C396-E3AA-4E71-DA950E3920D8}"/>
          </ac:spMkLst>
        </pc:spChg>
        <pc:spChg chg="mod">
          <ac:chgData name="scott conlon" userId="715640cfe8348987" providerId="LiveId" clId="{61929E94-5674-41B2-8DD2-4DE2C12D3A38}" dt="2025-07-17T12:48:43.776" v="1028" actId="1076"/>
          <ac:spMkLst>
            <pc:docMk/>
            <pc:sldMk cId="2211089823" sldId="635"/>
            <ac:spMk id="11" creationId="{6716E3D8-5423-6BFD-2C1F-89C0CE878B74}"/>
          </ac:spMkLst>
        </pc:spChg>
        <pc:spChg chg="mod">
          <ac:chgData name="scott conlon" userId="715640cfe8348987" providerId="LiveId" clId="{61929E94-5674-41B2-8DD2-4DE2C12D3A38}" dt="2025-07-17T12:48:45.889" v="1029" actId="1076"/>
          <ac:spMkLst>
            <pc:docMk/>
            <pc:sldMk cId="2211089823" sldId="635"/>
            <ac:spMk id="12" creationId="{90732B9E-3A01-1716-2F62-A193CC8B12AF}"/>
          </ac:spMkLst>
        </pc:spChg>
        <pc:spChg chg="mod">
          <ac:chgData name="scott conlon" userId="715640cfe8348987" providerId="LiveId" clId="{61929E94-5674-41B2-8DD2-4DE2C12D3A38}" dt="2025-07-17T13:36:43.182" v="2065" actId="1076"/>
          <ac:spMkLst>
            <pc:docMk/>
            <pc:sldMk cId="2211089823" sldId="635"/>
            <ac:spMk id="13" creationId="{F5B193DA-2264-0EA7-91FE-45E3855DB003}"/>
          </ac:spMkLst>
        </pc:spChg>
        <pc:spChg chg="mod">
          <ac:chgData name="scott conlon" userId="715640cfe8348987" providerId="LiveId" clId="{61929E94-5674-41B2-8DD2-4DE2C12D3A38}" dt="2025-07-17T12:48:49.539" v="1031" actId="1076"/>
          <ac:spMkLst>
            <pc:docMk/>
            <pc:sldMk cId="2211089823" sldId="635"/>
            <ac:spMk id="14" creationId="{D64C63A9-AAAA-AD01-9961-03E92C9F3A23}"/>
          </ac:spMkLst>
        </pc:spChg>
        <pc:spChg chg="mod">
          <ac:chgData name="scott conlon" userId="715640cfe8348987" providerId="LiveId" clId="{61929E94-5674-41B2-8DD2-4DE2C12D3A38}" dt="2025-07-17T12:47:32.098" v="1011" actId="1076"/>
          <ac:spMkLst>
            <pc:docMk/>
            <pc:sldMk cId="2211089823" sldId="635"/>
            <ac:spMk id="15" creationId="{C89F18A5-D5C3-1103-A447-251527BEF056}"/>
          </ac:spMkLst>
        </pc:spChg>
        <pc:spChg chg="mod">
          <ac:chgData name="scott conlon" userId="715640cfe8348987" providerId="LiveId" clId="{61929E94-5674-41B2-8DD2-4DE2C12D3A38}" dt="2025-07-17T12:48:48.074" v="1030" actId="1076"/>
          <ac:spMkLst>
            <pc:docMk/>
            <pc:sldMk cId="2211089823" sldId="635"/>
            <ac:spMk id="36" creationId="{7F2A1495-26C5-1BA9-858D-52010D977937}"/>
          </ac:spMkLst>
        </pc:spChg>
        <pc:spChg chg="mod">
          <ac:chgData name="scott conlon" userId="715640cfe8348987" providerId="LiveId" clId="{61929E94-5674-41B2-8DD2-4DE2C12D3A38}" dt="2025-07-17T13:36:38.432" v="2064" actId="1076"/>
          <ac:spMkLst>
            <pc:docMk/>
            <pc:sldMk cId="2211089823" sldId="635"/>
            <ac:spMk id="48" creationId="{04B7968D-237F-74CE-9F1A-FDF51CA7F67F}"/>
          </ac:spMkLst>
        </pc:spChg>
        <pc:spChg chg="mod">
          <ac:chgData name="scott conlon" userId="715640cfe8348987" providerId="LiveId" clId="{61929E94-5674-41B2-8DD2-4DE2C12D3A38}" dt="2025-07-17T12:47:03.697" v="1003" actId="1076"/>
          <ac:spMkLst>
            <pc:docMk/>
            <pc:sldMk cId="2211089823" sldId="635"/>
            <ac:spMk id="49" creationId="{8F5E20A9-7BF3-1AD2-417A-51DDBE70A314}"/>
          </ac:spMkLst>
        </pc:spChg>
        <pc:spChg chg="mod">
          <ac:chgData name="scott conlon" userId="715640cfe8348987" providerId="LiveId" clId="{61929E94-5674-41B2-8DD2-4DE2C12D3A38}" dt="2025-07-17T12:47:08.210" v="1004" actId="1076"/>
          <ac:spMkLst>
            <pc:docMk/>
            <pc:sldMk cId="2211089823" sldId="635"/>
            <ac:spMk id="50" creationId="{968087C7-0641-47CD-0329-046F4608D3AC}"/>
          </ac:spMkLst>
        </pc:spChg>
        <pc:spChg chg="mod">
          <ac:chgData name="scott conlon" userId="715640cfe8348987" providerId="LiveId" clId="{61929E94-5674-41B2-8DD2-4DE2C12D3A38}" dt="2025-07-17T13:36:34.665" v="2063" actId="1076"/>
          <ac:spMkLst>
            <pc:docMk/>
            <pc:sldMk cId="2211089823" sldId="635"/>
            <ac:spMk id="51" creationId="{28AC7B0D-FA15-7E6D-8C47-F83F8608511F}"/>
          </ac:spMkLst>
        </pc:spChg>
        <pc:spChg chg="mod">
          <ac:chgData name="scott conlon" userId="715640cfe8348987" providerId="LiveId" clId="{61929E94-5674-41B2-8DD2-4DE2C12D3A38}" dt="2025-07-17T12:47:01.221" v="1002" actId="1036"/>
          <ac:spMkLst>
            <pc:docMk/>
            <pc:sldMk cId="2211089823" sldId="635"/>
            <ac:spMk id="52" creationId="{9AB065AD-E304-53EB-2AA4-BB7FA0A2DAA0}"/>
          </ac:spMkLst>
        </pc:spChg>
        <pc:picChg chg="add mod">
          <ac:chgData name="scott conlon" userId="715640cfe8348987" providerId="LiveId" clId="{61929E94-5674-41B2-8DD2-4DE2C12D3A38}" dt="2025-07-17T12:48:34.146" v="1026" actId="1076"/>
          <ac:picMkLst>
            <pc:docMk/>
            <pc:sldMk cId="2211089823" sldId="635"/>
            <ac:picMk id="17" creationId="{6B33F4BD-02B6-6DFE-E88A-37F449C8E483}"/>
          </ac:picMkLst>
        </pc:picChg>
        <pc:cxnChg chg="add mod">
          <ac:chgData name="scott conlon" userId="715640cfe8348987" providerId="LiveId" clId="{61929E94-5674-41B2-8DD2-4DE2C12D3A38}" dt="2025-07-17T12:48:36.771" v="1027" actId="14100"/>
          <ac:cxnSpMkLst>
            <pc:docMk/>
            <pc:sldMk cId="2211089823" sldId="635"/>
            <ac:cxnSpMk id="16" creationId="{17B218F4-2220-6737-DC99-814DDA54D790}"/>
          </ac:cxnSpMkLst>
        </pc:cxnChg>
      </pc:sldChg>
    </pc:docChg>
  </pc:docChgLst>
  <pc:docChgLst>
    <pc:chgData name="scott conlon" userId="715640cfe8348987" providerId="LiveId" clId="{B0A248DB-366B-40DE-8B8A-7D001EDC7E15}"/>
    <pc:docChg chg="addSld modSld">
      <pc:chgData name="scott conlon" userId="715640cfe8348987" providerId="LiveId" clId="{B0A248DB-366B-40DE-8B8A-7D001EDC7E15}" dt="2025-05-14T05:34:36.985" v="218" actId="20577"/>
      <pc:docMkLst>
        <pc:docMk/>
      </pc:docMkLst>
      <pc:sldChg chg="modSp add mod">
        <pc:chgData name="scott conlon" userId="715640cfe8348987" providerId="LiveId" clId="{B0A248DB-366B-40DE-8B8A-7D001EDC7E15}" dt="2025-04-26T10:10:45.110" v="52" actId="6549"/>
        <pc:sldMkLst>
          <pc:docMk/>
          <pc:sldMk cId="2760519186" sldId="575"/>
        </pc:sldMkLst>
      </pc:sldChg>
      <pc:sldChg chg="modSp add mod">
        <pc:chgData name="scott conlon" userId="715640cfe8348987" providerId="LiveId" clId="{B0A248DB-366B-40DE-8B8A-7D001EDC7E15}" dt="2025-04-26T10:13:18.322" v="63" actId="20577"/>
        <pc:sldMkLst>
          <pc:docMk/>
          <pc:sldMk cId="926664722" sldId="576"/>
        </pc:sldMkLst>
      </pc:sldChg>
      <pc:sldChg chg="modSp add mod">
        <pc:chgData name="scott conlon" userId="715640cfe8348987" providerId="LiveId" clId="{B0A248DB-366B-40DE-8B8A-7D001EDC7E15}" dt="2025-05-02T21:21:59.056" v="107" actId="20577"/>
        <pc:sldMkLst>
          <pc:docMk/>
          <pc:sldMk cId="2639050121" sldId="577"/>
        </pc:sldMkLst>
      </pc:sldChg>
      <pc:sldChg chg="modSp add mod">
        <pc:chgData name="scott conlon" userId="715640cfe8348987" providerId="LiveId" clId="{B0A248DB-366B-40DE-8B8A-7D001EDC7E15}" dt="2025-05-02T21:22:28.436" v="113" actId="20577"/>
        <pc:sldMkLst>
          <pc:docMk/>
          <pc:sldMk cId="457348800" sldId="578"/>
        </pc:sldMkLst>
      </pc:sldChg>
      <pc:sldChg chg="modSp add mod">
        <pc:chgData name="scott conlon" userId="715640cfe8348987" providerId="LiveId" clId="{B0A248DB-366B-40DE-8B8A-7D001EDC7E15}" dt="2025-05-09T14:15:38.671" v="161" actId="20577"/>
        <pc:sldMkLst>
          <pc:docMk/>
          <pc:sldMk cId="2472703798" sldId="579"/>
        </pc:sldMkLst>
      </pc:sldChg>
      <pc:sldChg chg="modSp add mod">
        <pc:chgData name="scott conlon" userId="715640cfe8348987" providerId="LiveId" clId="{B0A248DB-366B-40DE-8B8A-7D001EDC7E15}" dt="2025-05-09T14:16:16.204" v="174" actId="20577"/>
        <pc:sldMkLst>
          <pc:docMk/>
          <pc:sldMk cId="124632322" sldId="580"/>
        </pc:sldMkLst>
      </pc:sldChg>
      <pc:sldChg chg="modSp add mod">
        <pc:chgData name="scott conlon" userId="715640cfe8348987" providerId="LiveId" clId="{B0A248DB-366B-40DE-8B8A-7D001EDC7E15}" dt="2025-05-14T05:34:07.221" v="207" actId="20577"/>
        <pc:sldMkLst>
          <pc:docMk/>
          <pc:sldMk cId="1088928699" sldId="581"/>
        </pc:sldMkLst>
      </pc:sldChg>
      <pc:sldChg chg="modSp add mod">
        <pc:chgData name="scott conlon" userId="715640cfe8348987" providerId="LiveId" clId="{B0A248DB-366B-40DE-8B8A-7D001EDC7E15}" dt="2025-05-14T05:34:36.985" v="218" actId="20577"/>
        <pc:sldMkLst>
          <pc:docMk/>
          <pc:sldMk cId="1164396635" sldId="582"/>
        </pc:sldMkLst>
      </pc:sldChg>
    </pc:docChg>
  </pc:docChgLst>
  <pc:docChgLst>
    <pc:chgData name="scott conlon" userId="715640cfe8348987" providerId="LiveId" clId="{8DAD0033-C3DC-4665-9C15-CB40546DC76B}"/>
    <pc:docChg chg="undo custSel addSld delSld modSld sldOrd">
      <pc:chgData name="scott conlon" userId="715640cfe8348987" providerId="LiveId" clId="{8DAD0033-C3DC-4665-9C15-CB40546DC76B}" dt="2025-07-09T02:11:49.984" v="5568" actId="478"/>
      <pc:docMkLst>
        <pc:docMk/>
      </pc:docMkLst>
      <pc:sldChg chg="addSp modSp add mod">
        <pc:chgData name="scott conlon" userId="715640cfe8348987" providerId="LiveId" clId="{8DAD0033-C3DC-4665-9C15-CB40546DC76B}" dt="2025-07-07T04:23:18.098" v="784" actId="2711"/>
        <pc:sldMkLst>
          <pc:docMk/>
          <pc:sldMk cId="231738560" sldId="298"/>
        </pc:sldMkLst>
      </pc:sldChg>
      <pc:sldChg chg="addSp delSp modSp mod setBg">
        <pc:chgData name="scott conlon" userId="715640cfe8348987" providerId="LiveId" clId="{8DAD0033-C3DC-4665-9C15-CB40546DC76B}" dt="2025-07-07T04:29:34.008" v="893" actId="14100"/>
        <pc:sldMkLst>
          <pc:docMk/>
          <pc:sldMk cId="1470261100" sldId="353"/>
        </pc:sldMkLst>
        <pc:spChg chg="add mod">
          <ac:chgData name="scott conlon" userId="715640cfe8348987" providerId="LiveId" clId="{8DAD0033-C3DC-4665-9C15-CB40546DC76B}" dt="2025-07-07T04:29:34.008" v="893" actId="14100"/>
          <ac:spMkLst>
            <pc:docMk/>
            <pc:sldMk cId="1470261100" sldId="353"/>
            <ac:spMk id="3" creationId="{B1711341-68F7-362C-75F1-F2C80DC26DCC}"/>
          </ac:spMkLst>
        </pc:spChg>
      </pc:sldChg>
      <pc:sldChg chg="addSp delSp modSp mod ord setBg">
        <pc:chgData name="scott conlon" userId="715640cfe8348987" providerId="LiveId" clId="{8DAD0033-C3DC-4665-9C15-CB40546DC76B}" dt="2025-07-07T04:03:31.109" v="691" actId="2711"/>
        <pc:sldMkLst>
          <pc:docMk/>
          <pc:sldMk cId="2277098697" sldId="354"/>
        </pc:sldMkLst>
      </pc:sldChg>
      <pc:sldChg chg="addSp delSp modSp add del mod setBg">
        <pc:chgData name="scott conlon" userId="715640cfe8348987" providerId="LiveId" clId="{8DAD0033-C3DC-4665-9C15-CB40546DC76B}" dt="2025-07-07T04:03:26.347" v="690" actId="2711"/>
        <pc:sldMkLst>
          <pc:docMk/>
          <pc:sldMk cId="3748627366" sldId="357"/>
        </pc:sldMkLst>
      </pc:sldChg>
      <pc:sldChg chg="del">
        <pc:chgData name="scott conlon" userId="715640cfe8348987" providerId="LiveId" clId="{8DAD0033-C3DC-4665-9C15-CB40546DC76B}" dt="2025-07-07T04:01:30.211" v="668" actId="47"/>
        <pc:sldMkLst>
          <pc:docMk/>
          <pc:sldMk cId="235583968" sldId="364"/>
        </pc:sldMkLst>
      </pc:sldChg>
      <pc:sldChg chg="del">
        <pc:chgData name="scott conlon" userId="715640cfe8348987" providerId="LiveId" clId="{8DAD0033-C3DC-4665-9C15-CB40546DC76B}" dt="2025-07-07T04:01:24.903" v="667" actId="47"/>
        <pc:sldMkLst>
          <pc:docMk/>
          <pc:sldMk cId="1681406278" sldId="370"/>
        </pc:sldMkLst>
      </pc:sldChg>
      <pc:sldChg chg="addSp delSp modSp mod">
        <pc:chgData name="scott conlon" userId="715640cfe8348987" providerId="LiveId" clId="{8DAD0033-C3DC-4665-9C15-CB40546DC76B}" dt="2025-07-07T04:00:04.618" v="657"/>
        <pc:sldMkLst>
          <pc:docMk/>
          <pc:sldMk cId="1503707641" sldId="378"/>
        </pc:sldMkLst>
      </pc:sldChg>
      <pc:sldChg chg="del">
        <pc:chgData name="scott conlon" userId="715640cfe8348987" providerId="LiveId" clId="{8DAD0033-C3DC-4665-9C15-CB40546DC76B}" dt="2025-07-07T04:00:43.606" v="660" actId="47"/>
        <pc:sldMkLst>
          <pc:docMk/>
          <pc:sldMk cId="2481352079" sldId="385"/>
        </pc:sldMkLst>
      </pc:sldChg>
      <pc:sldChg chg="del">
        <pc:chgData name="scott conlon" userId="715640cfe8348987" providerId="LiveId" clId="{8DAD0033-C3DC-4665-9C15-CB40546DC76B}" dt="2025-07-07T04:00:44.610" v="661" actId="47"/>
        <pc:sldMkLst>
          <pc:docMk/>
          <pc:sldMk cId="4077055141" sldId="401"/>
        </pc:sldMkLst>
      </pc:sldChg>
      <pc:sldChg chg="del">
        <pc:chgData name="scott conlon" userId="715640cfe8348987" providerId="LiveId" clId="{8DAD0033-C3DC-4665-9C15-CB40546DC76B}" dt="2025-07-07T04:01:22.881" v="666" actId="47"/>
        <pc:sldMkLst>
          <pc:docMk/>
          <pc:sldMk cId="2019560706" sldId="406"/>
        </pc:sldMkLst>
      </pc:sldChg>
      <pc:sldChg chg="del">
        <pc:chgData name="scott conlon" userId="715640cfe8348987" providerId="LiveId" clId="{8DAD0033-C3DC-4665-9C15-CB40546DC76B}" dt="2025-07-07T03:49:35.135" v="1" actId="47"/>
        <pc:sldMkLst>
          <pc:docMk/>
          <pc:sldMk cId="1650402652" sldId="409"/>
        </pc:sldMkLst>
      </pc:sldChg>
      <pc:sldChg chg="del">
        <pc:chgData name="scott conlon" userId="715640cfe8348987" providerId="LiveId" clId="{8DAD0033-C3DC-4665-9C15-CB40546DC76B}" dt="2025-07-07T03:49:32.969" v="0" actId="47"/>
        <pc:sldMkLst>
          <pc:docMk/>
          <pc:sldMk cId="1278526776" sldId="410"/>
        </pc:sldMkLst>
      </pc:sldChg>
      <pc:sldChg chg="del">
        <pc:chgData name="scott conlon" userId="715640cfe8348987" providerId="LiveId" clId="{8DAD0033-C3DC-4665-9C15-CB40546DC76B}" dt="2025-07-07T03:49:32.969" v="0" actId="47"/>
        <pc:sldMkLst>
          <pc:docMk/>
          <pc:sldMk cId="3578516069" sldId="411"/>
        </pc:sldMkLst>
      </pc:sldChg>
      <pc:sldChg chg="del">
        <pc:chgData name="scott conlon" userId="715640cfe8348987" providerId="LiveId" clId="{8DAD0033-C3DC-4665-9C15-CB40546DC76B}" dt="2025-07-07T04:01:33.025" v="669" actId="47"/>
        <pc:sldMkLst>
          <pc:docMk/>
          <pc:sldMk cId="2964335381" sldId="565"/>
        </pc:sldMkLst>
      </pc:sldChg>
      <pc:sldChg chg="del">
        <pc:chgData name="scott conlon" userId="715640cfe8348987" providerId="LiveId" clId="{8DAD0033-C3DC-4665-9C15-CB40546DC76B}" dt="2025-07-07T04:01:19" v="665" actId="47"/>
        <pc:sldMkLst>
          <pc:docMk/>
          <pc:sldMk cId="2195082202" sldId="567"/>
        </pc:sldMkLst>
      </pc:sldChg>
      <pc:sldChg chg="del">
        <pc:chgData name="scott conlon" userId="715640cfe8348987" providerId="LiveId" clId="{8DAD0033-C3DC-4665-9C15-CB40546DC76B}" dt="2025-07-07T04:01:19" v="665" actId="47"/>
        <pc:sldMkLst>
          <pc:docMk/>
          <pc:sldMk cId="3334373890" sldId="568"/>
        </pc:sldMkLst>
      </pc:sldChg>
      <pc:sldChg chg="del">
        <pc:chgData name="scott conlon" userId="715640cfe8348987" providerId="LiveId" clId="{8DAD0033-C3DC-4665-9C15-CB40546DC76B}" dt="2025-07-07T04:01:19" v="665" actId="47"/>
        <pc:sldMkLst>
          <pc:docMk/>
          <pc:sldMk cId="1537267761" sldId="569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954604213" sldId="570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1005497394" sldId="571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1931492080" sldId="572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3704735395" sldId="573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2653707524" sldId="574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2760519186" sldId="575"/>
        </pc:sldMkLst>
      </pc:sldChg>
      <pc:sldChg chg="del">
        <pc:chgData name="scott conlon" userId="715640cfe8348987" providerId="LiveId" clId="{8DAD0033-C3DC-4665-9C15-CB40546DC76B}" dt="2025-07-07T04:01:11.343" v="664" actId="47"/>
        <pc:sldMkLst>
          <pc:docMk/>
          <pc:sldMk cId="926664722" sldId="576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2639050121" sldId="577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457348800" sldId="578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2472703798" sldId="579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24632322" sldId="580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088928699" sldId="581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164396635" sldId="582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3444516135" sldId="583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3793103241" sldId="584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146497754" sldId="585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3012436585" sldId="586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709003545" sldId="587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276419196" sldId="588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306883759" sldId="589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01084372" sldId="590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889674401" sldId="591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262386658" sldId="592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754796198" sldId="593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166011121" sldId="594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3453193644" sldId="595"/>
        </pc:sldMkLst>
      </pc:sldChg>
      <pc:sldChg chg="del">
        <pc:chgData name="scott conlon" userId="715640cfe8348987" providerId="LiveId" clId="{8DAD0033-C3DC-4665-9C15-CB40546DC76B}" dt="2025-07-07T04:01:08.058" v="663" actId="47"/>
        <pc:sldMkLst>
          <pc:docMk/>
          <pc:sldMk cId="2428817532" sldId="596"/>
        </pc:sldMkLst>
      </pc:sldChg>
      <pc:sldChg chg="addSp delSp modSp add mod setBg">
        <pc:chgData name="scott conlon" userId="715640cfe8348987" providerId="LiveId" clId="{8DAD0033-C3DC-4665-9C15-CB40546DC76B}" dt="2025-07-07T03:57:19.855" v="450" actId="1076"/>
        <pc:sldMkLst>
          <pc:docMk/>
          <pc:sldMk cId="187817071" sldId="597"/>
        </pc:sldMkLst>
      </pc:sldChg>
      <pc:sldChg chg="addSp delSp modSp add mod setBg">
        <pc:chgData name="scott conlon" userId="715640cfe8348987" providerId="LiveId" clId="{8DAD0033-C3DC-4665-9C15-CB40546DC76B}" dt="2025-07-07T04:35:18.414" v="1121" actId="478"/>
        <pc:sldMkLst>
          <pc:docMk/>
          <pc:sldMk cId="3698612364" sldId="598"/>
        </pc:sldMkLst>
      </pc:sldChg>
      <pc:sldChg chg="add">
        <pc:chgData name="scott conlon" userId="715640cfe8348987" providerId="LiveId" clId="{8DAD0033-C3DC-4665-9C15-CB40546DC76B}" dt="2025-07-07T04:01:01.763" v="662"/>
        <pc:sldMkLst>
          <pc:docMk/>
          <pc:sldMk cId="2660170854" sldId="599"/>
        </pc:sldMkLst>
      </pc:sldChg>
      <pc:sldChg chg="add">
        <pc:chgData name="scott conlon" userId="715640cfe8348987" providerId="LiveId" clId="{8DAD0033-C3DC-4665-9C15-CB40546DC76B}" dt="2025-07-07T04:01:01.763" v="662"/>
        <pc:sldMkLst>
          <pc:docMk/>
          <pc:sldMk cId="2429252242" sldId="600"/>
        </pc:sldMkLst>
      </pc:sldChg>
      <pc:sldChg chg="add setBg">
        <pc:chgData name="scott conlon" userId="715640cfe8348987" providerId="LiveId" clId="{8DAD0033-C3DC-4665-9C15-CB40546DC76B}" dt="2025-07-07T04:08:43.637" v="722"/>
        <pc:sldMkLst>
          <pc:docMk/>
          <pc:sldMk cId="3378191098" sldId="601"/>
        </pc:sldMkLst>
      </pc:sldChg>
      <pc:sldChg chg="addSp delSp modSp add mod setBg">
        <pc:chgData name="scott conlon" userId="715640cfe8348987" providerId="LiveId" clId="{8DAD0033-C3DC-4665-9C15-CB40546DC76B}" dt="2025-07-07T04:27:03.367" v="809" actId="1035"/>
        <pc:sldMkLst>
          <pc:docMk/>
          <pc:sldMk cId="1520727093" sldId="602"/>
        </pc:sldMkLst>
      </pc:sldChg>
      <pc:sldChg chg="addSp delSp modSp add mod ord setBg">
        <pc:chgData name="scott conlon" userId="715640cfe8348987" providerId="LiveId" clId="{8DAD0033-C3DC-4665-9C15-CB40546DC76B}" dt="2025-07-07T23:27:11.958" v="3246" actId="1038"/>
        <pc:sldMkLst>
          <pc:docMk/>
          <pc:sldMk cId="1383193301" sldId="603"/>
        </pc:sldMkLst>
      </pc:sldChg>
      <pc:sldChg chg="add setBg">
        <pc:chgData name="scott conlon" userId="715640cfe8348987" providerId="LiveId" clId="{8DAD0033-C3DC-4665-9C15-CB40546DC76B}" dt="2025-07-07T04:27:22.302" v="811"/>
        <pc:sldMkLst>
          <pc:docMk/>
          <pc:sldMk cId="545862966" sldId="604"/>
        </pc:sldMkLst>
      </pc:sldChg>
      <pc:sldChg chg="modSp add del mod setBg">
        <pc:chgData name="scott conlon" userId="715640cfe8348987" providerId="LiveId" clId="{8DAD0033-C3DC-4665-9C15-CB40546DC76B}" dt="2025-07-07T04:30:43.744" v="937" actId="47"/>
        <pc:sldMkLst>
          <pc:docMk/>
          <pc:sldMk cId="3676035744" sldId="605"/>
        </pc:sldMkLst>
      </pc:sldChg>
      <pc:sldChg chg="addSp delSp modSp add mod ord">
        <pc:chgData name="scott conlon" userId="715640cfe8348987" providerId="LiveId" clId="{8DAD0033-C3DC-4665-9C15-CB40546DC76B}" dt="2025-07-07T04:59:34.506" v="2323" actId="1076"/>
        <pc:sldMkLst>
          <pc:docMk/>
          <pc:sldMk cId="2944006091" sldId="606"/>
        </pc:sldMkLst>
      </pc:sldChg>
      <pc:sldChg chg="addSp delSp modSp add mod setBg">
        <pc:chgData name="scott conlon" userId="715640cfe8348987" providerId="LiveId" clId="{8DAD0033-C3DC-4665-9C15-CB40546DC76B}" dt="2025-07-08T03:15:23.148" v="5036" actId="21"/>
        <pc:sldMkLst>
          <pc:docMk/>
          <pc:sldMk cId="4082367831" sldId="607"/>
        </pc:sldMkLst>
      </pc:sldChg>
      <pc:sldChg chg="addSp delSp modSp add mod setBg">
        <pc:chgData name="scott conlon" userId="715640cfe8348987" providerId="LiveId" clId="{8DAD0033-C3DC-4665-9C15-CB40546DC76B}" dt="2025-07-07T23:24:20.198" v="3152" actId="1035"/>
        <pc:sldMkLst>
          <pc:docMk/>
          <pc:sldMk cId="1998711551" sldId="608"/>
        </pc:sldMkLst>
      </pc:sldChg>
      <pc:sldChg chg="addSp delSp modSp add mod setBg">
        <pc:chgData name="scott conlon" userId="715640cfe8348987" providerId="LiveId" clId="{8DAD0033-C3DC-4665-9C15-CB40546DC76B}" dt="2025-07-08T03:25:49.731" v="5449" actId="6549"/>
        <pc:sldMkLst>
          <pc:docMk/>
          <pc:sldMk cId="1569679593" sldId="609"/>
        </pc:sldMkLst>
      </pc:sldChg>
      <pc:sldChg chg="addSp modSp add mod setBg">
        <pc:chgData name="scott conlon" userId="715640cfe8348987" providerId="LiveId" clId="{8DAD0033-C3DC-4665-9C15-CB40546DC76B}" dt="2025-07-08T03:17:58.548" v="5133" actId="20577"/>
        <pc:sldMkLst>
          <pc:docMk/>
          <pc:sldMk cId="581044915" sldId="610"/>
        </pc:sldMkLst>
      </pc:sldChg>
      <pc:sldChg chg="add setBg">
        <pc:chgData name="scott conlon" userId="715640cfe8348987" providerId="LiveId" clId="{8DAD0033-C3DC-4665-9C15-CB40546DC76B}" dt="2025-07-07T04:48:16.701" v="2019"/>
        <pc:sldMkLst>
          <pc:docMk/>
          <pc:sldMk cId="4139665656" sldId="611"/>
        </pc:sldMkLst>
      </pc:sldChg>
      <pc:sldChg chg="add setBg">
        <pc:chgData name="scott conlon" userId="715640cfe8348987" providerId="LiveId" clId="{8DAD0033-C3DC-4665-9C15-CB40546DC76B}" dt="2025-07-07T04:48:16.701" v="2019"/>
        <pc:sldMkLst>
          <pc:docMk/>
          <pc:sldMk cId="3316831800" sldId="612"/>
        </pc:sldMkLst>
      </pc:sldChg>
      <pc:sldChg chg="addSp delSp modSp add mod setBg">
        <pc:chgData name="scott conlon" userId="715640cfe8348987" providerId="LiveId" clId="{8DAD0033-C3DC-4665-9C15-CB40546DC76B}" dt="2025-07-09T02:07:39.847" v="5499" actId="255"/>
        <pc:sldMkLst>
          <pc:docMk/>
          <pc:sldMk cId="605639947" sldId="613"/>
        </pc:sldMkLst>
        <pc:spChg chg="mod">
          <ac:chgData name="scott conlon" userId="715640cfe8348987" providerId="LiveId" clId="{8DAD0033-C3DC-4665-9C15-CB40546DC76B}" dt="2025-07-07T04:50:21.921" v="2042" actId="20577"/>
          <ac:spMkLst>
            <pc:docMk/>
            <pc:sldMk cId="605639947" sldId="613"/>
            <ac:spMk id="2" creationId="{BB5FEE6D-6726-9350-3426-00D2D353B9F3}"/>
          </ac:spMkLst>
        </pc:spChg>
        <pc:spChg chg="add mod">
          <ac:chgData name="scott conlon" userId="715640cfe8348987" providerId="LiveId" clId="{8DAD0033-C3DC-4665-9C15-CB40546DC76B}" dt="2025-07-09T02:07:39.847" v="5499" actId="255"/>
          <ac:spMkLst>
            <pc:docMk/>
            <pc:sldMk cId="605639947" sldId="613"/>
            <ac:spMk id="4" creationId="{FAA3D986-5262-F3E7-9A7A-84B615FEFD27}"/>
          </ac:spMkLst>
        </pc:spChg>
      </pc:sldChg>
      <pc:sldChg chg="addSp delSp modSp add mod setBg">
        <pc:chgData name="scott conlon" userId="715640cfe8348987" providerId="LiveId" clId="{8DAD0033-C3DC-4665-9C15-CB40546DC76B}" dt="2025-07-09T02:11:49.984" v="5568" actId="478"/>
        <pc:sldMkLst>
          <pc:docMk/>
          <pc:sldMk cId="2025347170" sldId="614"/>
        </pc:sldMkLst>
        <pc:spChg chg="mod">
          <ac:chgData name="scott conlon" userId="715640cfe8348987" providerId="LiveId" clId="{8DAD0033-C3DC-4665-9C15-CB40546DC76B}" dt="2025-07-07T23:10:35.536" v="2573" actId="20577"/>
          <ac:spMkLst>
            <pc:docMk/>
            <pc:sldMk cId="2025347170" sldId="614"/>
            <ac:spMk id="2" creationId="{589C6955-86BD-7351-83E5-219351C5515B}"/>
          </ac:spMkLst>
        </pc:spChg>
        <pc:spChg chg="add mod">
          <ac:chgData name="scott conlon" userId="715640cfe8348987" providerId="LiveId" clId="{8DAD0033-C3DC-4665-9C15-CB40546DC76B}" dt="2025-07-07T05:03:23.011" v="2549" actId="1037"/>
          <ac:spMkLst>
            <pc:docMk/>
            <pc:sldMk cId="2025347170" sldId="614"/>
            <ac:spMk id="9" creationId="{85073FDA-7FA2-ADB6-AB21-94D9D63BBE35}"/>
          </ac:spMkLst>
        </pc:spChg>
        <pc:spChg chg="mod">
          <ac:chgData name="scott conlon" userId="715640cfe8348987" providerId="LiveId" clId="{8DAD0033-C3DC-4665-9C15-CB40546DC76B}" dt="2025-07-07T05:00:39.171" v="2333" actId="692"/>
          <ac:spMkLst>
            <pc:docMk/>
            <pc:sldMk cId="2025347170" sldId="614"/>
            <ac:spMk id="20" creationId="{0CFD8356-F35A-EBDB-EA23-FAE106AC3DD8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21" creationId="{482C8BB7-5C80-A3CC-1281-BE24B0AE3A67}"/>
          </ac:spMkLst>
        </pc:spChg>
        <pc:spChg chg="mod">
          <ac:chgData name="scott conlon" userId="715640cfe8348987" providerId="LiveId" clId="{8DAD0033-C3DC-4665-9C15-CB40546DC76B}" dt="2025-07-07T23:23:35.424" v="3144" actId="1035"/>
          <ac:spMkLst>
            <pc:docMk/>
            <pc:sldMk cId="2025347170" sldId="614"/>
            <ac:spMk id="23" creationId="{4D9D2EC7-0DD3-3473-C612-EE5A9427070D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24" creationId="{1D21F3EE-F394-9558-6748-1820BE9D9456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26" creationId="{79CC5A2A-71CB-FFC9-9BFA-E23F61C368EB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27" creationId="{503D4DB7-2BDD-DD20-1630-A0F8FFB6FB26}"/>
          </ac:spMkLst>
        </pc:spChg>
        <pc:spChg chg="mod">
          <ac:chgData name="scott conlon" userId="715640cfe8348987" providerId="LiveId" clId="{8DAD0033-C3DC-4665-9C15-CB40546DC76B}" dt="2025-07-07T23:23:32.716" v="3143" actId="1035"/>
          <ac:spMkLst>
            <pc:docMk/>
            <pc:sldMk cId="2025347170" sldId="614"/>
            <ac:spMk id="30" creationId="{5642AC32-713A-3BD9-AD14-CAEB77D9C2EA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33" creationId="{A037342C-A29A-7036-071F-75AE04F95D95}"/>
          </ac:spMkLst>
        </pc:spChg>
        <pc:spChg chg="mod">
          <ac:chgData name="scott conlon" userId="715640cfe8348987" providerId="LiveId" clId="{8DAD0033-C3DC-4665-9C15-CB40546DC76B}" dt="2025-07-07T05:00:03.517" v="2325" actId="692"/>
          <ac:spMkLst>
            <pc:docMk/>
            <pc:sldMk cId="2025347170" sldId="614"/>
            <ac:spMk id="34" creationId="{44A781DF-6C08-4EAF-ED4E-E47DF9545722}"/>
          </ac:spMkLst>
        </pc:spChg>
        <pc:spChg chg="mod">
          <ac:chgData name="scott conlon" userId="715640cfe8348987" providerId="LiveId" clId="{8DAD0033-C3DC-4665-9C15-CB40546DC76B}" dt="2025-07-07T05:02:21.003" v="2474" actId="1038"/>
          <ac:spMkLst>
            <pc:docMk/>
            <pc:sldMk cId="2025347170" sldId="614"/>
            <ac:spMk id="35" creationId="{79E3FB5E-09BE-0C23-5E50-BEAB3C9319D5}"/>
          </ac:spMkLst>
        </pc:spChg>
      </pc:sldChg>
      <pc:sldChg chg="addSp delSp modSp add mod setBg">
        <pc:chgData name="scott conlon" userId="715640cfe8348987" providerId="LiveId" clId="{8DAD0033-C3DC-4665-9C15-CB40546DC76B}" dt="2025-07-07T23:41:51.769" v="5022" actId="6549"/>
        <pc:sldMkLst>
          <pc:docMk/>
          <pc:sldMk cId="2174295494" sldId="615"/>
        </pc:sldMkLst>
      </pc:sldChg>
      <pc:sldChg chg="modSp add mod ord setBg">
        <pc:chgData name="scott conlon" userId="715640cfe8348987" providerId="LiveId" clId="{8DAD0033-C3DC-4665-9C15-CB40546DC76B}" dt="2025-07-07T23:22:14.922" v="3096" actId="20577"/>
        <pc:sldMkLst>
          <pc:docMk/>
          <pc:sldMk cId="1770554132" sldId="616"/>
        </pc:sldMkLst>
      </pc:sldChg>
      <pc:sldChg chg="delSp modSp add mod setBg">
        <pc:chgData name="scott conlon" userId="715640cfe8348987" providerId="LiveId" clId="{8DAD0033-C3DC-4665-9C15-CB40546DC76B}" dt="2025-07-07T23:40:37.072" v="4891" actId="20577"/>
        <pc:sldMkLst>
          <pc:docMk/>
          <pc:sldMk cId="2453364244" sldId="617"/>
        </pc:sldMkLst>
      </pc:sldChg>
      <pc:sldChg chg="delSp modSp add mod setBg">
        <pc:chgData name="scott conlon" userId="715640cfe8348987" providerId="LiveId" clId="{8DAD0033-C3DC-4665-9C15-CB40546DC76B}" dt="2025-07-07T23:39:29.455" v="4693" actId="20577"/>
        <pc:sldMkLst>
          <pc:docMk/>
          <pc:sldMk cId="4212875540" sldId="618"/>
        </pc:sldMkLst>
      </pc:sldChg>
      <pc:sldChg chg="modSp add mod setBg">
        <pc:chgData name="scott conlon" userId="715640cfe8348987" providerId="LiveId" clId="{8DAD0033-C3DC-4665-9C15-CB40546DC76B}" dt="2025-07-07T23:34:26.099" v="4005" actId="20577"/>
        <pc:sldMkLst>
          <pc:docMk/>
          <pc:sldMk cId="109455598" sldId="619"/>
        </pc:sldMkLst>
      </pc:sldChg>
      <pc:sldChg chg="modSp add mod setBg">
        <pc:chgData name="scott conlon" userId="715640cfe8348987" providerId="LiveId" clId="{8DAD0033-C3DC-4665-9C15-CB40546DC76B}" dt="2025-07-07T23:36:46.944" v="4393" actId="20577"/>
        <pc:sldMkLst>
          <pc:docMk/>
          <pc:sldMk cId="2291778484" sldId="620"/>
        </pc:sldMkLst>
      </pc:sldChg>
      <pc:sldChg chg="modSp add mod setBg">
        <pc:chgData name="scott conlon" userId="715640cfe8348987" providerId="LiveId" clId="{8DAD0033-C3DC-4665-9C15-CB40546DC76B}" dt="2025-07-07T23:38:48.890" v="4674" actId="6549"/>
        <pc:sldMkLst>
          <pc:docMk/>
          <pc:sldMk cId="3416630435" sldId="621"/>
        </pc:sldMkLst>
      </pc:sldChg>
      <pc:sldChg chg="modSp add mod setBg">
        <pc:chgData name="scott conlon" userId="715640cfe8348987" providerId="LiveId" clId="{8DAD0033-C3DC-4665-9C15-CB40546DC76B}" dt="2025-07-09T02:11:41.019" v="5566" actId="1035"/>
        <pc:sldMkLst>
          <pc:docMk/>
          <pc:sldMk cId="1054723861" sldId="622"/>
        </pc:sldMkLst>
        <pc:spChg chg="mod">
          <ac:chgData name="scott conlon" userId="715640cfe8348987" providerId="LiveId" clId="{8DAD0033-C3DC-4665-9C15-CB40546DC76B}" dt="2025-07-09T02:11:41.019" v="5566" actId="1035"/>
          <ac:spMkLst>
            <pc:docMk/>
            <pc:sldMk cId="1054723861" sldId="622"/>
            <ac:spMk id="8" creationId="{D1C32B76-CE8E-442E-7C60-043819652BA3}"/>
          </ac:spMkLst>
        </pc:spChg>
      </pc:sldChg>
    </pc:docChg>
  </pc:docChgLst>
  <pc:docChgLst>
    <pc:chgData name="scott conlon" userId="715640cfe8348987" providerId="LiveId" clId="{E31CD4DA-2419-484A-BCC1-D856663DE080}"/>
    <pc:docChg chg="undo redo custSel addSld modSld modNotesMaster modHandout">
      <pc:chgData name="scott conlon" userId="715640cfe8348987" providerId="LiveId" clId="{E31CD4DA-2419-484A-BCC1-D856663DE080}" dt="2025-06-01T22:58:21.406" v="359" actId="6549"/>
      <pc:docMkLst>
        <pc:docMk/>
      </pc:docMkLst>
      <pc:sldChg chg="addSp delSp modSp add mod">
        <pc:chgData name="scott conlon" userId="715640cfe8348987" providerId="LiveId" clId="{E31CD4DA-2419-484A-BCC1-D856663DE080}" dt="2025-05-17T21:46:35.322" v="149" actId="20577"/>
        <pc:sldMkLst>
          <pc:docMk/>
          <pc:sldMk cId="3444516135" sldId="583"/>
        </pc:sldMkLst>
      </pc:sldChg>
      <pc:sldChg chg="modSp add mod">
        <pc:chgData name="scott conlon" userId="715640cfe8348987" providerId="LiveId" clId="{E31CD4DA-2419-484A-BCC1-D856663DE080}" dt="2025-05-17T21:46:28.847" v="148" actId="20577"/>
        <pc:sldMkLst>
          <pc:docMk/>
          <pc:sldMk cId="3793103241" sldId="584"/>
        </pc:sldMkLst>
      </pc:sldChg>
      <pc:sldChg chg="modSp add mod">
        <pc:chgData name="scott conlon" userId="715640cfe8348987" providerId="LiveId" clId="{E31CD4DA-2419-484A-BCC1-D856663DE080}" dt="2025-05-23T23:15:01.191" v="232" actId="6549"/>
        <pc:sldMkLst>
          <pc:docMk/>
          <pc:sldMk cId="1146497754" sldId="585"/>
        </pc:sldMkLst>
      </pc:sldChg>
      <pc:sldChg chg="modSp add mod">
        <pc:chgData name="scott conlon" userId="715640cfe8348987" providerId="LiveId" clId="{E31CD4DA-2419-484A-BCC1-D856663DE080}" dt="2025-05-23T23:13:41.987" v="197" actId="20577"/>
        <pc:sldMkLst>
          <pc:docMk/>
          <pc:sldMk cId="3012436585" sldId="586"/>
        </pc:sldMkLst>
      </pc:sldChg>
      <pc:sldChg chg="modSp add mod">
        <pc:chgData name="scott conlon" userId="715640cfe8348987" providerId="LiveId" clId="{E31CD4DA-2419-484A-BCC1-D856663DE080}" dt="2025-05-31T08:36:29.140" v="319" actId="6549"/>
        <pc:sldMkLst>
          <pc:docMk/>
          <pc:sldMk cId="1709003545" sldId="587"/>
        </pc:sldMkLst>
      </pc:sldChg>
      <pc:sldChg chg="modSp add mod">
        <pc:chgData name="scott conlon" userId="715640cfe8348987" providerId="LiveId" clId="{E31CD4DA-2419-484A-BCC1-D856663DE080}" dt="2025-05-31T08:34:19.024" v="300" actId="20577"/>
        <pc:sldMkLst>
          <pc:docMk/>
          <pc:sldMk cId="276419196" sldId="588"/>
        </pc:sldMkLst>
      </pc:sldChg>
      <pc:sldChg chg="modSp add mod">
        <pc:chgData name="scott conlon" userId="715640cfe8348987" providerId="LiveId" clId="{E31CD4DA-2419-484A-BCC1-D856663DE080}" dt="2025-06-01T22:58:13.389" v="341" actId="6549"/>
        <pc:sldMkLst>
          <pc:docMk/>
          <pc:sldMk cId="306883759" sldId="589"/>
        </pc:sldMkLst>
      </pc:sldChg>
      <pc:sldChg chg="modSp add mod">
        <pc:chgData name="scott conlon" userId="715640cfe8348987" providerId="LiveId" clId="{E31CD4DA-2419-484A-BCC1-D856663DE080}" dt="2025-06-01T22:58:21.406" v="359" actId="6549"/>
        <pc:sldMkLst>
          <pc:docMk/>
          <pc:sldMk cId="101084372" sldId="5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7748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r">
              <a:defRPr sz="1200"/>
            </a:lvl1pPr>
          </a:lstStyle>
          <a:p>
            <a:fld id="{40B77F8D-ABD0-9740-A21A-E007A3A720AE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7748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r">
              <a:defRPr sz="1200"/>
            </a:lvl1pPr>
          </a:lstStyle>
          <a:p>
            <a:fld id="{4A05F985-EC8F-124C-BA94-03844164D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09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8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r">
              <a:defRPr sz="1200"/>
            </a:lvl1pPr>
          </a:lstStyle>
          <a:p>
            <a:fld id="{2CD3914B-C950-6748-8DBF-9E6BBADF3CD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0937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0" tIns="45689" rIns="91380" bIns="456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14400"/>
            <a:ext cx="5434330" cy="4466273"/>
          </a:xfrm>
          <a:prstGeom prst="rect">
            <a:avLst/>
          </a:prstGeom>
        </p:spPr>
        <p:txBody>
          <a:bodyPr vert="horz" lIns="91380" tIns="45689" rIns="91380" bIns="45689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8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r">
              <a:defRPr sz="1200"/>
            </a:lvl1pPr>
          </a:lstStyle>
          <a:p>
            <a:fld id="{C997C1D0-CF01-9C45-B233-E59ABBF52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60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10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It took all the sessions and the 4</a:t>
            </a:r>
            <a:r>
              <a:rPr lang="en-AU" baseline="30000" dirty="0"/>
              <a:t>th</a:t>
            </a:r>
            <a:r>
              <a:rPr lang="en-AU" dirty="0"/>
              <a:t> friendly to decide on what our identity was going to be. </a:t>
            </a:r>
          </a:p>
          <a:p>
            <a:endParaRPr lang="en-AU" dirty="0"/>
          </a:p>
          <a:p>
            <a:r>
              <a:rPr lang="en-AU" dirty="0"/>
              <a:t>It’s pressing, pressuring, and countering.</a:t>
            </a:r>
          </a:p>
          <a:p>
            <a:r>
              <a:rPr lang="en-AU" dirty="0"/>
              <a:t>I know we have technical qualities, but by themselves that’s not an identity. </a:t>
            </a:r>
          </a:p>
          <a:p>
            <a:r>
              <a:rPr lang="en-AU" dirty="0"/>
              <a:t>Our technical level adds to the approach that is about pressure.</a:t>
            </a:r>
          </a:p>
          <a:p>
            <a:endParaRPr lang="en-AU" dirty="0"/>
          </a:p>
          <a:p>
            <a:r>
              <a:rPr lang="en-AU" dirty="0"/>
              <a:t>So today we build again on the first day, we’re 2 steps now.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68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BPO first today – because our BP moments come from our BPO moments.</a:t>
            </a:r>
          </a:p>
          <a:p>
            <a:endParaRPr lang="en-AU" dirty="0"/>
          </a:p>
          <a:p>
            <a:r>
              <a:rPr lang="en-AU" dirty="0"/>
              <a:t>We’re more of a BPO team that harasses the other team, to take the ball and then we go do our thing.</a:t>
            </a:r>
          </a:p>
          <a:p>
            <a:endParaRPr lang="en-AU" dirty="0"/>
          </a:p>
          <a:p>
            <a:r>
              <a:rPr lang="en-AU" dirty="0"/>
              <a:t>Defenders – remember your own little press moments, when your player does those triggers.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3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71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4CE36-D5AF-7358-BC44-C9E60F275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A5F18-F8B0-4F5C-7DB3-258640122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63950-2FD2-0C53-4780-49AFAA218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E1BA3-4E6C-13DB-840E-70D96FA72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359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EB28B-75DE-AF4A-9386-94D4984F98F7}" type="datetime1">
              <a:rPr lang="en-NZ" smtClean="0"/>
              <a:t>22/07/2025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60863989"/>
              </p:ext>
            </p:extLst>
          </p:nvPr>
        </p:nvGraphicFramePr>
        <p:xfrm>
          <a:off x="162000" y="152399"/>
          <a:ext cx="8820000" cy="584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52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Football</a:t>
                      </a:r>
                      <a:r>
                        <a:rPr lang="en-US" sz="1200" baseline="0" dirty="0">
                          <a:solidFill>
                            <a:schemeClr val="bg1"/>
                          </a:solidFill>
                        </a:rPr>
                        <a:t> Problem/Opportunity/Scenario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Illustrate the scenario below</a:t>
                      </a:r>
                      <a:r>
                        <a:rPr lang="en-US" sz="1200" baseline="0" dirty="0"/>
                        <a:t>, showing examples of key trends linked to your 5W breakdown.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162000" y="904462"/>
            <a:ext cx="4281981" cy="5771590"/>
            <a:chOff x="222499" y="950144"/>
            <a:chExt cx="4281981" cy="5771590"/>
          </a:xfrm>
        </p:grpSpPr>
        <p:sp>
          <p:nvSpPr>
            <p:cNvPr id="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6" name="Oval 1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2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7" name="Oval 2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2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3" name="Oval 2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" name="Group 27"/>
          <p:cNvGrpSpPr>
            <a:grpSpLocks noChangeAspect="1"/>
          </p:cNvGrpSpPr>
          <p:nvPr userDrawn="1"/>
        </p:nvGrpSpPr>
        <p:grpSpPr>
          <a:xfrm>
            <a:off x="4700019" y="904462"/>
            <a:ext cx="4281981" cy="5771590"/>
            <a:chOff x="222499" y="950144"/>
            <a:chExt cx="4281981" cy="5771590"/>
          </a:xfrm>
        </p:grpSpPr>
        <p:sp>
          <p:nvSpPr>
            <p:cNvPr id="2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3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3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6" name="Oval 3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4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7" name="Oval 4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4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3" name="Oval 4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217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25FA2-910B-7B46-8D26-DA8E4A201CB5}" type="datetime1">
              <a:rPr lang="en-NZ" smtClean="0"/>
              <a:t>22/07/2025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1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47E9-B010-D24E-939C-BDC2EA5A07EA}" type="datetime1">
              <a:rPr lang="en-NZ" smtClean="0"/>
              <a:t>22/07/2025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8488B-ADC6-7C49-8742-D83C4AC54E23}" type="datetime1">
              <a:rPr lang="en-NZ" smtClean="0"/>
              <a:t>22/07/2025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CD6B2-B0D4-5240-9B7D-B610FB3DA407}" type="datetime1">
              <a:rPr lang="en-NZ" smtClean="0"/>
              <a:t>22/07/2025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08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C057-D8D4-C648-B480-FADEA029E041}" type="datetime1">
              <a:rPr lang="en-NZ" smtClean="0"/>
              <a:t>22/07/2025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887F5-C076-F742-AAC5-46830061D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7413" y="1468438"/>
            <a:ext cx="1079500" cy="4159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205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7E375-FBB9-F746-BF76-7AAB6C271FBD}" type="datetime1">
              <a:rPr lang="en-NZ" smtClean="0"/>
              <a:t>22/07/2025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0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79F0-5028-6347-B14D-F76E71D1B039}" type="datetime1">
              <a:rPr lang="en-NZ" smtClean="0"/>
              <a:t>22/07/2025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1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952A-18F2-7749-9A51-99C875B4C2D7}" type="datetime1">
              <a:rPr lang="en-NZ" smtClean="0"/>
              <a:t>22/07/2025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2EC6-86F7-F243-AAE5-BA0E66720C9B}" type="datetime1">
              <a:rPr lang="en-NZ" smtClean="0"/>
              <a:t>22/07/2025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3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6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73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0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2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35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86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2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46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19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7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26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1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747DD-2B21-A240-B1D8-1A6A71FE901C}" type="datetime1">
              <a:rPr lang="en-NZ" smtClean="0"/>
              <a:t>22/07/2025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0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B9914-65BE-C845-9ED8-7D9C21A479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scott\OneDrive\NPLW-25\EMC\Clips\distance-betweenlines-front%203notconnected.mp4" TargetMode="External"/><Relationship Id="rId2" Type="http://schemas.openxmlformats.org/officeDocument/2006/relationships/hyperlink" Target="file:///C:\Users\scott\OneDrive\NPLW-25\EMC\Clips\CP-Country-goal2.mp4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scott\OneDrive\NPLW-25\EMC\Clips\CP-QLD-goal.mp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11341-68F7-362C-75F1-F2C80DC26DCC}"/>
              </a:ext>
            </a:extLst>
          </p:cNvPr>
          <p:cNvSpPr txBox="1"/>
          <p:nvPr/>
        </p:nvSpPr>
        <p:spPr>
          <a:xfrm>
            <a:off x="895082" y="2584752"/>
            <a:ext cx="72664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Quarter Final </a:t>
            </a:r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Charles Perkins XI</a:t>
            </a:r>
          </a:p>
          <a:p>
            <a:pPr algn="ctr"/>
            <a:endParaRPr lang="en-US" sz="3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26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6C9BF-BAE1-31D4-174E-BC27E44AA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8A889-5B6B-8C8D-C8C2-94CAD55FDC31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CP – FIRST Half - Lineup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F1E4CC-FB2D-393F-D154-0D01FC3127D5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AD9E86-E55C-58FD-85E8-6D6B942E127C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B30908-46EE-8D08-0A0D-5F671E27FA2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E29D8B4-4D7A-4EE1-2CA5-FF6E5D770AD3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6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ACB58D6-483B-4AB2-E944-B1832FFD81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03A28D65-847A-865D-2842-51520912B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C02EBE0B-A290-4C32-4D1D-AA8414839B5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514B329-0EB8-29FE-5FCC-88924F70F3B3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2CF25D9-8810-FA47-2A98-E1FF68B976A7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2DB0198-8288-5FE0-1334-B3131469232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D8B2427E-CDD7-3395-0E6E-CE1C19F2B7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3A69B6AB-7533-070C-D60C-C3AA9C3E4F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952E4B79-BC83-DF36-BB28-99A2B6092DAE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613FDD69-97C8-7C1C-266C-467BAE20D4C4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7F749147-4AA2-E319-4DCC-727A3C751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2E936191-87D7-A6AD-74F9-8F5C31ABBD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967D976D-7457-F754-B7A3-6E81F55B27D7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87EA33A3-C9C8-83C8-C938-F8606D71F144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E236693C-8197-0B4B-AFF4-177ED08B3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E457AB2A-D690-020F-2232-15C6E9A0E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BB02E6B1-6D82-1905-7270-6B69D6BCA5FE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2E5ACF41-A60D-5FCB-0622-ABDD2ADBFC7B}"/>
              </a:ext>
            </a:extLst>
          </p:cNvPr>
          <p:cNvSpPr/>
          <p:nvPr/>
        </p:nvSpPr>
        <p:spPr>
          <a:xfrm>
            <a:off x="3014731" y="448326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597D03-0825-1958-7CB6-4E535D525233}"/>
              </a:ext>
            </a:extLst>
          </p:cNvPr>
          <p:cNvSpPr/>
          <p:nvPr/>
        </p:nvSpPr>
        <p:spPr>
          <a:xfrm>
            <a:off x="2532685" y="5246858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C615F6C-C0E6-13C0-57C1-088AA8857CA1}"/>
              </a:ext>
            </a:extLst>
          </p:cNvPr>
          <p:cNvSpPr/>
          <p:nvPr/>
        </p:nvSpPr>
        <p:spPr>
          <a:xfrm>
            <a:off x="2083782" y="450342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SH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5E238E-FF23-87B4-82EC-D72A3650E809}"/>
              </a:ext>
            </a:extLst>
          </p:cNvPr>
          <p:cNvSpPr/>
          <p:nvPr/>
        </p:nvSpPr>
        <p:spPr>
          <a:xfrm>
            <a:off x="1355623" y="43255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BD13AF-A3A4-FFC8-3B93-3BD9F8AE2E8F}"/>
              </a:ext>
            </a:extLst>
          </p:cNvPr>
          <p:cNvSpPr/>
          <p:nvPr/>
        </p:nvSpPr>
        <p:spPr>
          <a:xfrm>
            <a:off x="3769704" y="43255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48A016-0839-343B-A238-57EE1B601B5B}"/>
              </a:ext>
            </a:extLst>
          </p:cNvPr>
          <p:cNvSpPr/>
          <p:nvPr/>
        </p:nvSpPr>
        <p:spPr>
          <a:xfrm>
            <a:off x="2156092" y="381484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773610-AD90-6863-6DE3-9556BF28211F}"/>
              </a:ext>
            </a:extLst>
          </p:cNvPr>
          <p:cNvSpPr/>
          <p:nvPr/>
        </p:nvSpPr>
        <p:spPr>
          <a:xfrm>
            <a:off x="2995955" y="35000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CG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D5846F-DD36-14D1-6FEF-06EC334F2F09}"/>
              </a:ext>
            </a:extLst>
          </p:cNvPr>
          <p:cNvSpPr/>
          <p:nvPr/>
        </p:nvSpPr>
        <p:spPr>
          <a:xfrm>
            <a:off x="2536196" y="317221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TA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96BB5A4-ADE6-DBFF-7454-CEB4952A7222}"/>
              </a:ext>
            </a:extLst>
          </p:cNvPr>
          <p:cNvSpPr/>
          <p:nvPr/>
        </p:nvSpPr>
        <p:spPr>
          <a:xfrm>
            <a:off x="2525770" y="247830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SD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2D1D69-CE6A-B343-964E-51EB9EA6AD6E}"/>
              </a:ext>
            </a:extLst>
          </p:cNvPr>
          <p:cNvSpPr/>
          <p:nvPr/>
        </p:nvSpPr>
        <p:spPr>
          <a:xfrm>
            <a:off x="3769704" y="280958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D498A7D-94B6-1617-0C3E-94A6B8F429A8}"/>
              </a:ext>
            </a:extLst>
          </p:cNvPr>
          <p:cNvSpPr/>
          <p:nvPr/>
        </p:nvSpPr>
        <p:spPr>
          <a:xfrm>
            <a:off x="1355623" y="280958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noProof="0" dirty="0">
                <a:solidFill>
                  <a:srgbClr val="EEECE1"/>
                </a:solidFill>
                <a:latin typeface="Arial"/>
              </a:rPr>
              <a:t>LA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B23999-6136-3860-A7D0-46AD12F0BA63}"/>
              </a:ext>
            </a:extLst>
          </p:cNvPr>
          <p:cNvSpPr txBox="1"/>
          <p:nvPr/>
        </p:nvSpPr>
        <p:spPr>
          <a:xfrm>
            <a:off x="5070909" y="1459512"/>
            <a:ext cx="18813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Lineup: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Ingrid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Abby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Dobbie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Ciara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Siena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Tehya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Lily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4CEF2F-3386-7F40-60D8-8F593427D1EF}"/>
              </a:ext>
            </a:extLst>
          </p:cNvPr>
          <p:cNvSpPr txBox="1"/>
          <p:nvPr/>
        </p:nvSpPr>
        <p:spPr>
          <a:xfrm>
            <a:off x="7098492" y="1459514"/>
            <a:ext cx="16346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Subs: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Maya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Darcy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Enid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537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0E093-14FF-6925-A205-86CCFB0C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9C6955-86BD-7351-83E5-219351C5515B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CP – Likely system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6D69B-F8E0-92E4-AB5F-64CCCBA9D1D1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F8448E-5D62-FF08-827F-D7CD4A2FCDD3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D9CFD7-A1AC-033F-28E2-74662E3A8DF7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CF3075-0028-B10C-F4D7-A13E7BEB69F8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6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95A68EB-A20B-3FBA-4A5A-FF40E994162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1D21F3EE-F394-9558-6748-1820BE9D9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AU" noProof="0" dirty="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8B780653-DE1C-07D0-732F-0C3F170AAF4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9CC5A2A-71CB-FFC9-9BFA-E23F61C368EB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03D4DB7-2BDD-DD20-1630-A0F8FFB6FB26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F3C553C-31A0-76B7-B303-6488882BE98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A037342C-A29A-7036-071F-75AE04F95D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44A781DF-6C08-4EAF-ED4E-E47DF95457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79E3FB5E-09BE-0C23-5E50-BEAB3C9319D5}"/>
                    </a:ext>
                  </a:extLst>
                </p:cNvPr>
                <p:cNvSpPr/>
                <p:nvPr userDrawn="1"/>
              </p:nvSpPr>
              <p:spPr>
                <a:xfrm flipH="1">
                  <a:off x="2805768" y="1602715"/>
                  <a:ext cx="44945" cy="44945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D7E477A-C016-4F69-096B-93A0A0E46C62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5642AC32-713A-3BD9-AD14-CAEB77D9C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4A4557CA-C1B7-07A5-1F79-A8EA43A220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algn="ctr"/>
                  <a:endParaRPr lang="en-AU" noProof="0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8D261B36-BCE7-ABF0-D0CD-F97505AA0C62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AU" noProof="0" dirty="0"/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0CFD8356-F35A-EBDB-EA23-FAE106AC3DD8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27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482C8BB7-5C80-A3CC-1281-BE24B0AE3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374D9C21-8C4B-DB10-DF3A-CD8A52D93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AU" noProof="0" dirty="0">
                <a:solidFill>
                  <a:srgbClr val="FFFFFF"/>
                </a:solidFill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4D9D2EC7-0DD3-3473-C612-EE5A9427070D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27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85073FDA-7FA2-ADB6-AB21-94D9D63BBE35}"/>
              </a:ext>
            </a:extLst>
          </p:cNvPr>
          <p:cNvSpPr/>
          <p:nvPr/>
        </p:nvSpPr>
        <p:spPr>
          <a:xfrm>
            <a:off x="2552983" y="5238033"/>
            <a:ext cx="216000" cy="216000"/>
          </a:xfrm>
          <a:prstGeom prst="ellipse">
            <a:avLst/>
          </a:prstGeom>
          <a:solidFill>
            <a:srgbClr val="00563B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76841D-64F2-E419-0883-14EABABEAE4B}"/>
              </a:ext>
            </a:extLst>
          </p:cNvPr>
          <p:cNvSpPr/>
          <p:nvPr/>
        </p:nvSpPr>
        <p:spPr>
          <a:xfrm>
            <a:off x="1253462" y="2654013"/>
            <a:ext cx="216000" cy="2160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F2AC5C-A101-B6DB-A84F-8BC7111838C0}"/>
              </a:ext>
            </a:extLst>
          </p:cNvPr>
          <p:cNvSpPr/>
          <p:nvPr/>
        </p:nvSpPr>
        <p:spPr>
          <a:xfrm>
            <a:off x="2549256" y="2526513"/>
            <a:ext cx="216000" cy="2160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3BB19D-9C4A-3202-2599-BB12F529268F}"/>
              </a:ext>
            </a:extLst>
          </p:cNvPr>
          <p:cNvSpPr/>
          <p:nvPr/>
        </p:nvSpPr>
        <p:spPr>
          <a:xfrm>
            <a:off x="3933171" y="2654013"/>
            <a:ext cx="216000" cy="2160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B4184F-418A-C5A7-3F8E-F6A3CFDB2E16}"/>
              </a:ext>
            </a:extLst>
          </p:cNvPr>
          <p:cNvSpPr/>
          <p:nvPr/>
        </p:nvSpPr>
        <p:spPr>
          <a:xfrm>
            <a:off x="2087090" y="3295849"/>
            <a:ext cx="216000" cy="2160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7188C-23F4-B061-8699-46E7AB0F227F}"/>
              </a:ext>
            </a:extLst>
          </p:cNvPr>
          <p:cNvSpPr/>
          <p:nvPr/>
        </p:nvSpPr>
        <p:spPr>
          <a:xfrm>
            <a:off x="1095772" y="4041117"/>
            <a:ext cx="216000" cy="2160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814AC1-0187-FB79-E1C7-6B50AE6ED131}"/>
              </a:ext>
            </a:extLst>
          </p:cNvPr>
          <p:cNvSpPr/>
          <p:nvPr/>
        </p:nvSpPr>
        <p:spPr>
          <a:xfrm>
            <a:off x="2906398" y="3101599"/>
            <a:ext cx="216000" cy="2160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7ED309-25E5-F7CB-1FD6-6BD75EFFC4ED}"/>
              </a:ext>
            </a:extLst>
          </p:cNvPr>
          <p:cNvSpPr/>
          <p:nvPr/>
        </p:nvSpPr>
        <p:spPr>
          <a:xfrm>
            <a:off x="2518349" y="3720362"/>
            <a:ext cx="216000" cy="2160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1715650-4368-C617-9442-66D43E2944C6}"/>
              </a:ext>
            </a:extLst>
          </p:cNvPr>
          <p:cNvSpPr/>
          <p:nvPr/>
        </p:nvSpPr>
        <p:spPr>
          <a:xfrm>
            <a:off x="1975782" y="4257117"/>
            <a:ext cx="216000" cy="2160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76BF417-C6F5-7D1D-5DFD-EDE277975D60}"/>
              </a:ext>
            </a:extLst>
          </p:cNvPr>
          <p:cNvSpPr/>
          <p:nvPr/>
        </p:nvSpPr>
        <p:spPr>
          <a:xfrm>
            <a:off x="3105266" y="4222952"/>
            <a:ext cx="216000" cy="2160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BE49E12-7DA6-4CFD-191A-3E32546389BD}"/>
              </a:ext>
            </a:extLst>
          </p:cNvPr>
          <p:cNvSpPr/>
          <p:nvPr/>
        </p:nvSpPr>
        <p:spPr>
          <a:xfrm>
            <a:off x="3933171" y="3953187"/>
            <a:ext cx="216000" cy="2160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A7843-B5E5-ED6D-5FA9-9F5093E83CEE}"/>
              </a:ext>
            </a:extLst>
          </p:cNvPr>
          <p:cNvSpPr txBox="1"/>
          <p:nvPr/>
        </p:nvSpPr>
        <p:spPr>
          <a:xfrm>
            <a:off x="4890016" y="1871724"/>
            <a:ext cx="396897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BP: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Segoe UI" panose="020B0502040204020203" pitchFamily="34" charset="0"/>
                <a:cs typeface="Segoe UI" panose="020B0502040204020203" pitchFamily="34" charset="0"/>
              </a:rPr>
              <a:t>Direct. Go forward quickly – no tempo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Segoe UI" panose="020B0502040204020203" pitchFamily="34" charset="0"/>
                <a:cs typeface="Segoe UI" panose="020B0502040204020203" pitchFamily="34" charset="0"/>
              </a:rPr>
              <a:t>No.12 and others quite fast.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Segoe UI" panose="020B0502040204020203" pitchFamily="34" charset="0"/>
                <a:cs typeface="Segoe UI" panose="020B0502040204020203" pitchFamily="34" charset="0"/>
              </a:rPr>
              <a:t>Less technical, more physical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Segoe UI" panose="020B0502040204020203" pitchFamily="34" charset="0"/>
                <a:cs typeface="Segoe UI" panose="020B0502040204020203" pitchFamily="34" charset="0"/>
              </a:rPr>
              <a:t>433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BPO: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Segoe UI" panose="020B0502040204020203" pitchFamily="34" charset="0"/>
                <a:cs typeface="Segoe UI" panose="020B0502040204020203" pitchFamily="34" charset="0"/>
              </a:rPr>
              <a:t>433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Segoe UI" panose="020B0502040204020203" pitchFamily="34" charset="0"/>
                <a:cs typeface="Segoe UI" panose="020B0502040204020203" pitchFamily="34" charset="0"/>
              </a:rPr>
              <a:t>Back 4 was not organised.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Segoe UI" panose="020B0502040204020203" pitchFamily="34" charset="0"/>
                <a:cs typeface="Segoe UI" panose="020B0502040204020203" pitchFamily="34" charset="0"/>
              </a:rPr>
              <a:t>Big spaces between lines – vertically not connected</a:t>
            </a:r>
            <a:endParaRPr lang="en-A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Action Button: Go Forward or Next 36">
            <a:hlinkClick r:id="rId2" action="ppaction://hlinkfile" highlightClick="1"/>
            <a:extLst>
              <a:ext uri="{FF2B5EF4-FFF2-40B4-BE49-F238E27FC236}">
                <a16:creationId xmlns:a16="http://schemas.microsoft.com/office/drawing/2014/main" id="{99984B5A-8F40-C1BF-F593-D7F03EC5039F}"/>
              </a:ext>
            </a:extLst>
          </p:cNvPr>
          <p:cNvSpPr/>
          <p:nvPr/>
        </p:nvSpPr>
        <p:spPr>
          <a:xfrm>
            <a:off x="5023884" y="3216349"/>
            <a:ext cx="499730" cy="345558"/>
          </a:xfrm>
          <a:prstGeom prst="actionButtonForwardNex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Action Button: Go Forward or Next 37">
            <a:hlinkClick r:id="rId3" action="ppaction://hlinkfile" highlightClick="1"/>
            <a:extLst>
              <a:ext uri="{FF2B5EF4-FFF2-40B4-BE49-F238E27FC236}">
                <a16:creationId xmlns:a16="http://schemas.microsoft.com/office/drawing/2014/main" id="{93B7D25F-8448-8DCF-B5EB-D94727C19A42}"/>
              </a:ext>
            </a:extLst>
          </p:cNvPr>
          <p:cNvSpPr/>
          <p:nvPr/>
        </p:nvSpPr>
        <p:spPr>
          <a:xfrm>
            <a:off x="5022111" y="5442101"/>
            <a:ext cx="499730" cy="345558"/>
          </a:xfrm>
          <a:prstGeom prst="actionButtonForwardNex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5347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2878A-D428-3C66-D8B7-69CB2CF8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5FEE6D-6726-9350-3426-00D2D353B9F3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CP – BP – Key Objectives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5FF0B-1822-5574-DF10-D83BBB12E13E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C5BFC8-7DB8-D756-C768-7ADF3EF6C119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32CF58-2414-66D6-7ACF-14B63FC46C49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3D986-5262-F3E7-9A7A-84B615FEFD27}"/>
              </a:ext>
            </a:extLst>
          </p:cNvPr>
          <p:cNvSpPr txBox="1"/>
          <p:nvPr/>
        </p:nvSpPr>
        <p:spPr>
          <a:xfrm>
            <a:off x="1002831" y="1327332"/>
            <a:ext cx="6801467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latin typeface="Segoe UI" panose="020B0502040204020203" pitchFamily="34" charset="0"/>
                <a:cs typeface="Segoe UI" panose="020B0502040204020203" pitchFamily="34" charset="0"/>
              </a:rPr>
              <a:t>BP: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Control the tempo. Keep them under pressure.</a:t>
            </a:r>
          </a:p>
          <a:p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We keep the ball, we keep control – they won’t get to rest.</a:t>
            </a:r>
            <a:endParaRPr lang="en-AU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AU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GK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Communicate. Be calm – manage the tempo.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Release early if it’s on, but don’t rush if it’s not.</a:t>
            </a: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Defenders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Stay composed – your calmness sets our tempo.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Play forward when it’s on and it’s ok to play long into space.</a:t>
            </a:r>
          </a:p>
          <a:p>
            <a:pPr>
              <a:buNone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Midfielders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Be patient, don’t force risky passes.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Control the middle – we’ll create when they open up.</a:t>
            </a: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Attackers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Time your runs – don’t go too early and vary your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When your moment arrives, take it.</a:t>
            </a: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639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C2332-7DAF-3B4E-535A-0DAD5DFF6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E9DE3-041E-7342-F5D0-4BABC8D2B8FE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dirty="0">
                <a:solidFill>
                  <a:srgbClr val="FFDD33"/>
                </a:solidFill>
              </a:rPr>
              <a:t>CP – BPO – Key Objectives</a:t>
            </a:r>
            <a:endParaRPr dirty="0">
              <a:solidFill>
                <a:srgbClr val="FFDD3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95E2A-DF50-6A3C-3717-3331FAB06354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9417E7-ECB5-A412-81D5-D3A5EF2513F6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000000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8DD88C-455B-5129-A307-49268305B76F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400" b="1">
                <a:solidFill>
                  <a:srgbClr val="FFDD33"/>
                </a:solidFill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EMC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C32B76-CE8E-442E-7C60-043819652BA3}"/>
              </a:ext>
            </a:extLst>
          </p:cNvPr>
          <p:cNvSpPr txBox="1"/>
          <p:nvPr/>
        </p:nvSpPr>
        <p:spPr>
          <a:xfrm>
            <a:off x="1002831" y="1485768"/>
            <a:ext cx="68014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BPO: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Stay </a:t>
            </a:r>
            <a:r>
              <a:rPr lang="en-US" sz="16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organised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. Stay in control.</a:t>
            </a:r>
          </a:p>
          <a:p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They're direct and individual – our structure stops that from working.</a:t>
            </a:r>
            <a:endParaRPr lang="en-AU" sz="16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AU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GK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Manage your box. Keep the back line alert – talk and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organise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Step out early for through balls or high balls – own your area.</a:t>
            </a:r>
          </a:p>
          <a:p>
            <a:endParaRPr lang="en-AU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Defenders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Be aware of their speed – adjust your position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Stay connected to close off gaps together before they appear.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Midfielders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Jump into the press if the attackers jump.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Stay tight to your player – don’t pass them 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AU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Attackers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Identify the pressing triggers (bad touch, backwards pass).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Show them passes into the midfield, for us to counter immediately.</a:t>
            </a:r>
            <a:endParaRPr lang="en-A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Action Button: Go Forward or Next 3">
            <a:hlinkClick r:id="rId3" action="ppaction://hlinkfile" highlightClick="1"/>
            <a:extLst>
              <a:ext uri="{FF2B5EF4-FFF2-40B4-BE49-F238E27FC236}">
                <a16:creationId xmlns:a16="http://schemas.microsoft.com/office/drawing/2014/main" id="{D7BAC82A-6617-CD9B-1292-A93C7DEC80EF}"/>
              </a:ext>
            </a:extLst>
          </p:cNvPr>
          <p:cNvSpPr/>
          <p:nvPr/>
        </p:nvSpPr>
        <p:spPr>
          <a:xfrm>
            <a:off x="382759" y="5279071"/>
            <a:ext cx="499730" cy="345558"/>
          </a:xfrm>
          <a:prstGeom prst="actionButtonForwardNex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72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0D102-4755-DCE9-D47F-710CDC18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EDBFC7-8AEE-F9AA-C8E7-977C6E445781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sz="2000" dirty="0">
                <a:solidFill>
                  <a:srgbClr val="FFDD33"/>
                </a:solidFill>
                <a:latin typeface="Segoe UI Black"/>
              </a:rPr>
              <a:t>CP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 – </a:t>
            </a:r>
            <a:r>
              <a:rPr lang="en-AU" sz="2000" dirty="0">
                <a:solidFill>
                  <a:srgbClr val="FFDD33"/>
                </a:solidFill>
                <a:latin typeface="Segoe UI Black"/>
              </a:rPr>
              <a:t>Mid-Block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A62631-4220-7011-2DC5-D9AF2BF36352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4C4CE5-3963-6511-0C47-9497BFCEDEC3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4EFF27-2063-5082-C89A-39C8DFD77874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3626D63-445E-F04D-B34A-7F3B1A8A47FE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4722624-2E6E-ACAA-EAC7-CCE17AA601B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E7301F85-7AAE-96F7-7288-1A83899356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01E24B91-A3C2-03CE-42D4-96E3F7EBBA7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87BA08F-A33A-7301-4317-2A8E8D978AE2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E7B3DF-D96D-E148-3A9B-45D0243E7523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284ACE5-8DB3-6B57-FE4E-ADA843CFF70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6DB7E7B0-9659-F58B-CF0A-9D4CF1976A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277820E0-9EC5-B7B8-A151-E0F402FED9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D8DB2803-D0A0-3E82-ADC8-3E068F274AB6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77DDF85-EB38-9DD1-DC4E-BF7617F869FB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FEA09DFE-17A7-41EB-1ADE-ED275CE881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C38FA9F1-7989-2CF0-2509-2C4534B75E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7A2265F-59EC-2834-A1B4-D8D80244365C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23425CEA-BF8C-D225-A9B1-304B32A038E8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6C36D15F-FEF2-CB82-7771-2EED4926A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7C447910-D679-3A4E-F77A-C38F07228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A5ED35A5-1CDB-2BBD-C80A-CACCF4AA5A0C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D3E85BA4-5359-90B3-89A0-E08C2A9A9B57}"/>
              </a:ext>
            </a:extLst>
          </p:cNvPr>
          <p:cNvSpPr/>
          <p:nvPr/>
        </p:nvSpPr>
        <p:spPr>
          <a:xfrm>
            <a:off x="2912478" y="386346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B91F4D-B91A-BA2C-997B-0A0F59F2C829}"/>
              </a:ext>
            </a:extLst>
          </p:cNvPr>
          <p:cNvSpPr/>
          <p:nvPr/>
        </p:nvSpPr>
        <p:spPr>
          <a:xfrm>
            <a:off x="2532685" y="4722749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I/E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18CAD4-E25B-7C93-C82D-10BD38A79E3A}"/>
              </a:ext>
            </a:extLst>
          </p:cNvPr>
          <p:cNvSpPr/>
          <p:nvPr/>
        </p:nvSpPr>
        <p:spPr>
          <a:xfrm>
            <a:off x="2114100" y="3871480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D5BE7D-82C2-BE44-CCCE-10326C15012C}"/>
              </a:ext>
            </a:extLst>
          </p:cNvPr>
          <p:cNvSpPr/>
          <p:nvPr/>
        </p:nvSpPr>
        <p:spPr>
          <a:xfrm>
            <a:off x="1326061" y="376811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B9BBD2-72E9-8973-903D-2A6B5DF6B4DF}"/>
              </a:ext>
            </a:extLst>
          </p:cNvPr>
          <p:cNvSpPr/>
          <p:nvPr/>
        </p:nvSpPr>
        <p:spPr>
          <a:xfrm>
            <a:off x="3661331" y="377307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</a:t>
            </a:r>
            <a:r>
              <a:rPr lang="en-US" sz="800" b="1" dirty="0">
                <a:solidFill>
                  <a:srgbClr val="EEECE1"/>
                </a:solidFill>
                <a:latin typeface="Arial"/>
              </a:rPr>
              <a:t>Y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435D8B-80F9-B535-F1F7-BE7C43C23DC4}"/>
              </a:ext>
            </a:extLst>
          </p:cNvPr>
          <p:cNvSpPr/>
          <p:nvPr/>
        </p:nvSpPr>
        <p:spPr>
          <a:xfrm>
            <a:off x="2093959" y="332223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20B648-EBCF-1435-4BB5-B5B52A712C96}"/>
              </a:ext>
            </a:extLst>
          </p:cNvPr>
          <p:cNvSpPr/>
          <p:nvPr/>
        </p:nvSpPr>
        <p:spPr>
          <a:xfrm>
            <a:off x="2905154" y="329032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BC97B5-40D4-1704-5BCF-0069015CB488}"/>
              </a:ext>
            </a:extLst>
          </p:cNvPr>
          <p:cNvSpPr/>
          <p:nvPr/>
        </p:nvSpPr>
        <p:spPr>
          <a:xfrm>
            <a:off x="2101393" y="285523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F1AD3F-7D84-BED0-95C5-D78D04F6FA25}"/>
              </a:ext>
            </a:extLst>
          </p:cNvPr>
          <p:cNvSpPr/>
          <p:nvPr/>
        </p:nvSpPr>
        <p:spPr>
          <a:xfrm>
            <a:off x="2923751" y="281515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DW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642B3C-902D-D556-D155-3FF77C0E4A31}"/>
              </a:ext>
            </a:extLst>
          </p:cNvPr>
          <p:cNvSpPr/>
          <p:nvPr/>
        </p:nvSpPr>
        <p:spPr>
          <a:xfrm>
            <a:off x="3484515" y="313631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C9D87D3-EA38-E033-4063-477FA43912C0}"/>
              </a:ext>
            </a:extLst>
          </p:cNvPr>
          <p:cNvSpPr/>
          <p:nvPr/>
        </p:nvSpPr>
        <p:spPr>
          <a:xfrm>
            <a:off x="1527245" y="317799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F6D7CE2-3781-4042-7453-63908DACACDB}"/>
              </a:ext>
            </a:extLst>
          </p:cNvPr>
          <p:cNvSpPr/>
          <p:nvPr/>
        </p:nvSpPr>
        <p:spPr>
          <a:xfrm>
            <a:off x="1831782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B060888-33DD-72E8-7978-6C37C2B7CEF7}"/>
              </a:ext>
            </a:extLst>
          </p:cNvPr>
          <p:cNvSpPr/>
          <p:nvPr/>
        </p:nvSpPr>
        <p:spPr>
          <a:xfrm>
            <a:off x="940487" y="20982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8F27435-FBAD-AD1A-A882-7955CD7DE8E6}"/>
              </a:ext>
            </a:extLst>
          </p:cNvPr>
          <p:cNvSpPr/>
          <p:nvPr/>
        </p:nvSpPr>
        <p:spPr>
          <a:xfrm>
            <a:off x="2524202" y="2299605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61C1785-8F11-98AF-2488-E38027C8A1E4}"/>
              </a:ext>
            </a:extLst>
          </p:cNvPr>
          <p:cNvSpPr/>
          <p:nvPr/>
        </p:nvSpPr>
        <p:spPr>
          <a:xfrm>
            <a:off x="3247955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776C934-861E-EDBC-C96F-57317CAFDC07}"/>
              </a:ext>
            </a:extLst>
          </p:cNvPr>
          <p:cNvSpPr/>
          <p:nvPr/>
        </p:nvSpPr>
        <p:spPr>
          <a:xfrm>
            <a:off x="4129275" y="206815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LB</a:t>
            </a:r>
          </a:p>
        </p:txBody>
      </p:sp>
    </p:spTree>
    <p:extLst>
      <p:ext uri="{BB962C8B-B14F-4D97-AF65-F5344CB8AC3E}">
        <p14:creationId xmlns:p14="http://schemas.microsoft.com/office/powerpoint/2010/main" val="3311182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D854C4-67CD-8A9F-6189-B8FE9F712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596934-6C20-BA7A-EDD9-B40D3C8B41F7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CP – Goal kicks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9870E-2D12-7997-E8D5-ACD5A92BD35D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4A2263-977F-6F7F-D483-EA3FA1B1883B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B9390-8A72-6BB5-5273-55DCC0616986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45298C-61F7-8EEC-55BE-DEDE7AE70E17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8A896B7-31D5-ECA3-6AC9-64AAF4EFF38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EF1DFBF9-A216-9FEB-5C5C-2980ECCA9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055EC7BB-D9AD-FFAE-2BAA-02AA8F3A24E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D0BF82-02F5-CA3F-74E5-C870EBB0173E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10C6AFF-336C-9B09-5130-A525EEA48E2F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5247DD-AA16-D3CC-EC13-541D333966B7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234FE32A-095A-2FF3-5808-436C47062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ABE9E733-60E1-FD03-EB52-6514B68135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35BBFBA8-FD9C-14E7-CFD6-6584B236E279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0513F47-F682-EB79-027E-A81771DC5617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CD79D689-CE4A-7806-AEE6-FF63BA498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FF7248E6-28F8-F766-D1F9-7B99C11ABF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6963F7E2-4130-B2B0-C537-2506DC8B4895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ACC58C8E-5344-6844-4074-205D9A27EC6B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2AAE5148-E65D-9382-5597-E355C0D76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08A4BE07-EC77-3F52-423B-EAEA212E2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69A44E77-AEFC-D220-993A-69FFC2EF26D4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2D26F971-5251-5B03-29D4-88B972C4C69D}"/>
              </a:ext>
            </a:extLst>
          </p:cNvPr>
          <p:cNvSpPr/>
          <p:nvPr/>
        </p:nvSpPr>
        <p:spPr>
          <a:xfrm>
            <a:off x="3023555" y="364072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F547E5-E5E2-0BB2-4D43-B3F70D08F33D}"/>
              </a:ext>
            </a:extLst>
          </p:cNvPr>
          <p:cNvSpPr/>
          <p:nvPr/>
        </p:nvSpPr>
        <p:spPr>
          <a:xfrm>
            <a:off x="2532685" y="4621740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I/E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64B815-1D08-C25C-1636-53335DA62B86}"/>
              </a:ext>
            </a:extLst>
          </p:cNvPr>
          <p:cNvSpPr/>
          <p:nvPr/>
        </p:nvSpPr>
        <p:spPr>
          <a:xfrm>
            <a:off x="2037808" y="368194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0D3FEC-1BC4-3027-5731-D0DE255B8B67}"/>
              </a:ext>
            </a:extLst>
          </p:cNvPr>
          <p:cNvSpPr/>
          <p:nvPr/>
        </p:nvSpPr>
        <p:spPr>
          <a:xfrm>
            <a:off x="1309932" y="3534120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ED168B9-C396-E3AA-4E71-DA950E3920D8}"/>
              </a:ext>
            </a:extLst>
          </p:cNvPr>
          <p:cNvSpPr/>
          <p:nvPr/>
        </p:nvSpPr>
        <p:spPr>
          <a:xfrm>
            <a:off x="3643704" y="342464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16E3D8-5423-6BFD-2C1F-89C0CE878B74}"/>
              </a:ext>
            </a:extLst>
          </p:cNvPr>
          <p:cNvSpPr/>
          <p:nvPr/>
        </p:nvSpPr>
        <p:spPr>
          <a:xfrm>
            <a:off x="3071304" y="305206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32B9E-3A01-1716-2F62-A193CC8B12AF}"/>
              </a:ext>
            </a:extLst>
          </p:cNvPr>
          <p:cNvSpPr/>
          <p:nvPr/>
        </p:nvSpPr>
        <p:spPr>
          <a:xfrm>
            <a:off x="2121249" y="3078175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5B193DA-2264-0EA7-91FE-45E3855DB003}"/>
              </a:ext>
            </a:extLst>
          </p:cNvPr>
          <p:cNvSpPr/>
          <p:nvPr/>
        </p:nvSpPr>
        <p:spPr>
          <a:xfrm>
            <a:off x="2511727" y="21754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4C63A9-AAAA-AD01-9961-03E92C9F3A23}"/>
              </a:ext>
            </a:extLst>
          </p:cNvPr>
          <p:cNvSpPr/>
          <p:nvPr/>
        </p:nvSpPr>
        <p:spPr>
          <a:xfrm>
            <a:off x="1903885" y="25967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LA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9F18A5-D5C3-1103-A447-251527BEF056}"/>
              </a:ext>
            </a:extLst>
          </p:cNvPr>
          <p:cNvSpPr/>
          <p:nvPr/>
        </p:nvSpPr>
        <p:spPr>
          <a:xfrm>
            <a:off x="3409331" y="2592145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F2A1495-26C5-1BA9-858D-52010D977937}"/>
              </a:ext>
            </a:extLst>
          </p:cNvPr>
          <p:cNvSpPr/>
          <p:nvPr/>
        </p:nvSpPr>
        <p:spPr>
          <a:xfrm>
            <a:off x="2742269" y="3303000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4B7968D-237F-74CE-9F1A-FDF51CA7F67F}"/>
              </a:ext>
            </a:extLst>
          </p:cNvPr>
          <p:cNvSpPr/>
          <p:nvPr/>
        </p:nvSpPr>
        <p:spPr>
          <a:xfrm>
            <a:off x="1935169" y="20883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F5E20A9-7BF3-1AD2-417A-51DDBE70A314}"/>
              </a:ext>
            </a:extLst>
          </p:cNvPr>
          <p:cNvSpPr/>
          <p:nvPr/>
        </p:nvSpPr>
        <p:spPr>
          <a:xfrm>
            <a:off x="1200061" y="2143732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68087C7-0641-47CD-0329-046F4608D3AC}"/>
              </a:ext>
            </a:extLst>
          </p:cNvPr>
          <p:cNvSpPr/>
          <p:nvPr/>
        </p:nvSpPr>
        <p:spPr>
          <a:xfrm>
            <a:off x="2500349" y="2563158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8AC7B0D-FA15-7E6D-8C47-F83F8608511F}"/>
              </a:ext>
            </a:extLst>
          </p:cNvPr>
          <p:cNvSpPr/>
          <p:nvPr/>
        </p:nvSpPr>
        <p:spPr>
          <a:xfrm>
            <a:off x="3232386" y="2109481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B065AD-E304-53EB-2AA4-BB7FA0A2DAA0}"/>
              </a:ext>
            </a:extLst>
          </p:cNvPr>
          <p:cNvSpPr/>
          <p:nvPr/>
        </p:nvSpPr>
        <p:spPr>
          <a:xfrm>
            <a:off x="3781545" y="2119670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LB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7B218F4-2220-6737-DC99-814DDA54D79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819304" y="1551861"/>
            <a:ext cx="542623" cy="1460497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nike-soccer-ball-png.jpg">
            <a:extLst>
              <a:ext uri="{FF2B5EF4-FFF2-40B4-BE49-F238E27FC236}">
                <a16:creationId xmlns:a16="http://schemas.microsoft.com/office/drawing/2014/main" id="{6B33F4BD-02B6-6DFE-E88A-37F449C8E4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345976" y="2996542"/>
            <a:ext cx="108922" cy="108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1089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369B7-8FF4-A549-EF52-35091DE9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5C5CDB-C843-D684-AA65-58EDC2DF5A66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sz="2000" dirty="0">
                <a:solidFill>
                  <a:srgbClr val="FFDD33"/>
                </a:solidFill>
                <a:latin typeface="Segoe UI Black"/>
              </a:rPr>
              <a:t>CP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 – FIRST Half - Press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824C40-0388-0C4E-CF41-E5BED34BE017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7B4165-BE21-D638-5207-19B49344E4F7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B22E68-BD95-5BAD-FAC4-00C73185DA2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D88244-4F60-E32C-5602-F19F406C0186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A6AA50C-BE30-602D-06C7-4A47B5FE43D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5A7C1C49-573B-97CF-618B-4B8C16565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5F4D3238-A31B-9D55-CBB4-CB5226AB784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FD9B51C-4C5B-9AAD-F079-63A86566CAEC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EE48078-8332-7591-A7B4-45100B2B9692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FE3D9ED-6666-621F-8139-B553976791D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4CFC88B1-0636-6440-8FD0-8BE6D9EEC2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820A45C2-50F3-3D08-E7A5-2FE24D3882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9966D39-5C8E-D20C-4AAE-E97354D94848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73D49E6-4914-84EC-0326-EAFF8AD212C2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696DA261-9C58-E9E8-95C3-62172C0DAB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0E5C8BB7-2824-6AD1-212B-74A848C384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902551C-8AD4-2D56-B810-9CA2F7C820B3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30837407-FAE2-EE0B-E4B5-87ADC39AC2CE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42FFC676-0EC5-DDC9-8B21-B71073805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E9B1AD61-646D-3B9C-93DE-6B8A39544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AD4978B5-7F17-35AA-BFB3-C39C087424C4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F4739930-015C-5C5B-53CF-B2DFFFBB7D60}"/>
              </a:ext>
            </a:extLst>
          </p:cNvPr>
          <p:cNvSpPr/>
          <p:nvPr/>
        </p:nvSpPr>
        <p:spPr>
          <a:xfrm>
            <a:off x="2754905" y="39431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A387D2-2E88-798E-83CF-F1394A7B9B78}"/>
              </a:ext>
            </a:extLst>
          </p:cNvPr>
          <p:cNvSpPr/>
          <p:nvPr/>
        </p:nvSpPr>
        <p:spPr>
          <a:xfrm>
            <a:off x="2532685" y="4722749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CBA2B0A-ACA6-3991-70E9-CDCBC3DAFD44}"/>
              </a:ext>
            </a:extLst>
          </p:cNvPr>
          <p:cNvSpPr/>
          <p:nvPr/>
        </p:nvSpPr>
        <p:spPr>
          <a:xfrm>
            <a:off x="1957782" y="3803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4D3019-1097-9B14-B595-AA2DB985B717}"/>
              </a:ext>
            </a:extLst>
          </p:cNvPr>
          <p:cNvSpPr/>
          <p:nvPr/>
        </p:nvSpPr>
        <p:spPr>
          <a:xfrm>
            <a:off x="1116092" y="3551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968617-0BE9-6F48-81E3-FE8C36C80345}"/>
              </a:ext>
            </a:extLst>
          </p:cNvPr>
          <p:cNvSpPr/>
          <p:nvPr/>
        </p:nvSpPr>
        <p:spPr>
          <a:xfrm>
            <a:off x="3769704" y="35292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BEC404-EB31-2089-2016-C4A4550E1DD0}"/>
              </a:ext>
            </a:extLst>
          </p:cNvPr>
          <p:cNvSpPr/>
          <p:nvPr/>
        </p:nvSpPr>
        <p:spPr>
          <a:xfrm>
            <a:off x="1994678" y="319782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0FD646-26C1-02DC-F45F-AE9BA3CA66D8}"/>
              </a:ext>
            </a:extLst>
          </p:cNvPr>
          <p:cNvSpPr/>
          <p:nvPr/>
        </p:nvSpPr>
        <p:spPr>
          <a:xfrm>
            <a:off x="2917694" y="317360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689F6F-C00D-F449-3F25-09BF1DE7C165}"/>
              </a:ext>
            </a:extLst>
          </p:cNvPr>
          <p:cNvSpPr/>
          <p:nvPr/>
        </p:nvSpPr>
        <p:spPr>
          <a:xfrm>
            <a:off x="2456325" y="288786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TA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8554EE0-A575-B3B7-6170-7BE09E944C70}"/>
              </a:ext>
            </a:extLst>
          </p:cNvPr>
          <p:cNvSpPr/>
          <p:nvPr/>
        </p:nvSpPr>
        <p:spPr>
          <a:xfrm>
            <a:off x="2606280" y="215725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0058B9C-9FF7-FBDD-4EAC-AE05A230AB38}"/>
              </a:ext>
            </a:extLst>
          </p:cNvPr>
          <p:cNvSpPr/>
          <p:nvPr/>
        </p:nvSpPr>
        <p:spPr>
          <a:xfrm>
            <a:off x="3484525" y="23094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CEF1276-177A-9082-E6BA-6F54964D7921}"/>
              </a:ext>
            </a:extLst>
          </p:cNvPr>
          <p:cNvSpPr/>
          <p:nvPr/>
        </p:nvSpPr>
        <p:spPr>
          <a:xfrm>
            <a:off x="1607623" y="234203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F81B3B4-9AE7-6B91-6800-A2A45C621970}"/>
              </a:ext>
            </a:extLst>
          </p:cNvPr>
          <p:cNvSpPr/>
          <p:nvPr/>
        </p:nvSpPr>
        <p:spPr>
          <a:xfrm>
            <a:off x="1831782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A97A7EE-128D-D8D4-93C0-1940383007E6}"/>
              </a:ext>
            </a:extLst>
          </p:cNvPr>
          <p:cNvSpPr/>
          <p:nvPr/>
        </p:nvSpPr>
        <p:spPr>
          <a:xfrm>
            <a:off x="940487" y="20982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584ECFA-ADED-E336-BF93-DEE9483F18A2}"/>
              </a:ext>
            </a:extLst>
          </p:cNvPr>
          <p:cNvSpPr/>
          <p:nvPr/>
        </p:nvSpPr>
        <p:spPr>
          <a:xfrm>
            <a:off x="2509823" y="256391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B4B5E96-17BA-9AE9-19D2-173F3603C684}"/>
              </a:ext>
            </a:extLst>
          </p:cNvPr>
          <p:cNvSpPr/>
          <p:nvPr/>
        </p:nvSpPr>
        <p:spPr>
          <a:xfrm>
            <a:off x="3247955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96CDC47-D9D9-CA45-997E-67957E6AA29A}"/>
              </a:ext>
            </a:extLst>
          </p:cNvPr>
          <p:cNvSpPr/>
          <p:nvPr/>
        </p:nvSpPr>
        <p:spPr>
          <a:xfrm>
            <a:off x="4129275" y="206815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LB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4E2E15F-DCE2-7F0B-B20F-4585EA677AA1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784685" y="1545684"/>
            <a:ext cx="452981" cy="231130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nike-soccer-ball-png.jpg">
            <a:extLst>
              <a:ext uri="{FF2B5EF4-FFF2-40B4-BE49-F238E27FC236}">
                <a16:creationId xmlns:a16="http://schemas.microsoft.com/office/drawing/2014/main" id="{79BD62B0-72DB-A0A1-31F0-3EE8E5B4BC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221715" y="1760998"/>
            <a:ext cx="108922" cy="108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485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5009A-3804-B7A9-DC78-F91CE702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AC2CA4-C83E-CD56-7174-BF4BFFD5AF69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CP – FIRST Half - Press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E22722-25FB-A21F-42B1-45FCAF3B1A1D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439565-3DFA-3F7F-E4BD-2856A3361D94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9CDDBD-7331-B182-80A0-AC8D389A4E5E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934335-9905-B5C2-38FC-92136A7B3734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9EA8268-F01A-6C81-139C-92EC0EE598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6C696BC8-BA7E-1201-F625-4335957D3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F10041C0-B52B-6303-409F-E30FA73E167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22E940E-0A8F-C8E8-A08A-0AB9EBC7466D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34E4873-8A41-B9BC-AD6A-CBF6D426B2FA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4BCD464-0BAA-812F-C229-DDFC6B71CCE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4521C830-C22E-EE31-4F26-8962606C67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F3E1D65B-401E-41CC-E49D-2389235694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81F63E7F-BDC9-EA58-AB04-E2D599CE9AA8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ED24342-912D-0BD0-66C7-21DD021D45AB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8C344FE8-6E41-AE39-D495-E09B3EFCD5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1C193A1C-03F9-5DED-4AD7-04F2612B09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6D45265-B578-A32F-070B-796E0110640F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AD8DC095-FB86-581E-FA48-9C06DFDDCFBF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E8B6312A-3230-5FCA-3591-81B69B716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487CEBDC-8331-F63A-F5C4-1BAC9E90D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0EA0211B-9C55-0396-878F-FB1EAE37D2E3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B7E74D1F-D6C7-CFBC-BEB8-3FF04D551E53}"/>
              </a:ext>
            </a:extLst>
          </p:cNvPr>
          <p:cNvSpPr/>
          <p:nvPr/>
        </p:nvSpPr>
        <p:spPr>
          <a:xfrm>
            <a:off x="2754905" y="39431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7F13C0-6326-42B9-6505-7E17A123C116}"/>
              </a:ext>
            </a:extLst>
          </p:cNvPr>
          <p:cNvSpPr/>
          <p:nvPr/>
        </p:nvSpPr>
        <p:spPr>
          <a:xfrm>
            <a:off x="2532685" y="4722749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FF0462-09C9-6B2A-D928-D4ECCA80F0C0}"/>
              </a:ext>
            </a:extLst>
          </p:cNvPr>
          <p:cNvSpPr/>
          <p:nvPr/>
        </p:nvSpPr>
        <p:spPr>
          <a:xfrm>
            <a:off x="1957782" y="3803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39CBD9-A7A7-D881-2838-0E10ACFC3006}"/>
              </a:ext>
            </a:extLst>
          </p:cNvPr>
          <p:cNvSpPr/>
          <p:nvPr/>
        </p:nvSpPr>
        <p:spPr>
          <a:xfrm>
            <a:off x="1116092" y="3551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BA396F-1E9B-AE07-0C1C-6FE7DE6CEA94}"/>
              </a:ext>
            </a:extLst>
          </p:cNvPr>
          <p:cNvSpPr/>
          <p:nvPr/>
        </p:nvSpPr>
        <p:spPr>
          <a:xfrm>
            <a:off x="3769704" y="35292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09645C-47A4-E810-AB1F-915161647995}"/>
              </a:ext>
            </a:extLst>
          </p:cNvPr>
          <p:cNvSpPr/>
          <p:nvPr/>
        </p:nvSpPr>
        <p:spPr>
          <a:xfrm>
            <a:off x="1994678" y="319782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7D86EB-2448-38A8-6ED0-9F36DEB20F5E}"/>
              </a:ext>
            </a:extLst>
          </p:cNvPr>
          <p:cNvSpPr/>
          <p:nvPr/>
        </p:nvSpPr>
        <p:spPr>
          <a:xfrm>
            <a:off x="2917694" y="317360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E5F40F-F1E7-12F7-540A-607C51402181}"/>
              </a:ext>
            </a:extLst>
          </p:cNvPr>
          <p:cNvSpPr/>
          <p:nvPr/>
        </p:nvSpPr>
        <p:spPr>
          <a:xfrm>
            <a:off x="2456325" y="288786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46BEB3-4AA6-88CB-AAE4-0C3A7A15B9DF}"/>
              </a:ext>
            </a:extLst>
          </p:cNvPr>
          <p:cNvSpPr/>
          <p:nvPr/>
        </p:nvSpPr>
        <p:spPr>
          <a:xfrm>
            <a:off x="2606280" y="215725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D5E242-EDBC-D168-FDD9-FFFD92A69CE7}"/>
              </a:ext>
            </a:extLst>
          </p:cNvPr>
          <p:cNvSpPr/>
          <p:nvPr/>
        </p:nvSpPr>
        <p:spPr>
          <a:xfrm>
            <a:off x="3484525" y="23094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M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5324CEA-F5AF-F43A-280D-856C8FADFD65}"/>
              </a:ext>
            </a:extLst>
          </p:cNvPr>
          <p:cNvSpPr/>
          <p:nvPr/>
        </p:nvSpPr>
        <p:spPr>
          <a:xfrm>
            <a:off x="1607623" y="234203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B81AFF-70EC-0252-B8FF-74574849ED05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224645" y="2090120"/>
            <a:ext cx="268585" cy="834648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B9A5500D-58A4-603F-22B1-6735CF3E0F92}"/>
              </a:ext>
            </a:extLst>
          </p:cNvPr>
          <p:cNvSpPr/>
          <p:nvPr/>
        </p:nvSpPr>
        <p:spPr>
          <a:xfrm>
            <a:off x="1831782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69CA63B-9FEF-85D3-0CD8-B06FE1E566A6}"/>
              </a:ext>
            </a:extLst>
          </p:cNvPr>
          <p:cNvSpPr/>
          <p:nvPr/>
        </p:nvSpPr>
        <p:spPr>
          <a:xfrm>
            <a:off x="940487" y="20982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499F7E5-82EA-1406-277F-5356F38F6693}"/>
              </a:ext>
            </a:extLst>
          </p:cNvPr>
          <p:cNvSpPr/>
          <p:nvPr/>
        </p:nvSpPr>
        <p:spPr>
          <a:xfrm>
            <a:off x="2509823" y="256391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A349149-CAB2-8868-3BC7-AC388C4F821B}"/>
              </a:ext>
            </a:extLst>
          </p:cNvPr>
          <p:cNvSpPr/>
          <p:nvPr/>
        </p:nvSpPr>
        <p:spPr>
          <a:xfrm>
            <a:off x="3247955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26DABCF-B0D5-478D-A5A5-730F530E9FF9}"/>
              </a:ext>
            </a:extLst>
          </p:cNvPr>
          <p:cNvSpPr/>
          <p:nvPr/>
        </p:nvSpPr>
        <p:spPr>
          <a:xfrm>
            <a:off x="4129275" y="206815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LB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BCECBB6-5C6F-F5BF-C26F-13D77CAF3430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2821375" y="1940312"/>
            <a:ext cx="426580" cy="253844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E16D0B7-29FE-0337-47E7-211E673CA94E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1368092" y="2255439"/>
            <a:ext cx="276436" cy="123503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E90BAE8-0D8B-7410-E3EE-C7F91B0F6C00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3699620" y="2283251"/>
            <a:ext cx="322084" cy="63087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nike-soccer-ball-png.jpg">
            <a:extLst>
              <a:ext uri="{FF2B5EF4-FFF2-40B4-BE49-F238E27FC236}">
                <a16:creationId xmlns:a16="http://schemas.microsoft.com/office/drawing/2014/main" id="{3C043CFB-3933-D5A9-0C4A-696B565B1B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221715" y="1760998"/>
            <a:ext cx="108922" cy="108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4555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49B9D-6C4F-5263-2F86-3C3D0E50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BC9C7E-0C71-C07E-C750-FB4AE8DC7FF5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sz="2000" dirty="0">
                <a:solidFill>
                  <a:srgbClr val="FFDD33"/>
                </a:solidFill>
                <a:latin typeface="Segoe UI Black"/>
              </a:rPr>
              <a:t>CP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 – FIRST Half - Press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9B9146-0461-4A08-7081-B7E28CB64BA9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286999-F309-FEFC-3ADE-4C9E1FA61D57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954B21-8AE3-BEAF-8771-A06A353615B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7EACF6-A33F-51B0-EB53-A62E0A928285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FED7669-3951-8839-5186-84EBC52F24D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C522758E-58A8-DB8D-8E92-BF7F8ED660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C5218ED7-83CD-1407-D22E-E4EFE95AF74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B34B628-2CD6-D8BA-9DC9-B819AF5D8741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B505939-4757-7995-BE42-5F668030AFFB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FBA1C356-941B-90A3-468A-FFF4625B0929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C3D12ADC-49AD-378F-2D34-1E9647696A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01A8FE26-84C4-9BE1-A767-9233267B70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64C1D67-BC69-DFC9-FF22-8F310FCD0D12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6672805-C4EB-01EB-B2EF-F95906562214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1A362715-5DC6-6D21-25F7-EE24D3A0D3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4B7088DE-2FDA-4F72-6679-053C55565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A16A39CD-377F-BC29-A762-CDA9DA5D9627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83F55140-76A3-9161-09B1-E2CF398588B9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C671421E-4C47-8380-6839-2A2E4529D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027DD1DF-50EF-B7B9-EB15-28174D5EF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28EB6BB3-A0DC-A3EC-29F9-B372224CBCEA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3E03B70-7897-131B-85E5-2481E40E9338}"/>
              </a:ext>
            </a:extLst>
          </p:cNvPr>
          <p:cNvSpPr/>
          <p:nvPr/>
        </p:nvSpPr>
        <p:spPr>
          <a:xfrm>
            <a:off x="2754905" y="39431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379AFD-B7BC-0906-F7EA-22C698E2EE00}"/>
              </a:ext>
            </a:extLst>
          </p:cNvPr>
          <p:cNvSpPr/>
          <p:nvPr/>
        </p:nvSpPr>
        <p:spPr>
          <a:xfrm>
            <a:off x="2532685" y="4722749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I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61177A-BF46-CF1A-F054-33AD98E5CC5A}"/>
              </a:ext>
            </a:extLst>
          </p:cNvPr>
          <p:cNvSpPr/>
          <p:nvPr/>
        </p:nvSpPr>
        <p:spPr>
          <a:xfrm>
            <a:off x="1957782" y="3803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1C0921-603A-6E0E-FCF7-06EFD4A3CB78}"/>
              </a:ext>
            </a:extLst>
          </p:cNvPr>
          <p:cNvSpPr/>
          <p:nvPr/>
        </p:nvSpPr>
        <p:spPr>
          <a:xfrm>
            <a:off x="1116092" y="355137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FA83A9-856B-D208-FABD-09197432E6E2}"/>
              </a:ext>
            </a:extLst>
          </p:cNvPr>
          <p:cNvSpPr/>
          <p:nvPr/>
        </p:nvSpPr>
        <p:spPr>
          <a:xfrm>
            <a:off x="3769704" y="35292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4EF9C6-7B2B-0D08-5D24-34CE25D02038}"/>
              </a:ext>
            </a:extLst>
          </p:cNvPr>
          <p:cNvSpPr/>
          <p:nvPr/>
        </p:nvSpPr>
        <p:spPr>
          <a:xfrm>
            <a:off x="1994678" y="319782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F57A05-393E-9F7F-C10F-88F413EE51F5}"/>
              </a:ext>
            </a:extLst>
          </p:cNvPr>
          <p:cNvSpPr/>
          <p:nvPr/>
        </p:nvSpPr>
        <p:spPr>
          <a:xfrm>
            <a:off x="2917694" y="317360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9A8AE2-4B7D-9A12-B885-D7054E90A258}"/>
              </a:ext>
            </a:extLst>
          </p:cNvPr>
          <p:cNvSpPr/>
          <p:nvPr/>
        </p:nvSpPr>
        <p:spPr>
          <a:xfrm>
            <a:off x="2456325" y="288786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222EDC-0507-3FD1-0EA0-9163F9153D07}"/>
              </a:ext>
            </a:extLst>
          </p:cNvPr>
          <p:cNvSpPr/>
          <p:nvPr/>
        </p:nvSpPr>
        <p:spPr>
          <a:xfrm>
            <a:off x="2606280" y="215725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08312B-0951-5B7E-9267-39953A4C52F8}"/>
              </a:ext>
            </a:extLst>
          </p:cNvPr>
          <p:cNvSpPr/>
          <p:nvPr/>
        </p:nvSpPr>
        <p:spPr>
          <a:xfrm>
            <a:off x="3484525" y="23094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EH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D5D08CC-9E0D-49C5-264D-AE97152E58F7}"/>
              </a:ext>
            </a:extLst>
          </p:cNvPr>
          <p:cNvSpPr/>
          <p:nvPr/>
        </p:nvSpPr>
        <p:spPr>
          <a:xfrm>
            <a:off x="1607623" y="234203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8C3F41-E356-E521-53AC-E370563B5868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224645" y="2090120"/>
            <a:ext cx="268585" cy="834648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FDEB02-79A6-CE31-3270-2B509F789C8C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2032102" y="3529233"/>
            <a:ext cx="51680" cy="274141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1C88729-32DB-94AF-16AF-2B2107F2BC22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2120678" y="2925058"/>
            <a:ext cx="237853" cy="272766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9C6633D-2B8E-D66A-E4E9-49EF5BFFD0CC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2382425" y="3973476"/>
            <a:ext cx="372480" cy="95652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C4AFDB5-114E-BF41-E767-26C5D2502F40}"/>
              </a:ext>
            </a:extLst>
          </p:cNvPr>
          <p:cNvSpPr/>
          <p:nvPr/>
        </p:nvSpPr>
        <p:spPr>
          <a:xfrm>
            <a:off x="1831782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4646CD8-6537-D5C0-69B2-C600D633FB2B}"/>
              </a:ext>
            </a:extLst>
          </p:cNvPr>
          <p:cNvSpPr/>
          <p:nvPr/>
        </p:nvSpPr>
        <p:spPr>
          <a:xfrm>
            <a:off x="940487" y="2098227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47A4E23-1489-C08F-4C4A-9E513F33920D}"/>
              </a:ext>
            </a:extLst>
          </p:cNvPr>
          <p:cNvSpPr/>
          <p:nvPr/>
        </p:nvSpPr>
        <p:spPr>
          <a:xfrm>
            <a:off x="2509823" y="256391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5486BE-7F27-5168-AD4C-11E8B83FF333}"/>
              </a:ext>
            </a:extLst>
          </p:cNvPr>
          <p:cNvSpPr/>
          <p:nvPr/>
        </p:nvSpPr>
        <p:spPr>
          <a:xfrm>
            <a:off x="3247955" y="1545684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24F8D8F-2534-53E0-4C9B-E3644D861653}"/>
              </a:ext>
            </a:extLst>
          </p:cNvPr>
          <p:cNvSpPr/>
          <p:nvPr/>
        </p:nvSpPr>
        <p:spPr>
          <a:xfrm>
            <a:off x="4129275" y="2068156"/>
            <a:ext cx="252000" cy="252000"/>
          </a:xfrm>
          <a:prstGeom prst="ellipse">
            <a:avLst/>
          </a:prstGeom>
          <a:solidFill>
            <a:srgbClr val="FFD700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LB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738ECC2-C822-783F-6A28-98B073C79609}"/>
              </a:ext>
            </a:extLst>
          </p:cNvPr>
          <p:cNvCxnSpPr>
            <a:cxnSpLocks/>
            <a:stCxn id="14" idx="7"/>
          </p:cNvCxnSpPr>
          <p:nvPr/>
        </p:nvCxnSpPr>
        <p:spPr>
          <a:xfrm flipV="1">
            <a:off x="2821375" y="1940312"/>
            <a:ext cx="426580" cy="253844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1A4B96B-E32E-A7D6-B4A1-A960390E7DA1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1368092" y="2255439"/>
            <a:ext cx="276436" cy="123503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EC5F987-30DF-F01F-1EAA-B399B7ED940F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3699620" y="2283251"/>
            <a:ext cx="322084" cy="63087"/>
          </a:xfrm>
          <a:prstGeom prst="straightConnector1">
            <a:avLst/>
          </a:prstGeom>
          <a:ln>
            <a:solidFill>
              <a:srgbClr val="FFD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nike-soccer-ball-png.jpg">
            <a:extLst>
              <a:ext uri="{FF2B5EF4-FFF2-40B4-BE49-F238E27FC236}">
                <a16:creationId xmlns:a16="http://schemas.microsoft.com/office/drawing/2014/main" id="{9172BBBF-FB34-441B-D0F0-FF6AAD353C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221715" y="1760998"/>
            <a:ext cx="108922" cy="108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6048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874F6-BB9B-13D6-EA88-6A1E3492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21F75F-B609-D900-9FDC-A7CEC53BF437}"/>
              </a:ext>
            </a:extLst>
          </p:cNvPr>
          <p:cNvSpPr/>
          <p:nvPr/>
        </p:nvSpPr>
        <p:spPr>
          <a:xfrm>
            <a:off x="0" y="-6674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lang="en-AU" sz="2000" dirty="0">
                <a:solidFill>
                  <a:srgbClr val="FFDD33"/>
                </a:solidFill>
                <a:latin typeface="Segoe UI Black"/>
              </a:rPr>
              <a:t>CP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 – FIRST Half - Set Pieces (Corners For)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E98EAB-2B80-11C1-49EF-45FB322148BB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7ADC2-74F6-9E95-B505-95864EC5D972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949D2-FD59-9A59-5C14-445A150BC879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668370-5091-7A27-546B-B9F53C3EC22A}"/>
              </a:ext>
            </a:extLst>
          </p:cNvPr>
          <p:cNvGrpSpPr/>
          <p:nvPr/>
        </p:nvGrpSpPr>
        <p:grpSpPr>
          <a:xfrm>
            <a:off x="840986" y="1226160"/>
            <a:ext cx="4646268" cy="5009018"/>
            <a:chOff x="901522" y="712241"/>
            <a:chExt cx="5333266" cy="5821975"/>
          </a:xfrm>
          <a:effectLst/>
        </p:grpSpPr>
        <p:sp>
          <p:nvSpPr>
            <p:cNvPr id="7" name="Shape 131">
              <a:extLst>
                <a:ext uri="{FF2B5EF4-FFF2-40B4-BE49-F238E27FC236}">
                  <a16:creationId xmlns:a16="http://schemas.microsoft.com/office/drawing/2014/main" id="{9E50B374-15A5-4F87-A93D-76E6A8FADE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155576" y="712241"/>
              <a:ext cx="664821" cy="173802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18D269-6B49-4B89-FF9B-4B17DE4881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522" y="885401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C59F30F-04F8-5E8D-39CE-178AB0C23D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5002" y="885400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6C9F4BA-C86C-AE22-D127-3CDF344C004D}"/>
                </a:ext>
              </a:extLst>
            </p:cNvPr>
            <p:cNvCxnSpPr>
              <a:cxnSpLocks/>
            </p:cNvCxnSpPr>
            <p:nvPr/>
          </p:nvCxnSpPr>
          <p:spPr>
            <a:xfrm>
              <a:off x="906888" y="886211"/>
              <a:ext cx="53279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hape 131">
              <a:extLst>
                <a:ext uri="{FF2B5EF4-FFF2-40B4-BE49-F238E27FC236}">
                  <a16:creationId xmlns:a16="http://schemas.microsoft.com/office/drawing/2014/main" id="{E0E17924-4216-AED9-71FB-871E78307F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711590" y="888891"/>
              <a:ext cx="1577505" cy="539255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Shape 131">
              <a:extLst>
                <a:ext uri="{FF2B5EF4-FFF2-40B4-BE49-F238E27FC236}">
                  <a16:creationId xmlns:a16="http://schemas.microsoft.com/office/drawing/2014/main" id="{255925AD-ED09-6A2D-96B3-AB1FAABCE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218" y="886211"/>
              <a:ext cx="3718249" cy="1469798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Partial Circle 12">
              <a:extLst>
                <a:ext uri="{FF2B5EF4-FFF2-40B4-BE49-F238E27FC236}">
                  <a16:creationId xmlns:a16="http://schemas.microsoft.com/office/drawing/2014/main" id="{315C4FF4-05A0-ACEC-1D94-D550E5BAB1A5}"/>
                </a:ext>
              </a:extLst>
            </p:cNvPr>
            <p:cNvSpPr/>
            <p:nvPr/>
          </p:nvSpPr>
          <p:spPr>
            <a:xfrm>
              <a:off x="2791240" y="2035595"/>
              <a:ext cx="1393495" cy="640831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9050" cap="flat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3F43575-DA21-FA87-4043-614B077B82E8}"/>
                </a:ext>
              </a:extLst>
            </p:cNvPr>
            <p:cNvCxnSpPr/>
            <p:nvPr/>
          </p:nvCxnSpPr>
          <p:spPr>
            <a:xfrm rot="16200000">
              <a:off x="3563628" y="2725311"/>
              <a:ext cx="0" cy="5311806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329749-FD86-F3AF-3AEE-A4695374E2FC}"/>
                </a:ext>
              </a:extLst>
            </p:cNvPr>
            <p:cNvSpPr/>
            <p:nvPr/>
          </p:nvSpPr>
          <p:spPr>
            <a:xfrm rot="16200000">
              <a:off x="2790248" y="4623758"/>
              <a:ext cx="1361504" cy="1495570"/>
            </a:xfrm>
            <a:prstGeom prst="ellips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137D568-40F8-1577-A37A-C44C80AB6B64}"/>
              </a:ext>
            </a:extLst>
          </p:cNvPr>
          <p:cNvSpPr/>
          <p:nvPr/>
        </p:nvSpPr>
        <p:spPr>
          <a:xfrm>
            <a:off x="5531141" y="128976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402E64-CD40-51AF-0AC8-D38AC2F53FF0}"/>
              </a:ext>
            </a:extLst>
          </p:cNvPr>
          <p:cNvSpPr/>
          <p:nvPr/>
        </p:nvSpPr>
        <p:spPr>
          <a:xfrm>
            <a:off x="562114" y="1289761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CG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B8C2930-421D-E502-9B40-1F34D1C2CF02}"/>
              </a:ext>
            </a:extLst>
          </p:cNvPr>
          <p:cNvSpPr/>
          <p:nvPr/>
        </p:nvSpPr>
        <p:spPr>
          <a:xfrm>
            <a:off x="2974620" y="224172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LA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E68533-7E57-B4B5-5F9B-DC96F68B4F37}"/>
              </a:ext>
            </a:extLst>
          </p:cNvPr>
          <p:cNvSpPr/>
          <p:nvPr/>
        </p:nvSpPr>
        <p:spPr>
          <a:xfrm>
            <a:off x="2696685" y="224661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SD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1E22FE-49E4-87EA-2F2D-EB1A3F80B96A}"/>
              </a:ext>
            </a:extLst>
          </p:cNvPr>
          <p:cNvSpPr/>
          <p:nvPr/>
        </p:nvSpPr>
        <p:spPr>
          <a:xfrm>
            <a:off x="2853755" y="247684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079895-1915-C6E3-5688-B15EAE3C61C6}"/>
              </a:ext>
            </a:extLst>
          </p:cNvPr>
          <p:cNvSpPr/>
          <p:nvPr/>
        </p:nvSpPr>
        <p:spPr>
          <a:xfrm>
            <a:off x="2541244" y="2481495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C8AE3D-75E4-1A11-E07B-E399F25D4230}"/>
              </a:ext>
            </a:extLst>
          </p:cNvPr>
          <p:cNvSpPr/>
          <p:nvPr/>
        </p:nvSpPr>
        <p:spPr>
          <a:xfrm>
            <a:off x="4045056" y="271283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C1C38D-389A-129A-3190-E88EC634476C}"/>
              </a:ext>
            </a:extLst>
          </p:cNvPr>
          <p:cNvSpPr/>
          <p:nvPr/>
        </p:nvSpPr>
        <p:spPr>
          <a:xfrm>
            <a:off x="2856269" y="329220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6A7B4A-1CFD-3F5D-3BD2-B47E797F7C67}"/>
              </a:ext>
            </a:extLst>
          </p:cNvPr>
          <p:cNvSpPr/>
          <p:nvPr/>
        </p:nvSpPr>
        <p:spPr>
          <a:xfrm>
            <a:off x="3435456" y="4432516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65AC4B3-6D6D-7CCF-607E-13168B1004FB}"/>
              </a:ext>
            </a:extLst>
          </p:cNvPr>
          <p:cNvSpPr/>
          <p:nvPr/>
        </p:nvSpPr>
        <p:spPr>
          <a:xfrm>
            <a:off x="2997040" y="513519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10156B9-5555-F62F-7EC8-9BE319286364}"/>
              </a:ext>
            </a:extLst>
          </p:cNvPr>
          <p:cNvSpPr/>
          <p:nvPr/>
        </p:nvSpPr>
        <p:spPr>
          <a:xfrm>
            <a:off x="3253831" y="13996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</a:t>
            </a:r>
          </a:p>
        </p:txBody>
      </p:sp>
      <p:pic>
        <p:nvPicPr>
          <p:cNvPr id="30" name="Picture 29" descr="nike-soccer-ball-png.jpg">
            <a:extLst>
              <a:ext uri="{FF2B5EF4-FFF2-40B4-BE49-F238E27FC236}">
                <a16:creationId xmlns:a16="http://schemas.microsoft.com/office/drawing/2014/main" id="{590F8425-F25D-A950-F09A-E857BB9397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5278973" y="1412291"/>
            <a:ext cx="181536" cy="180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2C8B95-521D-302C-B486-B818CB133010}"/>
              </a:ext>
            </a:extLst>
          </p:cNvPr>
          <p:cNvSpPr txBox="1"/>
          <p:nvPr/>
        </p:nvSpPr>
        <p:spPr>
          <a:xfrm>
            <a:off x="6205838" y="1275640"/>
            <a:ext cx="25128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Takers: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Tehya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Ciara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Attack the goal: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Siena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Lily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Grace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Edge of box: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Ciara/</a:t>
            </a: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Tehya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Dobbie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Near post: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Defend: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Abby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Sage</a:t>
            </a:r>
          </a:p>
        </p:txBody>
      </p:sp>
    </p:spTree>
    <p:extLst>
      <p:ext uri="{BB962C8B-B14F-4D97-AF65-F5344CB8AC3E}">
        <p14:creationId xmlns:p14="http://schemas.microsoft.com/office/powerpoint/2010/main" val="327305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8899F-FDC4-FC7A-991A-2E127E9F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550467-D8E8-BA6E-9F13-8D12A522C740}"/>
              </a:ext>
            </a:extLst>
          </p:cNvPr>
          <p:cNvSpPr/>
          <p:nvPr/>
        </p:nvSpPr>
        <p:spPr>
          <a:xfrm>
            <a:off x="0" y="-6674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CP – FIRST Half - Set Pieces (Corners Against)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314633-4BFA-A85A-6633-998902387C9C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7FA42-768B-2AC0-F5E0-FB2E90956983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A3A3DE-43CB-B63C-6AD4-517034A1DD4A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C938B0-F64E-021A-B488-A49E50A9F5E0}"/>
              </a:ext>
            </a:extLst>
          </p:cNvPr>
          <p:cNvGrpSpPr/>
          <p:nvPr/>
        </p:nvGrpSpPr>
        <p:grpSpPr>
          <a:xfrm>
            <a:off x="840986" y="1226160"/>
            <a:ext cx="4646268" cy="5009018"/>
            <a:chOff x="901522" y="712241"/>
            <a:chExt cx="5333266" cy="5821975"/>
          </a:xfrm>
          <a:effectLst/>
        </p:grpSpPr>
        <p:sp>
          <p:nvSpPr>
            <p:cNvPr id="7" name="Shape 131">
              <a:extLst>
                <a:ext uri="{FF2B5EF4-FFF2-40B4-BE49-F238E27FC236}">
                  <a16:creationId xmlns:a16="http://schemas.microsoft.com/office/drawing/2014/main" id="{31D635E0-4B20-CCAA-36CD-77CFCD7B43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155576" y="712241"/>
              <a:ext cx="664821" cy="173802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88EDEE-A3B8-3690-79D9-D7B9B1E8A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522" y="885401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924911-5584-5B7D-0FBF-FC3AA8561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5002" y="885400"/>
              <a:ext cx="12877" cy="564881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D06281-7739-A8BD-B1C8-A28E24D171FD}"/>
                </a:ext>
              </a:extLst>
            </p:cNvPr>
            <p:cNvCxnSpPr>
              <a:cxnSpLocks/>
            </p:cNvCxnSpPr>
            <p:nvPr/>
          </p:nvCxnSpPr>
          <p:spPr>
            <a:xfrm>
              <a:off x="906888" y="886211"/>
              <a:ext cx="53279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hape 131">
              <a:extLst>
                <a:ext uri="{FF2B5EF4-FFF2-40B4-BE49-F238E27FC236}">
                  <a16:creationId xmlns:a16="http://schemas.microsoft.com/office/drawing/2014/main" id="{12AC6DA6-D6F2-6EA6-7FF8-C1CE080C01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711590" y="888891"/>
              <a:ext cx="1577505" cy="539255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Shape 131">
              <a:extLst>
                <a:ext uri="{FF2B5EF4-FFF2-40B4-BE49-F238E27FC236}">
                  <a16:creationId xmlns:a16="http://schemas.microsoft.com/office/drawing/2014/main" id="{5D72261E-8C98-089F-A85C-0861572B3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218" y="886211"/>
              <a:ext cx="3718249" cy="1469798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Partial Circle 12">
              <a:extLst>
                <a:ext uri="{FF2B5EF4-FFF2-40B4-BE49-F238E27FC236}">
                  <a16:creationId xmlns:a16="http://schemas.microsoft.com/office/drawing/2014/main" id="{B5FFF889-44F9-1836-6D2F-305D415C7BEB}"/>
                </a:ext>
              </a:extLst>
            </p:cNvPr>
            <p:cNvSpPr/>
            <p:nvPr/>
          </p:nvSpPr>
          <p:spPr>
            <a:xfrm>
              <a:off x="2791240" y="2035595"/>
              <a:ext cx="1393495" cy="640831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9050" cap="flat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A171B1C-F2E5-E70D-10AF-CEE7D7EDABE3}"/>
                </a:ext>
              </a:extLst>
            </p:cNvPr>
            <p:cNvCxnSpPr/>
            <p:nvPr/>
          </p:nvCxnSpPr>
          <p:spPr>
            <a:xfrm rot="16200000">
              <a:off x="3563628" y="2725311"/>
              <a:ext cx="0" cy="5311806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6209BC9-E166-7BD7-4970-833877BD72D6}"/>
                </a:ext>
              </a:extLst>
            </p:cNvPr>
            <p:cNvSpPr/>
            <p:nvPr/>
          </p:nvSpPr>
          <p:spPr>
            <a:xfrm rot="16200000">
              <a:off x="2790248" y="4623758"/>
              <a:ext cx="1361504" cy="1495570"/>
            </a:xfrm>
            <a:prstGeom prst="ellipse">
              <a:avLst/>
            </a:prstGeom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5DFB27D6-87B8-B738-77AB-DFEBDEC998E8}"/>
              </a:ext>
            </a:extLst>
          </p:cNvPr>
          <p:cNvSpPr/>
          <p:nvPr/>
        </p:nvSpPr>
        <p:spPr>
          <a:xfrm>
            <a:off x="2701212" y="140130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CG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71B47B-089D-AE19-6DD0-140A4689E4CC}"/>
              </a:ext>
            </a:extLst>
          </p:cNvPr>
          <p:cNvSpPr/>
          <p:nvPr/>
        </p:nvSpPr>
        <p:spPr>
          <a:xfrm>
            <a:off x="3005147" y="1405533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37B2BE-F315-AC7E-5C28-A1A2708A8620}"/>
              </a:ext>
            </a:extLst>
          </p:cNvPr>
          <p:cNvSpPr/>
          <p:nvPr/>
        </p:nvSpPr>
        <p:spPr>
          <a:xfrm>
            <a:off x="3095381" y="193594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FA637D-5749-848E-AD51-B5761D340AEB}"/>
              </a:ext>
            </a:extLst>
          </p:cNvPr>
          <p:cNvSpPr/>
          <p:nvPr/>
        </p:nvSpPr>
        <p:spPr>
          <a:xfrm>
            <a:off x="2805376" y="1940034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C6FBD58-9333-6BC3-4F6D-FEB5444B64D6}"/>
              </a:ext>
            </a:extLst>
          </p:cNvPr>
          <p:cNvSpPr/>
          <p:nvPr/>
        </p:nvSpPr>
        <p:spPr>
          <a:xfrm>
            <a:off x="3220694" y="22106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7C13AC5-D0C8-BDC3-8DA5-573EA790E7D7}"/>
              </a:ext>
            </a:extLst>
          </p:cNvPr>
          <p:cNvSpPr/>
          <p:nvPr/>
        </p:nvSpPr>
        <p:spPr>
          <a:xfrm>
            <a:off x="2929349" y="221344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756F88-92C8-1C64-B348-4B27B1CD842B}"/>
              </a:ext>
            </a:extLst>
          </p:cNvPr>
          <p:cNvSpPr/>
          <p:nvPr/>
        </p:nvSpPr>
        <p:spPr>
          <a:xfrm>
            <a:off x="3383868" y="1745885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SD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8F9F6B-3D1F-FA95-4443-D847BE110D59}"/>
              </a:ext>
            </a:extLst>
          </p:cNvPr>
          <p:cNvSpPr/>
          <p:nvPr/>
        </p:nvSpPr>
        <p:spPr>
          <a:xfrm>
            <a:off x="2911253" y="272367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2ABA2A5-09E3-9596-896B-A313F2A45265}"/>
              </a:ext>
            </a:extLst>
          </p:cNvPr>
          <p:cNvSpPr/>
          <p:nvPr/>
        </p:nvSpPr>
        <p:spPr>
          <a:xfrm>
            <a:off x="3870009" y="430385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D2B6ABE-C58A-9734-8F14-A35719ACA8ED}"/>
              </a:ext>
            </a:extLst>
          </p:cNvPr>
          <p:cNvSpPr/>
          <p:nvPr/>
        </p:nvSpPr>
        <p:spPr>
          <a:xfrm>
            <a:off x="2632029" y="221411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GY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74850A-38D9-46EA-AA80-2076E287E01E}"/>
              </a:ext>
            </a:extLst>
          </p:cNvPr>
          <p:cNvSpPr/>
          <p:nvPr/>
        </p:nvSpPr>
        <p:spPr>
          <a:xfrm>
            <a:off x="3253831" y="1399628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AR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7" name="Picture 16" descr="nike-soccer-ball-png.jpg">
            <a:extLst>
              <a:ext uri="{FF2B5EF4-FFF2-40B4-BE49-F238E27FC236}">
                <a16:creationId xmlns:a16="http://schemas.microsoft.com/office/drawing/2014/main" id="{972C7C79-C243-990A-87F9-6CA691B6F8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5278973" y="1412291"/>
            <a:ext cx="181536" cy="180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97F6308-19D8-B5A7-4FF6-EE035CEC2D02}"/>
              </a:ext>
            </a:extLst>
          </p:cNvPr>
          <p:cNvSpPr txBox="1"/>
          <p:nvPr/>
        </p:nvSpPr>
        <p:spPr>
          <a:xfrm>
            <a:off x="6181058" y="1431607"/>
            <a:ext cx="25376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 marking: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Halle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Ella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Tehya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Sage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Grace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AU" sz="1600" b="1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Free 6-yard: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Siena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Posts: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Abby</a:t>
            </a: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near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Ciara</a:t>
            </a: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- far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Edge of box/halfway: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Dobbie</a:t>
            </a: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Lily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316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7C5FB-53A9-719B-68E6-595F99DC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7A1CC5-91DD-A9E3-0E15-9F1B725DF6C9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CP – SECOND Half - Lineup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D7AC1-D11A-F848-B7E7-C14E81A2810F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CFC6E3-563F-0B1E-7669-6BF031D6E98C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rgbClr val="FFDD33"/>
          </a:solidFill>
          <a:ln>
            <a:solidFill>
              <a:srgbClr val="FFD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5CACD-EB86-0A2F-C1F6-C7C14CFAE616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DD3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EMC 2025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8292F9-95A5-BEC6-A14B-5DEBA974A58D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3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C723894-63D4-516B-8043-3E3FCBB257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06DF9735-0932-4909-69C8-23B56F83E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3E47D7A9-04B3-ADAF-C160-DC031B4CCBC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371559-2C96-E508-7894-3081332F3E04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5BE7A68-6C21-27AD-090C-A7B48E5E63F7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9D8023C-DFF3-E188-2492-9B6F3D3313F0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A512EF98-2390-C014-B760-D160A26E5F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7878FF1D-2B93-6BBC-D8F2-C5935427C0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E057CC9-7212-68A9-AE0C-8F62C6B83430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8C1F518-F12D-3ACA-EE48-841323937E1B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15E0510B-F271-F1F9-1213-D82A1694EF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7B29F027-55A3-1F7A-BE5D-42F33531C9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299C6426-C9D0-D32F-F3DC-DDB2B3115C01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316629C3-60C4-01AC-3522-FDDD72A6C9BB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B20ADBA3-8661-B895-FE91-17CB03787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7BFC77F2-64AE-4114-836A-885905FAE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87C3B019-05B5-8E71-281C-A3C3F91B5CB0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CF128F2A-B18D-364D-1248-59160970CCCF}"/>
              </a:ext>
            </a:extLst>
          </p:cNvPr>
          <p:cNvSpPr/>
          <p:nvPr/>
        </p:nvSpPr>
        <p:spPr>
          <a:xfrm>
            <a:off x="3014731" y="448326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CG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8F1E99-5FF2-0F39-9DD6-42951634BDBD}"/>
              </a:ext>
            </a:extLst>
          </p:cNvPr>
          <p:cNvSpPr/>
          <p:nvPr/>
        </p:nvSpPr>
        <p:spPr>
          <a:xfrm>
            <a:off x="2532685" y="5246858"/>
            <a:ext cx="252000" cy="252000"/>
          </a:xfrm>
          <a:prstGeom prst="ellipse">
            <a:avLst/>
          </a:prstGeom>
          <a:solidFill>
            <a:srgbClr val="FFC000"/>
          </a:solidFill>
          <a:ln w="22225">
            <a:solidFill>
              <a:srgbClr val="2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Arial"/>
              </a:rPr>
              <a:t>I/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405FA4-9D25-3E45-42F7-48FC6AC19538}"/>
              </a:ext>
            </a:extLst>
          </p:cNvPr>
          <p:cNvSpPr/>
          <p:nvPr/>
        </p:nvSpPr>
        <p:spPr>
          <a:xfrm>
            <a:off x="2083782" y="4503422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SH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2FD771-8427-953A-C0DC-167E0B3D2428}"/>
              </a:ext>
            </a:extLst>
          </p:cNvPr>
          <p:cNvSpPr/>
          <p:nvPr/>
        </p:nvSpPr>
        <p:spPr>
          <a:xfrm>
            <a:off x="1355623" y="43255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4103CFE-5D23-6660-2CF6-0DCD0713BF27}"/>
              </a:ext>
            </a:extLst>
          </p:cNvPr>
          <p:cNvSpPr/>
          <p:nvPr/>
        </p:nvSpPr>
        <p:spPr>
          <a:xfrm>
            <a:off x="3769704" y="4325597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GY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804873B-80A5-C6CA-F960-DD0F0300B7F5}"/>
              </a:ext>
            </a:extLst>
          </p:cNvPr>
          <p:cNvSpPr/>
          <p:nvPr/>
        </p:nvSpPr>
        <p:spPr>
          <a:xfrm>
            <a:off x="2156092" y="381484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A2FAB3-3B67-AF37-A265-602FBABA3898}"/>
              </a:ext>
            </a:extLst>
          </p:cNvPr>
          <p:cNvSpPr/>
          <p:nvPr/>
        </p:nvSpPr>
        <p:spPr>
          <a:xfrm>
            <a:off x="2995955" y="350003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565F03-7372-944B-DCFB-1D30F5976760}"/>
              </a:ext>
            </a:extLst>
          </p:cNvPr>
          <p:cNvSpPr/>
          <p:nvPr/>
        </p:nvSpPr>
        <p:spPr>
          <a:xfrm>
            <a:off x="2536196" y="3172211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LP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61C748-9310-08E0-D5DF-6748C658D454}"/>
              </a:ext>
            </a:extLst>
          </p:cNvPr>
          <p:cNvSpPr/>
          <p:nvPr/>
        </p:nvSpPr>
        <p:spPr>
          <a:xfrm>
            <a:off x="2525770" y="247830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DW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D3BE1C-1F8E-D1E1-1804-FC5DDDE123ED}"/>
              </a:ext>
            </a:extLst>
          </p:cNvPr>
          <p:cNvSpPr/>
          <p:nvPr/>
        </p:nvSpPr>
        <p:spPr>
          <a:xfrm>
            <a:off x="3769704" y="280958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EH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41EF3AF-5C3E-55BF-73DD-57F944420178}"/>
              </a:ext>
            </a:extLst>
          </p:cNvPr>
          <p:cNvSpPr/>
          <p:nvPr/>
        </p:nvSpPr>
        <p:spPr>
          <a:xfrm>
            <a:off x="1355623" y="2809583"/>
            <a:ext cx="252000" cy="252000"/>
          </a:xfrm>
          <a:prstGeom prst="ellipse">
            <a:avLst/>
          </a:prstGeom>
          <a:solidFill>
            <a:srgbClr val="2F00FF"/>
          </a:solidFill>
          <a:ln w="22225">
            <a:solidFill>
              <a:srgbClr val="FFD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LA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2AD10-2215-C1A6-EB9C-D6B424AB7015}"/>
              </a:ext>
            </a:extLst>
          </p:cNvPr>
          <p:cNvSpPr txBox="1"/>
          <p:nvPr/>
        </p:nvSpPr>
        <p:spPr>
          <a:xfrm>
            <a:off x="5070909" y="1459512"/>
            <a:ext cx="18813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Lineup: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Enid/Ingrid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Grace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Ciara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Maya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Dobbie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Ella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Tehya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Darcy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Luc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Lily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AB41FB-810C-CA23-75D8-F97810D4959F}"/>
              </a:ext>
            </a:extLst>
          </p:cNvPr>
          <p:cNvSpPr txBox="1"/>
          <p:nvPr/>
        </p:nvSpPr>
        <p:spPr>
          <a:xfrm>
            <a:off x="7098492" y="1459514"/>
            <a:ext cx="17678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Subs: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Abby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Siena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GK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47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71132</TotalTime>
  <Words>829</Words>
  <Application>Microsoft Office PowerPoint</Application>
  <PresentationFormat>On-screen Show (4:3)</PresentationFormat>
  <Paragraphs>306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Segoe UI</vt:lpstr>
      <vt:lpstr>Segoe UI Black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Stefan Busso / Anthony Frost</dc:creator>
  <cp:keywords/>
  <dc:description/>
  <cp:lastModifiedBy>scott conlon</cp:lastModifiedBy>
  <cp:revision>308</cp:revision>
  <cp:lastPrinted>2025-05-31T08:37:08Z</cp:lastPrinted>
  <dcterms:created xsi:type="dcterms:W3CDTF">2012-12-19T23:59:41Z</dcterms:created>
  <dcterms:modified xsi:type="dcterms:W3CDTF">2025-07-22T12:57:56Z</dcterms:modified>
  <cp:category/>
</cp:coreProperties>
</file>